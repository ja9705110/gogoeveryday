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Lst>
  <p:notesMasterIdLst>
    <p:notesMasterId r:id="rId7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notesMaster" Target="notesMasters/notesMaster1.xml"/><Relationship Id="rId78" Type="http://schemas.openxmlformats.org/officeDocument/2006/relationships/presProps" Target="presProps.xml"/><Relationship Id="rId79" Type="http://schemas.openxmlformats.org/officeDocument/2006/relationships/viewProps" Target="viewProps.xml"/><Relationship Id="rId80" Type="http://schemas.openxmlformats.org/officeDocument/2006/relationships/theme" Target="theme/theme1.xml"/><Relationship Id="rId8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【講師說明】
· 開場先自我介紹，並說明「這堂課不是要把大家變成網紅」，而是讓每個人手上的東西——手作、烘焙、農產、課程、服務——有辦法被別人看見。
· 請大家把手機拿出來放桌上，今天會一直用到；如果沒有安裝 FB／IG，先協助安裝或兩人一組共用一支。
【互動提問】
· 請大家用一句話介紹「我做的東西」或「我想做的東西」，一人 30 秒。
【學員實作】
· 確認每位學員的手機可以上網、能登入 Facebook 或 Instagram。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【講師說明】
· 先讓學員知道整天的節奏，降低焦慮：上午聽觀念、下午做東西，中間有三次休息。
· 特別強調 15:35 之後是「把今天學的做出一篇真的內容」，請大家上午就開始想自己要發什麼。
【互動提問】
· 問：今天結束時，你最想解決哪一件事？（舉手統計，寫在白板上，最後一節回來對照）
【學員實作】
· 發下四張講義，請先寫講義 1 上半部「我的商品／技能」。</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【講師說明】
· 這一段完全不碰按鈕，只談觀念。讓學員先安心：不會馬上考操作。</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【講師說明】
· 把整天的內容收斂成三個問題，讓學員知道「今天不會學到爆炸」。
· 強調：社群平台的按鈕每年都在改，但這三個問題永遠不會變。
【互動提問】
· 問：這三件事裡，哪一件是你現在最卡住的？（舉手，快速掃過現場狀況）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【講師說明】
· 用調查數據讓學員知道「不是只有我不會」，降低心理門檻。
· 上課前請把百分比換成本班真實的調查結果，效果差很多。
【互動提問】
· 問：還有沒有沒被列到的困擾？（記在白板，課程結束前回來確認有沒有解決）</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【講師說明】
· 這頁是整天觀念的核心之一。左邊是大部分人的直覺做法，右邊才是有效的做法。
· 重點不是「不能賣」，而是「不能每篇都在賣」。比例大約是：四篇裡一篇賣東西。
【互動提問】
· 問：如果你是客人，左邊那種帳號你會追蹤嗎？為什麼？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【講師說明】
· 這個漏斗是今天所有內容的骨架，後面每一段都會回來對照：現在我們在講哪一層。
· 提醒學員：很多人只做最上面一層（一直發文求曝光），或只做最下面一層（一直叫人買），中間沒有東西。
【互動提問】
· 問：你覺得自己現在卡在哪一層？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【講師說明】
· 用「開店」的比喻，把抽象的社群變成生活經驗。中高齡學員對實體店的經驗遠比對演算法熟。
· 結論：把人帶來只是第一步，人來了之後看到什麼，才決定會不會買。
【互動提問】
· 問：大家逛市集的時候，什麼樣的攤位你會停下來？什麼樣的會直接走過？</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【講師說明】
· 請全班一起念一次這三句話。這是整天最重要的一句，最後一節還會回來。
· 把這句寫在白板上，整天留著。
【學員實作】
· 請學員把這句話抄在講義的空白處。</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【講師說明】
· 這一段的目標很單純：讓學員離開時知道自己要做哪一個，不要三個都開然後三個都荒廢。</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【講師說明】
· 這個比喻整天都會用，請學員記住三個名詞：廣場、櫥窗、櫃台。
· 很多學員的問題是「我都在櫥窗喊話，但沒有櫃台」——東西被看到了，卻沒地方成交。
【互動提問】
· 問：你現在有哪一個？哪一個完全沒有？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【講師說明】
· 台灣中高齡族群仍大量使用 Facebook，而且「社團」是免費曝光的主要來源，後面第九段會再談。
· 強調 Facebook 的長處是：可以寫比較多字、可以講故事、可以被分享出去。
【互動提問】
· 問：你有加入哪些在地社團？（例如西屯二手、台中媽媽社團、社區公布欄）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【講師說明】
· IG 最大的價值是「陌生人會找到你」——透過 Hashtag、搜尋、Reels。FB 比較難做到這件事。
· 提醒：IG 上文字沒有連結功能（貼文內文無法點），所以聯絡方式一定要放在自我介紹。
【互動提問】
· 問：現場有多少人有 IG？（舉手）有在用的又有多少？
【學員實作】
· 請有 IG 的學員現在打開自己的個人檔案，等一下 PART 4 會用到。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【講師說明】
· 很多學員以為 LINE 官方帳號是「大公司才用的」。要破除這個誤解：一個人也能開，免費方案每月有一定則數的訊息額度。
· 重點觀念：FB／IG 上的人「不是你的」，演算法一改就看不到；LINE 好友才是真正留得住的名單。
【互動提問】
· 問：現場有誰用私人 LINE 在接單？遇過什麼困擾？（訊息被家人洗掉、分不清誰是客人）</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【講師說明】
· 這頁要講得很肯定：三個都開但都不更新，比只做好一個還糟。
· 公式：曝光平台（FB 或 IG）＋ 聯絡平台（LINE）＝ 兩個就夠。
【學員實作】
· 請學員在講義 1 勾選：主要曝光平台是 FB 還是 IG。現在就決定，不要拖到下課。</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【講師說明】
· 先蓋住答案，讓學員自己講，再一個一個掀開。這裡是上午互動的重點。
· 講完後把邏輯講白：選平台不是看「哪個比較紅」，是看「我的客人在哪裡」。
【互動提問】
· 問：A 阿姨如果想賣到全台灣，答案會不會改變？（會，就要加上 IG 或宅配社團）
· 問：現場有沒有人的情況跟這三個很像？
【學員實作】
· 兩人一組，互相說出對方適合哪個平台，並說明理由。3 分鐘。</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【講師說明】
· 休息回來先確認全班手機都在手上。這一段是今天第一次大量操作，速度要放慢，寧可少做兩項也不要有人掉隊。
· 建議安排 1–2 位志工或助教在教室走動協助。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【講師說明】
· 很多學員會說「我用個人帳號賣就好」。可以，但要說明三個限制：好友上限、沒有數據、朋友會被洗版。
· 折衷做法：粉專發文 → 分享到個人帳號。兩邊都顧到，下一頁會教。
【互動提問】
· 問：現場有誰已經有粉絲專頁？（請他們等一下當小老師）</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【講師說明】
· 一項一項對照右邊的手機示意圖講。學員可以邊聽邊看自己的粉專缺哪一項。
· 最常缺的是第 5 項聯絡方式——很多粉專找不到怎麼買。
【互動提問】
· 問：你的粉專缺哪幾項？
【學員實作】
· 請學員打開自己的粉專，六項逐一對照，缺的先記下來。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【講師說明】
· 刻意不要講「品牌感」「調性」這種詞，中高齡學員只要記住公式：做什麼＋在哪裡。
· 如果學員已經取了很文青的名字，不用逼他改，建議在名稱後面加上說明即可。
【互動提問】
· 問：如果你是客人，在搜尋列會打什麼字找這種東西？
【學員實作】
· 請每位學員在講義空白處，用「你做什麼＋你在哪裡」寫一個名稱。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【講師說明】
· 這頁停留最久，預計 12–15 分鐘。講師先示範一次，再讓學員自己做一次。
· 沒有粉專的人：現場建立。有粉專但很久沒用的人：先更新大頭貼與簡介。
【互動提問】
· 問：卡在哪一步？（請卡住的人舉手，助教過去協助）
【學員實作】
· 六項全部操作一次。完成的人請協助隔壁的學員。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【講師說明】
· 一項一項在投影的手機上點給大家看，不要只念名稱。
· 「編輯」與「刪除」一定要教——學員最怕發錯，知道可以改就敢發了。
【互動提問】
· 問：有沒有人發過文之後想改卻不知道怎麼改？
【學員實作】
· 請每個人現在發一則「測試貼文」（可以只給自己看），再把它編輯一次、然後刪除。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【講師說明】
· 這頁是「免費曝光」與「被討厭」的分界線，講清楚可以省掉學員很多麻煩。
· 建議提供實際做法：進到社團先看置頂規則，很多社團規定只能週幾發廣告。
【互動提問】
· 問：有沒有人被社團退過文或踢出來過？發生什麼事？
【學員實作】
· 請學員找出 1–2 個跟自己商品有關的在地社團，記在講義上。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【講師說明】
· 這一段有大量觀察活動，請先分好組（3–4 人一組），並確認每組至少有一支能上網的手機。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【講師說明】
· 請學員現在就打開自己的 IG（沒有的人看隔壁的），五個地方一個一個對。
· 強調第 5 項：IG 貼文內文的網址不能點，所以聯絡方式只能放在自我介紹欄。這是最多人踩的坑。
【互動提問】
· 問：你的自我介紹現在寫什麼？願意念出來給大家聽嗎？
【學員實作】
· 打開自己的 IG，五個地方逐一檢查。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【講師說明】
· 不要批評「分享生活中的幸福」不好，而是說：它適合個人帳號，不適合要接單的帳號。
· 示範方法：請一位學員念自己的自介，其他人聽完舉手回答「他在賣什麼」，馬上見真章。
【互動提問】
· 隨機找 2–3 位學員念自介，全班猜他在做什麼。猜不出來就代表要改。
【學員實作】
· 把自我介紹改成「做什麼 ＋ 給誰 ＋ 在哪裡／怎麼買」。</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【講師說明】
· 先給全貌，讓學員知道 IG 不是只有「發照片」。細節下午 PART 7 會再展開。
· 順序很重要：叫初學者一開始就拍 Reels，多半會放棄。
【互動提問】
· 問：這四個裡面，你用過哪幾個？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【講師說明】
· 這是上一頁的濃縮版，請全班一起念一次。
· 可以做個小活動：講師說「今天在做餅乾的影片」，學員回答該用哪一種。
【互動提問】
· 快問快答：① 客人回饋的截圖 → 精選限動；② 今天出爐的餅乾 → 限動；③ 完成的作品照 → 貼文；④ 揉麵到出爐 → Reels。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【講師說明】
· 上課前務必先挑好 3–5 個真實帳號，並確認當天網路可連。最好是台中在地的，學員會更有感。
· 如果現場網路穩定，直接開手機投影比放截圖更好——可以即時滑給大家看。
· 挑選原則：追蹤數 1,000–20,000、一個人在經營、照片是手機拍的。太專業的會讓學員覺得「我做不到」。
【互動提問】
· 問：你們覺得這三個帳號，哪一個你最有可能做到？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【講師說明】
· 這八個問題就是講義 2。請學員拿出講義，等一下觀察時直接勾。
· 重點是把「感覺」變成「可檢查的項目」，學員回家才知道自己該補什麼。
【學員實作】
· 發下／確認每人手上有講義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【講師說明】
· 活動節奏：分組 2 分鐘 → 觀察討論 10 分鐘 → 每組分享 1 分鐘 × 3–5 組。
· 講師在各組間走動，把學員說的「做得到的事」記在白板，下午實作時會用到。
· 如果時間不夠，把分享縮短成「每組講一句：我們決定回去要做的一件事」。
【互動提問】
· 收尾時問：有沒有哪一組發現「原來他們也只是用手機拍」？
【學員實作】
· 小組完成講義 2 的觀察表，並在最下方寫下「我也做得到的一件事」。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【講師說明】
· 午休前先埋伏筆：下午第一件事就是「你要發什麼」，讓學員吃飯時腦袋有東西在轉。
· 提醒 13:00 準時開始，下午操作很密集。
【學員實作】
· 請學員午休時先想好一個要發的主題，並拍一張照片。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【講師說明】
· 下午第一段。先問午休的作業：你想好要發什麼了嗎？點兩三位學員說說看。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【講師說明】
· 用「使用情境」解釋，比講演算法容易懂。FB＝坐著看、IG＝滑著看、LINE＝忙著看。
· 不用叫學員寫三份完全不同的文，只要「同一件事，換三種長度」。
【互動提問】
· 問：你自己在滑 IG 的時候，會把長長的文字看完嗎？</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【講師說明】
· 一定要強調：80–200 字是「教學建議」，不是 Facebook 的規定。平台沒有限制字數。
· 給初學者一個數字，是為了讓他們不會卡在「到底要寫多少」。熟了以後可長可短。
· 這篇範例的重點是最後兩段：講「為什麼一鍋只做 20 瓶」——這就是信任感的來源。
【互動提問】
· 問：這篇裡面，哪一句話會讓你想買？</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【講師說明】
· 同樣強調：50–150 字是建議值，不是規定。
· 請學員比較上一頁跟這一頁——同一件事，IG 版只留下最有畫面的那兩句。
· Hashtag 下一段（PART 6）會完整教，這裡先讓他們看到長什麼樣子。
【互動提問】
· 問：如果只能留一句話，你會留哪一句？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【講師說明】
· LINE 是「打擾度最高」的平台——訊息會跳出通知。所以最忌諱長篇大論。
· 最關鍵的一句是最後一行：「請回覆草莓＋數量」。一定要告訴客人下一步做什麼，否則他看完就關掉了。
· 補充：官方帳號免費方案每月有訊息則數上限，所以更要每則都有用。
【互動提問】
· 問：你收過最討厭的商家 LINE 訊息長什麼樣子？</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【講師說明】
· 這是 PART 5 的核心頁，建議停留 5–6 分鐘，三欄逐一念出來讓學員感受差異。
· 教一個實用技巧：先寫 FB 版（最長）→ 刪成 IG 版 → 再刪成 LINE 版。只要寫一次。
· 注意三欄講的都是同一個賣點「一鍋只煮 20 瓶」，不要每個平台講不同故事。
【互動提問】
· 問：如果你的商品是 ⟨學員的商品⟩，這三段你會怎麼寫？（現場改編一位學員的商品當範例）
【學員實作】
· 請學員拿出午休想好的主題，先寫 FB 版本（80–200 字），寫在講義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【講師說明】
· 這是今天第二句要記住的話。跟早上那句「引流／內容／互動」並列。
· 延伸：所以糊掉的、光線很暗的、看不出主角的照片，第一關就輸了。
· ＊不要深入教攝影，後面有「手機商品攝影與影像編修」課程。這裡只講分工觀念。
【互動提問】
· 問：你滑手機的時候，是先看圖還是先看字？</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【講師說明】
· 右邊刻意做成「塞爆的傳單」，並在下面示範它縮小成九宮格一格時的樣子——完全看不到。
· 這一頁很有說服力，讓學員自己看到問題，不用講太多道理。
【互動提問】
· 問：你看得清楚右邊那張圖在寫什麼嗎？（大部分人會說看不清楚——這就是重點）</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【講師說明】
· 跟上一頁對照著看，差別非常明顯。同樣縮成一格，這張還看得懂。
· ＊不教 Canva 操作與排版技巧（那是「商品視覺設計」課程）。這裡只講「留多少字」。
【互動提問】
· 問：如果只能在圖上留一句話，你的商品要留哪一句？
【學員實作】
· 請學員在講義 4「我要搭配哪張照片」旁邊，寫下要放在圖上的那一句話。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【講師說明】
· 這一段是今天「被陌生人找到」的關鍵。提醒學員：這段的產出（十大關鍵字）要帶回家長期使用。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【講師說明】
· 用「標籤／分類」來解釋最好懂：像去圖書館，書上要貼分類標籤，別人才找得到。
· 示範：現場在 IG 搜尋列打 #台中伴手禮，把結果投影出來。
【互動提問】
· 問：有沒有人曾經用 Hashtag 找過東西？
【學員實作】
· 請學員現在在 IG 搜尋一個跟自己商品有關的標籤，看看跳出什麼。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【講師說明】
· 左邊那些「#愛 #幸福」是很多人真的在用的，不要嘲笑，只要說明「來的人不會買」。
· 給一個具體數字：5–10 個。初學者最需要的是數字，不是原則。
【互動提問】
· 問：如果有人用 #美食 搜尋，跳出幾百萬篇，你的貼文排第幾？（答：看不到。所以要用更精準的字）</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【講師說明】
· 這是整段最關鍵的觀念轉換：從「我」變成「客人」。
· 可以現場示範：講師說「我想買伴手禮送人」，然後打開手機打字給大家看。
【互動提問】
· 問：如果你要買一個伴手禮送給外縣市的朋友，你會打什麼字去搜尋？（收集 3–5 個答案寫在白板）</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【講師說明】
· 三個分類是重點：商品／地區／情境。很多人只想得到「商品」，漏掉後面兩類。
· 「地區」對在地微型創業特別重要——競爭少、找到的人是真的買得到的人。
· 「情境」是最容易被忽略、但轉換率最高的：#送禮 #彌月禮盒 #伴手禮，都是有明確需求的人在搜。
【互動提問】
· 問：你的商品在什麼「情境」下最容易被買走？
【學員實作】
· 發下講義 3，開始填寫。這頁停留 3 分鐘，講完下一頁範例再讓他們寫完。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【講師說明】
· 用完整範例把上一頁的三分類具體化。
· 請學員注意：一篇貼文不用把 10 個都放上去，挑最相關的 5–8 個。
【互動提問】
· 問：如果今天發的是「包裝過程」的照片，這 10 個字裡你會挑哪幾個？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【講師說明】
· 這三個工具都免費，而且不用註冊。建議現場用講師手機／電腦各示範一次。
· Google Trends 示範「手工餅乾 vs 手作餅乾」，比較結果會讓學員很有感——一個字差很多。
· 如果現場網路不穩，先準備好截圖備用。
【互動提問】
· 問：你的商品有沒有兩種以上的叫法？（例如 手工／手作、餅乾／曲奇）
【學員實作】
· 三個工具至少實際操作一個，把找到的新關鍵字補進講義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【講師說明】
· 這 8 分鐘講師要在教室走動，個別協助。最常卡住的是「情境」類。
· 協助技巧：直接問學員「上一個買你東西的人，是買來做什麼的？」答案通常就是情境關鍵字。
· 一定要請他們存進手機備忘錄——寫在紙上回家就找不到了。
【互動提問】
· 請 2–3 位學員念出自己的 10 個字，全班一起看有沒有可以再加的。
【學員實作】
· 完成講義 3，並存一份到手機備忘錄。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【講師說明】
· 這一段最容易讓中高齡學員退縮。開場第一句就要先破除「我不會跳舞、我不敢露臉」的恐懼。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【講師說明】
· 這頁請放慢，讓學員真的放下心理負擔。可以直接問：「有誰一聽到短影音就想跳過？」
· 關鍵句：Reels 只是會動的照片。中高齡學員聽到這句通常表情就鬆了。
· 補充：Reels 是目前最容易被「還沒追蹤你的人」看到的形式，所以值得試。
【互動提問】
· 問：有誰拍過短影片？有誰完全沒拍過？</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【講師說明】
· 六種裡面，②製作過程 跟 ③幕後花絮 是中高齡學員最容易做、效果也最好的。建議直接推薦這兩種。
· ④前後對比 很好用而且不用露臉：一開始是麵粉，最後是餅乾，中間不用剪。
【互動提問】
· 問：這六種裡，哪一種你明天就可以拍？
【學員實作】
· 請每個人選定一種，寫在講義 4 旁邊。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【講師說明】
· 這頁是把「Reels」變成「五張會動的照片」，是這一段最有力的一頁。
· 強調順序就是自然的工作順序，學員本來就在做這些事，只是把手機架著錄下來。
· 實用建議：買一個 100–200 元的手機夾／小腳架，架在旁邊錄，雙手可以繼續工作。
【互動提問】
· 問：你的工作流程有哪五個步驟？（請兩位學員說說看，講師幫忙拆成五格）
【學員實作】
· 在講義 4 背面，把自己的工作流程畫成五格。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【講師說明】
· 這頁的目的是「降低門檻」。請具體說：不用下載任何 App，IG 內建就能接片段。
· 再次強調：這堂課不教剪輯與攝影技巧，後面有專門的課程。今天只要他們敢按下錄影鍵。
【互動提問】
· 問：有誰因為「覺得拍得不夠好」所以一直沒發？
【學員實作】
· 現場練習：請學員拿手機，對著桌上任何東西錄 5 秒。就這樣，沒有別的要求。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【講師說明】
· 限時動態是「養熟客」的工具，看的人多半是已經追蹤你的人。
· 很實用的一招：「商品剩最後 3 個」——製造即時感，常常真的會有人來問。
· 提醒：限動可以加「問答貼紙」「投票貼紙」，是最簡單的互動方式，可現場示範一次。
【互動提問】
· 問：你今天做了什麼事，其實就可以直接發限動？
【學員實作】
· 請學員現在發一則限動（可設定成只有自己看得到），內容就是現在的教室或桌上的東西。</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【講師說明】
· 這頁是給完美主義者的解藥。很多學員因為「拍不好」而完全不發。
· 重點：兩種照片沒有好壞，只是放的位置不同。貼文要精選，限動可以隨便。
【互動提問】
· 問：你比較喜歡看哪一種？（通常會有不少人選右邊——這就是答案）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【講師說明】
· 用表格收尾這一段。重點是最後一列「要求」：Reels 要想一下，限動隨手拍。
· 建議給學員一個可執行的頻率：Reels 一週 1 支，限時動態一週 2–3 則。不要多。
【互動提問】
· 問：如果一週只能做一件事，你會選 Reels 還是限動？（沒有標準答案，看他的客人是新的還是舊的）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【講師說明】
· 這一段是「成交」的關鍵，但常被忽略。先問：現場有多少人已經有官方帳號？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【講師說明】
· 用「訊息被家人洗掉」這個例子最有共鳴，幾乎每個用私人 LINE 接單的人都遇過。
· 要說明：官方帳號是免費開的，不需要公司行號，個人也可以申請。這點很多人不知道。
【互動提問】
· 問：有誰漏接過客人的訊息？發生什麼事？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【講師說明】
· 把功能明確切成兩層：今天要會的 8 個、今天只要知道的 3 個。避免資訊過載。
· 「歡迎訊息」最值得優先設定——客人一加好友就自動收到，等於 24 小時自動回覆。
· ＊不要現場教圖文選單設定，會吃掉太多時間。
【互動提問】
· 問：如果客人加了你的 LINE，第一句話你想跟他說什麼？（這就是歡迎訊息）
【學員實作】
· 請學員在講義背面寫下自己的「歡迎訊息」草稿，30 字以內。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【講師說明】
· 這頁把「導流」具體化成五個入口。請學員檢查：這五個地方你放了幾個？
· 市集攤位的做法：把 QR Code 印成 A4 立牌放在桌上，比口頭說「加我 LINE」有效十倍。
· 商品包裝上貼一張小貼紙，是回購率最高的做法。
【互動提問】
· 問：你目前有在哪幾個地方放 QR Code？
【學員實作】
· 請學員現在打開自己的 LINE，找到自己的 QR Code（下一頁清單會再確認一次）。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【講師說明】
· 講一個對比：IG 粉絲 1,000 人，一則貼文可能只有 80 人看到；LINE 好友 100 人，群發時 100 人都會收到通知。
· 結論：粉絲數不是資產，能聯絡到的名單才是。
· 這也回到早上的漏斗——LINE 負責的是「詢問→購買→回購」。
【互動提問】
· 問：你有沒有想過，去年買過你東西的客人，你現在還聯絡得到嗎？</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【講師說明】
· 右邊那個「👉 回覆我要預訂」是整頁的重點。沒有下一步，客人就算有興趣也不會動。
· 把四段結構寫在白板上：做什麼→有什麼選擇→到什麼時候→怎麼回我。學員照著填就能寫。
【互動提問】
· 問：左邊那則，如果是你收到，你會看完嗎？
【學員實作】
· 請學員用右邊的四段結構，寫一則自己的 LINE 訊息，30–80 字。</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【講師說明】
· 先示範一次自己的官方帳號後台，再讓學員操作。
· 如果現場多數人沒有官方帳號，建議至少完成到「建立帳號＋設定大頭貼＋找到 QR Code」三步。
· 請已經完成的學員互相加好友，馬上就能看到效果，也順便測試 QR Code 有沒有用。
【互動提問】
· 問：有誰找到 QR Code 了？（請他舉起手機給大家看）
【學員實作】
· 七項逐一操作。完成的人請互相掃描加好友。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【講師說明】
· 最後一段。先講 10 分鐘觀念，剩下 15 分鐘全部給學員做東西。時間一定要守住。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【講師說明】
· 十個裡面，對中高齡在地創業者最有效的通常是：Facebook 社團、顧客分享、市集 QR Code。
· 「顧客主動分享」是最被低估的——做法很簡單：出貨時附一張小卡，寫「拍照標註我，下次折 20 元」。
【互動提問】
· 問：你上次被朋友介紹去買東西，是什麼情況？
【學員實作】
· 請學員圈出兩個「我三個月內會認真做」的方法。</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【講師說明】
· 這頁要講得誠實，不要給不切實際的期待。社群不是魔法。
· 對這群學員特別重要：她們的商品品質通常很好，真正缺的是「被看見」跟「被信任」，而不是行銷技巧。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【講師說明】
· 第五點「發了之後就消失」是最常見的失敗原因，請多花時間講。
· 給一個具體的期待值：前 3 個月、大約 20–30 篇，才會開始有比較穩定的互動。先講清楚，學員才不會三週就放棄。
· 「有人留言不回覆」也要強調：留言一定要回，回一句「謝謝」都好。
【互動提問】
· 問：有誰發過幾篇之後就放棄了？（多數人會舉手，讓大家知道這很普遍）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【講師說明】
· 這是解決「不知道要發什麼」最實用的一頁。請學員拍照存起來。
· 大部分人只會發第一類（商品），所以帳號看起來像廣告傳單。第二、三類才是讓人喜歡你的關鍵。
· 第四類「有用的內容」對建立專業感特別有效：果醬怎麼保存、開封後放多久。
【互動提問】
· 問：你最近三篇貼文，分別是哪一類？（多數人會發現三篇都是第一類）</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【講師說明】
· 一週四篇是建議值，做不到就一週兩篇，但要「固定」。固定比多重要。
· 比例原則：賣東西的貼文不要超過四分之一。
· 如果學員說沒時間，教他們：週日花一小時，把四篇的照片一次拍完，之後每天發一篇。
【互動提問】
· 問：你一週可以固定發幾篇？（請他們誠實一點，寧可少也不要做不到）
【學員實作】
· 在講義背面寫下：我的一週發文計畫（星期幾、發哪一類）。</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【講師說明】
· 這是今天最重要的 12 分鐘。講師與助教要全場走動，一個一個看。
· 目標不是寫得好，是「真的按下發布」。有按下去的人，回家才會繼續做。
· 對於真的不敢發的人：讓他存草稿，或設定成只有自己看得到，也算完成。
【互動提問】
· 最後請 2–3 位願意的學員，把自己剛剛發的內容投影出來給大家看，全班給掌聲。
【學員實作】
· 完成講義 4，並實際發布一則內容或存成草稿。</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【講師說明】
· 把今天的產出收斂成三張紙，讓學員很清楚「我帶走了什麼」。
· 建議請學員互相檢查隔壁同學有沒有三項都完成。
· 如果有後續課程，這裡預告下一堂（品牌故事撰寫／商品文案設計），並說明會用到今天的成果。
【互動提問】
· 問：三項都完成的人請舉手。（沒完成的協助他當場補完）
【學員實作】
· 三項逐一確認。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【講師說明】
· 回到早上白板上寫的那句話，請全班再念一次。首尾呼應。
· 五件事裡，第 5 點「持續出現」最重要也最難。可以邀請學員互相加 LINE 或組成小群組互相督促。
【互動提問】
· 問：今天最開始你說最想解決的問題，解決了嗎？（回到 Slide 2 的白板紀錄）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【講師說明】
· 慢慢念完這段，停三秒再說「今天辛苦了」。
· 如果有後續課程，這裡再預告一次時間。
· 提醒學員填回饋單，並鼓勵大家把今天發的那則內容互相追蹤、互相按讚。
【學員實作】
· 發回饋單。鼓勵學員互相追蹤帳號。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【講師說明】
· 講義檔案：handouts.html，用 Chrome 開啟後按 Ctrl/Cmd + P，選 A4 直式即可列印。
· 建議每人多印一份講義 3（十大關鍵字），一份留在教室、一份帶回家。</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jp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jp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jp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jp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jp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jp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jp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jp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jp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jp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jp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jp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jp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jp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jp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jp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jp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jp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jpg"/><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jpg"/><Relationship Id="rId2" Type="http://schemas.openxmlformats.org/officeDocument/2006/relationships/slideLayout" Target="../slideLayouts/slideLayout1.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jpg"/><Relationship Id="rId2" Type="http://schemas.openxmlformats.org/officeDocument/2006/relationships/slideLayout" Target="../slideLayouts/slideLayout1.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jpg"/><Relationship Id="rId2" Type="http://schemas.openxmlformats.org/officeDocument/2006/relationships/slideLayout" Target="../slideLayouts/slideLayout1.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jpg"/><Relationship Id="rId2" Type="http://schemas.openxmlformats.org/officeDocument/2006/relationships/slideLayout" Target="../slideLayouts/slideLayout1.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jpg"/><Relationship Id="rId2" Type="http://schemas.openxmlformats.org/officeDocument/2006/relationships/slideLayout" Target="../slideLayouts/slideLayout1.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jpg"/><Relationship Id="rId2" Type="http://schemas.openxmlformats.org/officeDocument/2006/relationships/slideLayout" Target="../slideLayouts/slideLayout1.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jpg"/><Relationship Id="rId2" Type="http://schemas.openxmlformats.org/officeDocument/2006/relationships/slideLayout" Target="../slideLayouts/slideLayout1.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jpg"/><Relationship Id="rId2" Type="http://schemas.openxmlformats.org/officeDocument/2006/relationships/slideLayout" Target="../slideLayouts/slideLayout1.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jpg"/><Relationship Id="rId2" Type="http://schemas.openxmlformats.org/officeDocument/2006/relationships/slideLayout" Target="../slideLayouts/slideLayout1.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jpg"/><Relationship Id="rId2" Type="http://schemas.openxmlformats.org/officeDocument/2006/relationships/slideLayout" Target="../slideLayouts/slideLayout1.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jpg"/><Relationship Id="rId2" Type="http://schemas.openxmlformats.org/officeDocument/2006/relationships/slideLayout" Target="../slideLayouts/slideLayout1.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jpg"/><Relationship Id="rId2" Type="http://schemas.openxmlformats.org/officeDocument/2006/relationships/slideLayout" Target="../slideLayouts/slideLayout1.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jpg"/><Relationship Id="rId2" Type="http://schemas.openxmlformats.org/officeDocument/2006/relationships/slideLayout" Target="../slideLayouts/slideLayout1.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jpg"/><Relationship Id="rId2" Type="http://schemas.openxmlformats.org/officeDocument/2006/relationships/slideLayout" Target="../slideLayouts/slideLayout1.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jpg"/><Relationship Id="rId2" Type="http://schemas.openxmlformats.org/officeDocument/2006/relationships/slideLayout" Target="../slideLayouts/slideLayout1.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jpg"/><Relationship Id="rId2" Type="http://schemas.openxmlformats.org/officeDocument/2006/relationships/slideLayout" Target="../slideLayouts/slideLayout1.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jpg"/><Relationship Id="rId2" Type="http://schemas.openxmlformats.org/officeDocument/2006/relationships/slideLayout" Target="../slideLayouts/slideLayout1.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68-1.jpg"/><Relationship Id="rId2" Type="http://schemas.openxmlformats.org/officeDocument/2006/relationships/slideLayout" Target="../slideLayouts/slideLayout1.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image-69-1.jpg"/><Relationship Id="rId2" Type="http://schemas.openxmlformats.org/officeDocument/2006/relationships/slideLayout" Target="../slideLayouts/slideLayout1.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image-70-1.jpg"/><Relationship Id="rId2" Type="http://schemas.openxmlformats.org/officeDocument/2006/relationships/slideLayout" Target="../slideLayouts/slideLayout1.xm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image-71-1.jpg"/><Relationship Id="rId2" Type="http://schemas.openxmlformats.org/officeDocument/2006/relationships/slideLayout" Target="../slideLayouts/slideLayout1.xml"/><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image" Target="../media/image-72-1.jpg"/><Relationship Id="rId2" Type="http://schemas.openxmlformats.org/officeDocument/2006/relationships/slideLayout" Target="../slideLayouts/slideLayout1.xml"/><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image" Target="../media/image-73-1.jpg"/><Relationship Id="rId2" Type="http://schemas.openxmlformats.org/officeDocument/2006/relationships/slideLayout" Target="../slideLayouts/slideLayout1.xml"/><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image" Target="../media/image-74-1.jpg"/><Relationship Id="rId2" Type="http://schemas.openxmlformats.org/officeDocument/2006/relationships/slideLayout" Target="../slideLayouts/slideLayout1.xml"/><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image" Target="../media/image-75-1.jpg"/><Relationship Id="rId2" Type="http://schemas.openxmlformats.org/officeDocument/2006/relationships/slideLayout" Target="../slideLayouts/slideLayout1.xml"/><Relationship Id="rId3" Type="http://schemas.openxmlformats.org/officeDocument/2006/relationships/notesSlide" Target="../notesSlides/notesSlide7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BF7F1"/>
        </a:solidFill>
      </p:bgPr>
    </p:bg>
    <p:spTree>
      <p:nvGrpSpPr>
        <p:cNvPr id="1" name=""/>
        <p:cNvGrpSpPr/>
        <p:nvPr/>
      </p:nvGrpSpPr>
      <p:grpSpPr>
        <a:xfrm>
          <a:off x="0" y="0"/>
          <a:ext cx="0" cy="0"/>
          <a:chOff x="0" y="0"/>
          <a:chExt cx="0" cy="0"/>
        </a:xfrm>
      </p:grpSpPr>
      <p:pic>
        <p:nvPicPr>
          <p:cNvPr id="2" name="Image 0" descr="/home/user/gogoeveryday/social-course/export-pptx/build/bg/01.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971550" y="1603583"/>
            <a:ext cx="2077517" cy="209580"/>
          </a:xfrm>
          <a:prstGeom prst="rect">
            <a:avLst/>
          </a:prstGeom>
          <a:noFill/>
          <a:ln/>
        </p:spPr>
        <p:txBody>
          <a:bodyPr wrap="square" lIns="0" tIns="0" rIns="0" bIns="0" rtlCol="0" anchor="t"/>
          <a:lstStyle/>
          <a:p>
            <a:pPr algn="l" indent="0" marL="0">
              <a:buNone/>
            </a:pPr>
            <a:r>
              <a:rPr lang="en-US" sz="1050" b="1" spc="210" kern="0" dirty="0">
                <a:solidFill>
                  <a:srgbClr val="C05F3C"/>
                </a:solidFill>
                <a:latin typeface="Noto Sans TC" pitchFamily="34" charset="0"/>
                <a:ea typeface="Noto Sans TC" pitchFamily="34" charset="-122"/>
                <a:cs typeface="Noto Sans TC" pitchFamily="34" charset="-120"/>
              </a:rPr>
              <a:t>西屯婦女培力 · 一日課程</a:t>
            </a:r>
            <a:endParaRPr lang="en-US" sz="1050" dirty="0"/>
          </a:p>
        </p:txBody>
      </p:sp>
      <p:sp>
        <p:nvSpPr>
          <p:cNvPr id="4" name="Text 1"/>
          <p:cNvSpPr txBox="1"/>
          <p:nvPr/>
        </p:nvSpPr>
        <p:spPr>
          <a:xfrm>
            <a:off x="800100" y="2003633"/>
            <a:ext cx="2960004" cy="1813438"/>
          </a:xfrm>
          <a:prstGeom prst="rect">
            <a:avLst/>
          </a:prstGeom>
          <a:noFill/>
          <a:ln/>
        </p:spPr>
        <p:txBody>
          <a:bodyPr wrap="square" lIns="0" tIns="0" rIns="0" bIns="0" rtlCol="0" anchor="t"/>
          <a:lstStyle/>
          <a:p>
            <a:pPr algn="l" indent="0" marL="0">
              <a:lnSpc>
                <a:spcPts val="6105"/>
              </a:lnSpc>
              <a:buNone/>
            </a:pPr>
            <a:r>
              <a:rPr lang="en-US" sz="5550" b="1" spc="-222" kern="0" dirty="0">
                <a:solidFill>
                  <a:srgbClr val="241C17"/>
                </a:solidFill>
                <a:latin typeface="Noto Sans TC" pitchFamily="34" charset="0"/>
                <a:ea typeface="Noto Sans TC" pitchFamily="34" charset="-122"/>
                <a:cs typeface="Noto Sans TC" pitchFamily="34" charset="-120"/>
              </a:rPr>
              <a:t>社群平台</a:t>
            </a:r>
            <a:endParaRPr lang="en-US" sz="5550" dirty="0"/>
          </a:p>
          <a:p>
            <a:pPr algn="l" indent="0" marL="0">
              <a:lnSpc>
                <a:spcPts val="6105"/>
              </a:lnSpc>
              <a:buNone/>
            </a:pPr>
            <a:r>
              <a:rPr lang="en-US" sz="5550" b="1" spc="-222" kern="0" dirty="0">
                <a:solidFill>
                  <a:srgbClr val="241C17"/>
                </a:solidFill>
                <a:latin typeface="Noto Sans TC" pitchFamily="34" charset="0"/>
                <a:ea typeface="Noto Sans TC" pitchFamily="34" charset="-122"/>
                <a:cs typeface="Noto Sans TC" pitchFamily="34" charset="-120"/>
              </a:rPr>
              <a:t>操作入門</a:t>
            </a:r>
            <a:endParaRPr lang="en-US" sz="5550" dirty="0"/>
          </a:p>
        </p:txBody>
      </p:sp>
      <p:sp>
        <p:nvSpPr>
          <p:cNvPr id="5" name="Text 2"/>
          <p:cNvSpPr txBox="1"/>
          <p:nvPr/>
        </p:nvSpPr>
        <p:spPr>
          <a:xfrm>
            <a:off x="800100" y="3897081"/>
            <a:ext cx="3119933" cy="731063"/>
          </a:xfrm>
          <a:prstGeom prst="rect">
            <a:avLst/>
          </a:prstGeom>
          <a:noFill/>
          <a:ln/>
        </p:spPr>
        <p:txBody>
          <a:bodyPr wrap="square" lIns="0" tIns="0" rIns="0" bIns="0" rtlCol="0" anchor="t"/>
          <a:lstStyle/>
          <a:p>
            <a:pPr algn="l" indent="0" marL="0">
              <a:lnSpc>
                <a:spcPts val="2906"/>
              </a:lnSpc>
              <a:buNone/>
            </a:pPr>
            <a:r>
              <a:rPr lang="en-US" sz="1875" dirty="0">
                <a:solidFill>
                  <a:srgbClr val="4A3C33"/>
                </a:solidFill>
                <a:latin typeface="Noto Sans TC" pitchFamily="34" charset="0"/>
                <a:ea typeface="Noto Sans TC" pitchFamily="34" charset="-122"/>
                <a:cs typeface="Noto Sans TC" pitchFamily="34" charset="-120"/>
              </a:rPr>
              <a:t>不用當網紅，</a:t>
            </a:r>
            <a:endParaRPr lang="en-US" sz="1875" dirty="0"/>
          </a:p>
          <a:p>
            <a:pPr algn="l" indent="0" marL="0">
              <a:lnSpc>
                <a:spcPts val="2906"/>
              </a:lnSpc>
              <a:buNone/>
            </a:pPr>
            <a:r>
              <a:rPr lang="en-US" sz="1875" dirty="0">
                <a:solidFill>
                  <a:srgbClr val="4A3C33"/>
                </a:solidFill>
                <a:latin typeface="Noto Sans TC" pitchFamily="34" charset="0"/>
                <a:ea typeface="Noto Sans TC" pitchFamily="34" charset="-122"/>
                <a:cs typeface="Noto Sans TC" pitchFamily="34" charset="-120"/>
              </a:rPr>
              <a:t>也能讓別人看見你的作品。</a:t>
            </a:r>
            <a:endParaRPr lang="en-US" sz="1875" dirty="0"/>
          </a:p>
        </p:txBody>
      </p:sp>
      <p:sp>
        <p:nvSpPr>
          <p:cNvPr id="6" name="Text 3"/>
          <p:cNvSpPr txBox="1"/>
          <p:nvPr/>
        </p:nvSpPr>
        <p:spPr>
          <a:xfrm>
            <a:off x="952530" y="5035326"/>
            <a:ext cx="1909359" cy="219090"/>
          </a:xfrm>
          <a:prstGeom prst="rect">
            <a:avLst/>
          </a:prstGeom>
          <a:noFill/>
          <a:ln/>
        </p:spPr>
        <p:txBody>
          <a:bodyPr wrap="square" lIns="0" tIns="0" rIns="0" bIns="0" rtlCol="0" anchor="t"/>
          <a:lstStyle/>
          <a:p>
            <a:pPr algn="l" indent="0" marL="0">
              <a:buNone/>
            </a:pPr>
            <a:r>
              <a:rPr lang="en-US" sz="1088" b="1" spc="43" kern="0" dirty="0">
                <a:solidFill>
                  <a:srgbClr val="7A6A5D"/>
                </a:solidFill>
                <a:latin typeface="Noto Sans TC" pitchFamily="34" charset="0"/>
                <a:ea typeface="Noto Sans TC" pitchFamily="34" charset="-122"/>
                <a:cs typeface="Noto Sans TC" pitchFamily="34" charset="-120"/>
              </a:rPr>
              <a:t>08/16（六）09:00–16:00</a:t>
            </a:r>
            <a:endParaRPr lang="en-US" sz="1088" dirty="0"/>
          </a:p>
        </p:txBody>
      </p:sp>
      <p:sp>
        <p:nvSpPr>
          <p:cNvPr id="7" name="Text 4"/>
          <p:cNvSpPr txBox="1"/>
          <p:nvPr/>
        </p:nvSpPr>
        <p:spPr>
          <a:xfrm>
            <a:off x="3106217" y="5035326"/>
            <a:ext cx="1174821" cy="219090"/>
          </a:xfrm>
          <a:prstGeom prst="rect">
            <a:avLst/>
          </a:prstGeom>
          <a:noFill/>
          <a:ln/>
        </p:spPr>
        <p:txBody>
          <a:bodyPr wrap="square" lIns="0" tIns="0" rIns="0" bIns="0" rtlCol="0" anchor="t"/>
          <a:lstStyle/>
          <a:p>
            <a:pPr algn="l" indent="0" marL="0">
              <a:buNone/>
            </a:pPr>
            <a:r>
              <a:rPr lang="en-US" sz="1088" b="1" spc="43" kern="0" dirty="0">
                <a:solidFill>
                  <a:srgbClr val="7A6A5D"/>
                </a:solidFill>
                <a:latin typeface="Noto Sans TC" pitchFamily="34" charset="0"/>
                <a:ea typeface="Noto Sans TC" pitchFamily="34" charset="-122"/>
                <a:cs typeface="Noto Sans TC" pitchFamily="34" charset="-120"/>
              </a:rPr>
              <a:t>實際授課 6 小時</a:t>
            </a:r>
            <a:endParaRPr lang="en-US" sz="1088" dirty="0"/>
          </a:p>
        </p:txBody>
      </p:sp>
      <p:sp>
        <p:nvSpPr>
          <p:cNvPr id="8" name="Text 5"/>
          <p:cNvSpPr txBox="1"/>
          <p:nvPr/>
        </p:nvSpPr>
        <p:spPr>
          <a:xfrm>
            <a:off x="761970" y="6438930"/>
            <a:ext cx="1136691" cy="200071"/>
          </a:xfrm>
          <a:prstGeom prst="rect">
            <a:avLst/>
          </a:prstGeom>
          <a:noFill/>
          <a:ln/>
        </p:spPr>
        <p:txBody>
          <a:bodyPr wrap="square" lIns="0" tIns="0" rIns="0" bIns="0" rtlCol="0" anchor="t"/>
          <a:lstStyle/>
          <a:p>
            <a:pPr algn="l" indent="0" marL="0">
              <a:buNone/>
            </a:pPr>
            <a:r>
              <a:rPr lang="en-US" sz="938" b="1" spc="56" kern="0" dirty="0">
                <a:solidFill>
                  <a:srgbClr val="9C8B7C"/>
                </a:solidFill>
                <a:latin typeface="Noto Sans TC" pitchFamily="34" charset="0"/>
                <a:ea typeface="Noto Sans TC" pitchFamily="34" charset="-122"/>
                <a:cs typeface="Noto Sans TC" pitchFamily="34" charset="-120"/>
              </a:rPr>
              <a:t>開場 · 09:00</a:t>
            </a:r>
            <a:endParaRPr lang="en-US" sz="938" dirty="0"/>
          </a:p>
        </p:txBody>
      </p:sp>
      <p:sp>
        <p:nvSpPr>
          <p:cNvPr id="9" name="Text 6"/>
          <p:cNvSpPr txBox="1"/>
          <p:nvPr/>
        </p:nvSpPr>
        <p:spPr>
          <a:xfrm>
            <a:off x="11000049" y="6438930"/>
            <a:ext cx="485181" cy="200071"/>
          </a:xfrm>
          <a:prstGeom prst="rect">
            <a:avLst/>
          </a:prstGeom>
          <a:noFill/>
          <a:ln/>
        </p:spPr>
        <p:txBody>
          <a:bodyPr wrap="square" lIns="0" tIns="0" rIns="0" bIns="0" rtlCol="0" anchor="t"/>
          <a:lstStyle/>
          <a:p>
            <a:pPr algn="l" indent="0" marL="0">
              <a:buNone/>
            </a:pPr>
            <a:r>
              <a:rPr lang="en-US" sz="938" b="1" spc="56" kern="0" dirty="0">
                <a:solidFill>
                  <a:srgbClr val="9C8B7C"/>
                </a:solidFill>
                <a:latin typeface="Noto Sans TC" pitchFamily="34" charset="0"/>
                <a:ea typeface="Noto Sans TC" pitchFamily="34" charset="-122"/>
                <a:cs typeface="Noto Sans TC" pitchFamily="34" charset="-120"/>
              </a:rPr>
              <a:t>1 / 75</a:t>
            </a:r>
            <a:endParaRPr lang="en-US" sz="938"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7F1"/>
        </a:solidFill>
      </p:bgPr>
    </p:bg>
    <p:spTree>
      <p:nvGrpSpPr>
        <p:cNvPr id="1" name=""/>
        <p:cNvGrpSpPr/>
        <p:nvPr/>
      </p:nvGrpSpPr>
      <p:grpSpPr>
        <a:xfrm>
          <a:off x="0" y="0"/>
          <a:ext cx="0" cy="0"/>
          <a:chOff x="0" y="0"/>
          <a:chExt cx="0" cy="0"/>
        </a:xfrm>
      </p:grpSpPr>
      <p:pic>
        <p:nvPicPr>
          <p:cNvPr id="2" name="Image 0" descr="/home/user/gogoeveryday/social-course/export-pptx/build/bg/02.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761970" y="1728948"/>
            <a:ext cx="2030791" cy="219090"/>
          </a:xfrm>
          <a:prstGeom prst="rect">
            <a:avLst/>
          </a:prstGeom>
          <a:noFill/>
          <a:ln/>
        </p:spPr>
        <p:txBody>
          <a:bodyPr wrap="square" lIns="0" tIns="0" rIns="0" bIns="0" rtlCol="0" anchor="t"/>
          <a:lstStyle/>
          <a:p>
            <a:pPr algn="l" indent="0" marL="0">
              <a:buNone/>
            </a:pPr>
            <a:r>
              <a:rPr lang="en-US" sz="1125" b="1" spc="225" kern="0" dirty="0">
                <a:solidFill>
                  <a:srgbClr val="C05F3C"/>
                </a:solidFill>
                <a:latin typeface="Noto Sans TC" pitchFamily="34" charset="0"/>
                <a:ea typeface="Noto Sans TC" pitchFamily="34" charset="-122"/>
                <a:cs typeface="Noto Sans TC" pitchFamily="34" charset="-120"/>
              </a:rPr>
              <a:t>TODAY 09:00–16:00</a:t>
            </a:r>
            <a:endParaRPr lang="en-US" sz="1125" dirty="0"/>
          </a:p>
        </p:txBody>
      </p:sp>
      <p:sp>
        <p:nvSpPr>
          <p:cNvPr id="4" name="Text 1"/>
          <p:cNvSpPr txBox="1"/>
          <p:nvPr/>
        </p:nvSpPr>
        <p:spPr>
          <a:xfrm>
            <a:off x="761970" y="2024207"/>
            <a:ext cx="3138495" cy="628650"/>
          </a:xfrm>
          <a:prstGeom prst="rect">
            <a:avLst/>
          </a:prstGeom>
          <a:noFill/>
          <a:ln/>
        </p:spPr>
        <p:txBody>
          <a:bodyPr wrap="square" lIns="0" tIns="0" rIns="0" bIns="0" rtlCol="0" anchor="t"/>
          <a:lstStyle/>
          <a:p>
            <a:pPr algn="l" indent="0" marL="0">
              <a:lnSpc>
                <a:spcPts val="4026"/>
              </a:lnSpc>
              <a:buNone/>
            </a:pPr>
            <a:r>
              <a:rPr lang="en-US" sz="3300" b="1" spc="-66" kern="0" dirty="0">
                <a:solidFill>
                  <a:srgbClr val="241C17"/>
                </a:solidFill>
                <a:latin typeface="Noto Sans TC" pitchFamily="34" charset="0"/>
                <a:ea typeface="Noto Sans TC" pitchFamily="34" charset="-122"/>
                <a:cs typeface="Noto Sans TC" pitchFamily="34" charset="-120"/>
              </a:rPr>
              <a:t>今天會走過的路</a:t>
            </a:r>
            <a:endParaRPr lang="en-US" sz="3300" dirty="0"/>
          </a:p>
        </p:txBody>
      </p:sp>
      <p:sp>
        <p:nvSpPr>
          <p:cNvPr id="5" name="Text 2"/>
          <p:cNvSpPr txBox="1"/>
          <p:nvPr/>
        </p:nvSpPr>
        <p:spPr>
          <a:xfrm>
            <a:off x="761970" y="2773558"/>
            <a:ext cx="3059308" cy="722742"/>
          </a:xfrm>
          <a:prstGeom prst="rect">
            <a:avLst/>
          </a:prstGeom>
          <a:noFill/>
          <a:ln/>
        </p:spPr>
        <p:txBody>
          <a:bodyPr wrap="square" lIns="0" tIns="0" rIns="0" bIns="0" rtlCol="0" anchor="t"/>
          <a:lstStyle/>
          <a:p>
            <a:pPr algn="l" indent="0" marL="0">
              <a:lnSpc>
                <a:spcPts val="2916"/>
              </a:lnSpc>
              <a:buNone/>
            </a:pPr>
            <a:r>
              <a:rPr lang="en-US" sz="1800" dirty="0">
                <a:solidFill>
                  <a:srgbClr val="4A3C33"/>
                </a:solidFill>
                <a:latin typeface="Noto Sans TC" pitchFamily="34" charset="0"/>
                <a:ea typeface="Noto Sans TC" pitchFamily="34" charset="-122"/>
                <a:cs typeface="Noto Sans TC" pitchFamily="34" charset="-120"/>
              </a:rPr>
              <a:t> 上午把</a:t>
            </a:r>
            <a:pPr algn="l" indent="0" marL="0">
              <a:lnSpc>
                <a:spcPts val="2916"/>
              </a:lnSpc>
              <a:buNone/>
            </a:pPr>
            <a:r>
              <a:rPr lang="en-US" sz="1800" dirty="0">
                <a:solidFill>
                  <a:srgbClr val="4A3C33"/>
                </a:solidFill>
                <a:latin typeface="Noto Sans TC" pitchFamily="34" charset="0"/>
                <a:ea typeface="Noto Sans TC" pitchFamily="34" charset="-122"/>
                <a:cs typeface="Noto Sans TC" pitchFamily="34" charset="-120"/>
              </a:rPr>
              <a:t>觀念與平台</a:t>
            </a:r>
            <a:pPr algn="l" indent="0" marL="0">
              <a:lnSpc>
                <a:spcPts val="2916"/>
              </a:lnSpc>
              <a:buNone/>
            </a:pPr>
            <a:r>
              <a:rPr lang="en-US" sz="1800" dirty="0">
                <a:solidFill>
                  <a:srgbClr val="4A3C33"/>
                </a:solidFill>
                <a:latin typeface="Noto Sans TC" pitchFamily="34" charset="0"/>
                <a:ea typeface="Noto Sans TC" pitchFamily="34" charset="-122"/>
                <a:cs typeface="Noto Sans TC" pitchFamily="34" charset="-120"/>
              </a:rPr>
              <a:t>搞清楚，</a:t>
            </a:r>
            <a:endParaRPr lang="en-US" sz="1800" dirty="0"/>
          </a:p>
          <a:p>
            <a:pPr algn="l" indent="0" marL="0">
              <a:lnSpc>
                <a:spcPts val="2916"/>
              </a:lnSpc>
              <a:buNone/>
            </a:pPr>
            <a:r>
              <a:rPr lang="en-US" sz="1800" dirty="0">
                <a:solidFill>
                  <a:srgbClr val="4A3C33"/>
                </a:solidFill>
                <a:latin typeface="Noto Sans TC" pitchFamily="34" charset="0"/>
                <a:ea typeface="Noto Sans TC" pitchFamily="34" charset="-122"/>
                <a:cs typeface="Noto Sans TC" pitchFamily="34" charset="-120"/>
              </a:rPr>
              <a:t> 下午全部都是</a:t>
            </a:r>
            <a:pPr algn="l" indent="0" marL="0">
              <a:lnSpc>
                <a:spcPts val="2916"/>
              </a:lnSpc>
              <a:buNone/>
            </a:pPr>
            <a:r>
              <a:rPr lang="en-US" sz="1800" dirty="0">
                <a:solidFill>
                  <a:srgbClr val="4A3C33"/>
                </a:solidFill>
                <a:latin typeface="Noto Sans TC" pitchFamily="34" charset="0"/>
                <a:ea typeface="Noto Sans TC" pitchFamily="34" charset="-122"/>
                <a:cs typeface="Noto Sans TC" pitchFamily="34" charset="-120"/>
              </a:rPr>
              <a:t>動手做</a:t>
            </a:r>
            <a:pPr algn="l" indent="0" marL="0">
              <a:lnSpc>
                <a:spcPts val="2916"/>
              </a:lnSpc>
              <a:buNone/>
            </a:pPr>
            <a:r>
              <a:rPr lang="en-US" sz="1800" dirty="0">
                <a:solidFill>
                  <a:srgbClr val="4A3C33"/>
                </a:solidFill>
                <a:latin typeface="Noto Sans TC" pitchFamily="34" charset="0"/>
                <a:ea typeface="Noto Sans TC" pitchFamily="34" charset="-122"/>
                <a:cs typeface="Noto Sans TC" pitchFamily="34" charset="-120"/>
              </a:rPr>
              <a:t>。 </a:t>
            </a:r>
            <a:endParaRPr lang="en-US" sz="1800" dirty="0"/>
          </a:p>
        </p:txBody>
      </p:sp>
      <p:sp>
        <p:nvSpPr>
          <p:cNvPr id="6" name="Text 3"/>
          <p:cNvSpPr txBox="1"/>
          <p:nvPr/>
        </p:nvSpPr>
        <p:spPr>
          <a:xfrm>
            <a:off x="1476390" y="2773558"/>
            <a:ext cx="1302471" cy="352410"/>
          </a:xfrm>
          <a:prstGeom prst="rect">
            <a:avLst/>
          </a:prstGeom>
          <a:noFill/>
          <a:ln/>
        </p:spPr>
        <p:txBody>
          <a:bodyPr wrap="square" lIns="0" tIns="0" rIns="0" bIns="0" rtlCol="0" anchor="t"/>
          <a:lstStyle/>
          <a:p>
            <a:pPr algn="l" indent="0" marL="0">
              <a:lnSpc>
                <a:spcPts val="2916"/>
              </a:lnSpc>
              <a:buNone/>
            </a:pPr>
            <a:r>
              <a:rPr lang="en-US" sz="1800" dirty="0">
                <a:solidFill>
                  <a:srgbClr val="4A3C33"/>
                </a:solidFill>
                <a:latin typeface="Noto Sans TC" pitchFamily="34" charset="0"/>
                <a:ea typeface="Noto Sans TC" pitchFamily="34" charset="-122"/>
                <a:cs typeface="Noto Sans TC" pitchFamily="34" charset="-120"/>
              </a:rPr>
              <a:t>觀念與平台</a:t>
            </a:r>
            <a:endParaRPr lang="en-US" sz="1800" dirty="0"/>
          </a:p>
        </p:txBody>
      </p:sp>
      <p:sp>
        <p:nvSpPr>
          <p:cNvPr id="7" name="Text 4"/>
          <p:cNvSpPr txBox="1"/>
          <p:nvPr/>
        </p:nvSpPr>
        <p:spPr>
          <a:xfrm>
            <a:off x="2162190" y="3143890"/>
            <a:ext cx="817839" cy="352410"/>
          </a:xfrm>
          <a:prstGeom prst="rect">
            <a:avLst/>
          </a:prstGeom>
          <a:noFill/>
          <a:ln/>
        </p:spPr>
        <p:txBody>
          <a:bodyPr wrap="square" lIns="0" tIns="0" rIns="0" bIns="0" rtlCol="0" anchor="t"/>
          <a:lstStyle/>
          <a:p>
            <a:pPr algn="l" indent="0" marL="0">
              <a:lnSpc>
                <a:spcPts val="2916"/>
              </a:lnSpc>
              <a:buNone/>
            </a:pPr>
            <a:r>
              <a:rPr lang="en-US" sz="1800" dirty="0">
                <a:solidFill>
                  <a:srgbClr val="4A3C33"/>
                </a:solidFill>
                <a:latin typeface="Noto Sans TC" pitchFamily="34" charset="0"/>
                <a:ea typeface="Noto Sans TC" pitchFamily="34" charset="-122"/>
                <a:cs typeface="Noto Sans TC" pitchFamily="34" charset="-120"/>
              </a:rPr>
              <a:t>動手做</a:t>
            </a:r>
            <a:endParaRPr lang="en-US" sz="1800" dirty="0"/>
          </a:p>
        </p:txBody>
      </p:sp>
      <p:sp>
        <p:nvSpPr>
          <p:cNvPr id="8" name="Text 5"/>
          <p:cNvSpPr txBox="1"/>
          <p:nvPr/>
        </p:nvSpPr>
        <p:spPr>
          <a:xfrm>
            <a:off x="981060" y="3961821"/>
            <a:ext cx="5512186" cy="257221"/>
          </a:xfrm>
          <a:prstGeom prst="rect">
            <a:avLst/>
          </a:prstGeom>
          <a:noFill/>
          <a:ln/>
        </p:spPr>
        <p:txBody>
          <a:bodyPr wrap="square" lIns="0" tIns="0" rIns="0" bIns="0" rtlCol="0" anchor="t"/>
          <a:lstStyle/>
          <a:p>
            <a:pPr algn="l" indent="0" marL="0">
              <a:lnSpc>
                <a:spcPts val="2066"/>
              </a:lnSpc>
              <a:buNone/>
            </a:pPr>
            <a:r>
              <a:rPr lang="en-US" sz="1275" b="1" dirty="0">
                <a:solidFill>
                  <a:srgbClr val="4A3C33"/>
                </a:solidFill>
                <a:latin typeface="Noto Sans TC" pitchFamily="34" charset="0"/>
                <a:ea typeface="Noto Sans TC" pitchFamily="34" charset="-122"/>
                <a:cs typeface="Noto Sans TC" pitchFamily="34" charset="-120"/>
              </a:rPr>
              <a:t>每 10–20 分鐘就有一次</a:t>
            </a:r>
            <a:pPr algn="l" indent="0" marL="0">
              <a:lnSpc>
                <a:spcPts val="2066"/>
              </a:lnSpc>
              <a:buNone/>
            </a:pPr>
            <a:r>
              <a:rPr lang="en-US" sz="1275" b="1" dirty="0">
                <a:solidFill>
                  <a:srgbClr val="C05F3C"/>
                </a:solidFill>
                <a:latin typeface="Noto Sans TC" pitchFamily="34" charset="0"/>
                <a:ea typeface="Noto Sans TC" pitchFamily="34" charset="-122"/>
                <a:cs typeface="Noto Sans TC" pitchFamily="34" charset="-120"/>
              </a:rPr>
              <a:t>提問、觀察或手機操作</a:t>
            </a:r>
            <a:pPr algn="l" indent="0" marL="0">
              <a:lnSpc>
                <a:spcPts val="2066"/>
              </a:lnSpc>
              <a:buNone/>
            </a:pPr>
            <a:r>
              <a:rPr lang="en-US" sz="1275" b="1" dirty="0">
                <a:solidFill>
                  <a:srgbClr val="4A3C33"/>
                </a:solidFill>
                <a:latin typeface="Noto Sans TC" pitchFamily="34" charset="0"/>
                <a:ea typeface="Noto Sans TC" pitchFamily="34" charset="-122"/>
                <a:cs typeface="Noto Sans TC" pitchFamily="34" charset="-120"/>
              </a:rPr>
              <a:t>， 不會只有講師一直講。</a:t>
            </a:r>
            <a:endParaRPr lang="en-US" sz="1275" dirty="0"/>
          </a:p>
        </p:txBody>
      </p:sp>
      <p:sp>
        <p:nvSpPr>
          <p:cNvPr id="9" name="Text 6"/>
          <p:cNvSpPr txBox="1"/>
          <p:nvPr/>
        </p:nvSpPr>
        <p:spPr>
          <a:xfrm>
            <a:off x="2658344" y="3961821"/>
            <a:ext cx="1807312" cy="257221"/>
          </a:xfrm>
          <a:prstGeom prst="rect">
            <a:avLst/>
          </a:prstGeom>
          <a:noFill/>
          <a:ln/>
        </p:spPr>
        <p:txBody>
          <a:bodyPr wrap="square" lIns="0" tIns="0" rIns="0" bIns="0" rtlCol="0" anchor="t"/>
          <a:lstStyle/>
          <a:p>
            <a:pPr algn="l" indent="0" marL="0">
              <a:lnSpc>
                <a:spcPts val="2066"/>
              </a:lnSpc>
              <a:buNone/>
            </a:pPr>
            <a:r>
              <a:rPr lang="en-US" sz="1275" b="1" dirty="0">
                <a:solidFill>
                  <a:srgbClr val="C05F3C"/>
                </a:solidFill>
                <a:latin typeface="Noto Sans TC" pitchFamily="34" charset="0"/>
                <a:ea typeface="Noto Sans TC" pitchFamily="34" charset="-122"/>
                <a:cs typeface="Noto Sans TC" pitchFamily="34" charset="-120"/>
              </a:rPr>
              <a:t>提問、觀察或手機操作</a:t>
            </a:r>
            <a:endParaRPr lang="en-US" sz="1275" dirty="0"/>
          </a:p>
        </p:txBody>
      </p:sp>
      <p:sp>
        <p:nvSpPr>
          <p:cNvPr id="10" name="Text 7"/>
          <p:cNvSpPr txBox="1"/>
          <p:nvPr/>
        </p:nvSpPr>
        <p:spPr>
          <a:xfrm>
            <a:off x="1181130" y="4690781"/>
            <a:ext cx="827532" cy="219090"/>
          </a:xfrm>
          <a:prstGeom prst="rect">
            <a:avLst/>
          </a:prstGeom>
          <a:noFill/>
          <a:ln/>
        </p:spPr>
        <p:txBody>
          <a:bodyPr wrap="square" lIns="0" tIns="0" rIns="0" bIns="0" rtlCol="0" anchor="t"/>
          <a:lstStyle/>
          <a:p>
            <a:pPr algn="l" indent="0" marL="0">
              <a:buNone/>
            </a:pPr>
            <a:r>
              <a:rPr lang="en-US" sz="1088" b="1" spc="43" kern="0" dirty="0">
                <a:solidFill>
                  <a:srgbClr val="1877F2"/>
                </a:solidFill>
                <a:latin typeface="Noto Sans TC" pitchFamily="34" charset="0"/>
                <a:ea typeface="Noto Sans TC" pitchFamily="34" charset="-122"/>
                <a:cs typeface="Noto Sans TC" pitchFamily="34" charset="-120"/>
              </a:rPr>
              <a:t> Facebook</a:t>
            </a:r>
            <a:endParaRPr lang="en-US" sz="1088" dirty="0"/>
          </a:p>
        </p:txBody>
      </p:sp>
      <p:sp>
        <p:nvSpPr>
          <p:cNvPr id="11" name="Text 8"/>
          <p:cNvSpPr txBox="1"/>
          <p:nvPr/>
        </p:nvSpPr>
        <p:spPr>
          <a:xfrm>
            <a:off x="2580985" y="4690781"/>
            <a:ext cx="873984" cy="219090"/>
          </a:xfrm>
          <a:prstGeom prst="rect">
            <a:avLst/>
          </a:prstGeom>
          <a:noFill/>
          <a:ln/>
        </p:spPr>
        <p:txBody>
          <a:bodyPr wrap="square" lIns="0" tIns="0" rIns="0" bIns="0" rtlCol="0" anchor="t"/>
          <a:lstStyle/>
          <a:p>
            <a:pPr algn="l" indent="0" marL="0">
              <a:buNone/>
            </a:pPr>
            <a:r>
              <a:rPr lang="en-US" sz="1088" b="1" spc="43" kern="0" dirty="0">
                <a:solidFill>
                  <a:srgbClr val="E1306C"/>
                </a:solidFill>
                <a:latin typeface="Noto Sans TC" pitchFamily="34" charset="0"/>
                <a:ea typeface="Noto Sans TC" pitchFamily="34" charset="-122"/>
                <a:cs typeface="Noto Sans TC" pitchFamily="34" charset="-120"/>
              </a:rPr>
              <a:t> Instagram</a:t>
            </a:r>
            <a:endParaRPr lang="en-US" sz="1088" dirty="0"/>
          </a:p>
        </p:txBody>
      </p:sp>
      <p:sp>
        <p:nvSpPr>
          <p:cNvPr id="12" name="Text 9"/>
          <p:cNvSpPr txBox="1"/>
          <p:nvPr/>
        </p:nvSpPr>
        <p:spPr>
          <a:xfrm>
            <a:off x="4024640" y="4690781"/>
            <a:ext cx="1095177" cy="219090"/>
          </a:xfrm>
          <a:prstGeom prst="rect">
            <a:avLst/>
          </a:prstGeom>
          <a:noFill/>
          <a:ln/>
        </p:spPr>
        <p:txBody>
          <a:bodyPr wrap="square" lIns="0" tIns="0" rIns="0" bIns="0" rtlCol="0" anchor="t"/>
          <a:lstStyle/>
          <a:p>
            <a:pPr algn="l" indent="0" marL="0">
              <a:buNone/>
            </a:pPr>
            <a:r>
              <a:rPr lang="en-US" sz="1088" b="1" spc="43" kern="0" dirty="0">
                <a:solidFill>
                  <a:srgbClr val="03934A"/>
                </a:solidFill>
                <a:latin typeface="Noto Sans TC" pitchFamily="34" charset="0"/>
                <a:ea typeface="Noto Sans TC" pitchFamily="34" charset="-122"/>
                <a:cs typeface="Noto Sans TC" pitchFamily="34" charset="-120"/>
              </a:rPr>
              <a:t> LINE 官方帳號</a:t>
            </a:r>
            <a:endParaRPr lang="en-US" sz="1088" dirty="0"/>
          </a:p>
        </p:txBody>
      </p:sp>
      <p:sp>
        <p:nvSpPr>
          <p:cNvPr id="13" name="Text 10"/>
          <p:cNvSpPr txBox="1"/>
          <p:nvPr/>
        </p:nvSpPr>
        <p:spPr>
          <a:xfrm>
            <a:off x="7177126" y="922447"/>
            <a:ext cx="1033638" cy="228600"/>
          </a:xfrm>
          <a:prstGeom prst="rect">
            <a:avLst/>
          </a:prstGeom>
          <a:noFill/>
          <a:ln/>
        </p:spPr>
        <p:txBody>
          <a:bodyPr wrap="square" lIns="0" tIns="0" rIns="0" bIns="0" rtlCol="0" anchor="t"/>
          <a:lstStyle/>
          <a:p>
            <a:pPr algn="l" indent="0" marL="0">
              <a:buNone/>
            </a:pPr>
            <a:r>
              <a:rPr lang="en-US" sz="1163" b="1" spc="12" kern="0" dirty="0">
                <a:solidFill>
                  <a:srgbClr val="C05F3C"/>
                </a:solidFill>
                <a:latin typeface="Noto Sans TC" pitchFamily="34" charset="0"/>
                <a:ea typeface="Noto Sans TC" pitchFamily="34" charset="-122"/>
                <a:cs typeface="Noto Sans TC" pitchFamily="34" charset="-120"/>
              </a:rPr>
              <a:t>09:00–09:30</a:t>
            </a:r>
            <a:endParaRPr lang="en-US" sz="1163" dirty="0"/>
          </a:p>
        </p:txBody>
      </p:sp>
      <p:sp>
        <p:nvSpPr>
          <p:cNvPr id="14" name="Text 11"/>
          <p:cNvSpPr txBox="1"/>
          <p:nvPr/>
        </p:nvSpPr>
        <p:spPr>
          <a:xfrm>
            <a:off x="8301015" y="911108"/>
            <a:ext cx="2675717" cy="247620"/>
          </a:xfrm>
          <a:prstGeom prst="rect">
            <a:avLst/>
          </a:prstGeom>
          <a:noFill/>
          <a:ln/>
        </p:spPr>
        <p:txBody>
          <a:bodyPr wrap="square" lIns="0" tIns="0" rIns="0" bIns="0" rtlCol="0" anchor="t"/>
          <a:lstStyle/>
          <a:p>
            <a:pPr algn="l" indent="0" marL="0">
              <a:lnSpc>
                <a:spcPts val="1680"/>
              </a:lnSpc>
              <a:buNone/>
            </a:pPr>
            <a:r>
              <a:rPr lang="en-US" sz="1200" b="1" dirty="0">
                <a:solidFill>
                  <a:srgbClr val="4A3C33"/>
                </a:solidFill>
                <a:latin typeface="Noto Sans TC" pitchFamily="34" charset="0"/>
                <a:ea typeface="Noto Sans TC" pitchFamily="34" charset="-122"/>
                <a:cs typeface="Noto Sans TC" pitchFamily="34" charset="-120"/>
              </a:rPr>
              <a:t>社群不是只有發文：先搞懂經營邏輯</a:t>
            </a:r>
            <a:endParaRPr lang="en-US" sz="1200" dirty="0"/>
          </a:p>
        </p:txBody>
      </p:sp>
      <p:sp>
        <p:nvSpPr>
          <p:cNvPr id="15" name="Text 12"/>
          <p:cNvSpPr txBox="1"/>
          <p:nvPr/>
        </p:nvSpPr>
        <p:spPr>
          <a:xfrm>
            <a:off x="7177126" y="1345265"/>
            <a:ext cx="1033638" cy="228600"/>
          </a:xfrm>
          <a:prstGeom prst="rect">
            <a:avLst/>
          </a:prstGeom>
          <a:noFill/>
          <a:ln/>
        </p:spPr>
        <p:txBody>
          <a:bodyPr wrap="square" lIns="0" tIns="0" rIns="0" bIns="0" rtlCol="0" anchor="t"/>
          <a:lstStyle/>
          <a:p>
            <a:pPr algn="l" indent="0" marL="0">
              <a:buNone/>
            </a:pPr>
            <a:r>
              <a:rPr lang="en-US" sz="1163" b="1" spc="12" kern="0" dirty="0">
                <a:solidFill>
                  <a:srgbClr val="C05F3C"/>
                </a:solidFill>
                <a:latin typeface="Noto Sans TC" pitchFamily="34" charset="0"/>
                <a:ea typeface="Noto Sans TC" pitchFamily="34" charset="-122"/>
                <a:cs typeface="Noto Sans TC" pitchFamily="34" charset="-120"/>
              </a:rPr>
              <a:t>09:30–10:10</a:t>
            </a:r>
            <a:endParaRPr lang="en-US" sz="1163" dirty="0"/>
          </a:p>
        </p:txBody>
      </p:sp>
      <p:sp>
        <p:nvSpPr>
          <p:cNvPr id="16" name="Text 13"/>
          <p:cNvSpPr txBox="1"/>
          <p:nvPr/>
        </p:nvSpPr>
        <p:spPr>
          <a:xfrm>
            <a:off x="8301015" y="1333927"/>
            <a:ext cx="2322119" cy="247620"/>
          </a:xfrm>
          <a:prstGeom prst="rect">
            <a:avLst/>
          </a:prstGeom>
          <a:noFill/>
          <a:ln/>
        </p:spPr>
        <p:txBody>
          <a:bodyPr wrap="square" lIns="0" tIns="0" rIns="0" bIns="0" rtlCol="0" anchor="t"/>
          <a:lstStyle/>
          <a:p>
            <a:pPr algn="l" indent="0" marL="0">
              <a:lnSpc>
                <a:spcPts val="1680"/>
              </a:lnSpc>
              <a:buNone/>
            </a:pPr>
            <a:r>
              <a:rPr lang="en-US" sz="1200" b="1" dirty="0">
                <a:solidFill>
                  <a:srgbClr val="4A3C33"/>
                </a:solidFill>
                <a:latin typeface="Noto Sans TC" pitchFamily="34" charset="0"/>
                <a:ea typeface="Noto Sans TC" pitchFamily="34" charset="-122"/>
                <a:cs typeface="Noto Sans TC" pitchFamily="34" charset="-120"/>
              </a:rPr>
              <a:t>FB、IG、LINE 官方帳號怎麼選</a:t>
            </a:r>
            <a:endParaRPr lang="en-US" sz="1200" dirty="0"/>
          </a:p>
        </p:txBody>
      </p:sp>
      <p:sp>
        <p:nvSpPr>
          <p:cNvPr id="17" name="Text 14"/>
          <p:cNvSpPr txBox="1"/>
          <p:nvPr/>
        </p:nvSpPr>
        <p:spPr>
          <a:xfrm>
            <a:off x="7177126" y="1768084"/>
            <a:ext cx="1033638" cy="228600"/>
          </a:xfrm>
          <a:prstGeom prst="rect">
            <a:avLst/>
          </a:prstGeom>
          <a:noFill/>
          <a:ln/>
        </p:spPr>
        <p:txBody>
          <a:bodyPr wrap="square" lIns="0" tIns="0" rIns="0" bIns="0" rtlCol="0" anchor="t"/>
          <a:lstStyle/>
          <a:p>
            <a:pPr algn="l" indent="0" marL="0">
              <a:buNone/>
            </a:pPr>
            <a:r>
              <a:rPr lang="en-US" sz="1163" b="1" spc="12" kern="0" dirty="0">
                <a:solidFill>
                  <a:srgbClr val="9C8B7C"/>
                </a:solidFill>
                <a:latin typeface="Noto Sans TC" pitchFamily="34" charset="0"/>
                <a:ea typeface="Noto Sans TC" pitchFamily="34" charset="-122"/>
                <a:cs typeface="Noto Sans TC" pitchFamily="34" charset="-120"/>
              </a:rPr>
              <a:t>10:10–10:20</a:t>
            </a:r>
            <a:endParaRPr lang="en-US" sz="1163" dirty="0"/>
          </a:p>
        </p:txBody>
      </p:sp>
      <p:sp>
        <p:nvSpPr>
          <p:cNvPr id="18" name="Text 15"/>
          <p:cNvSpPr txBox="1"/>
          <p:nvPr/>
        </p:nvSpPr>
        <p:spPr>
          <a:xfrm>
            <a:off x="8301015" y="1756745"/>
            <a:ext cx="436352" cy="247620"/>
          </a:xfrm>
          <a:prstGeom prst="rect">
            <a:avLst/>
          </a:prstGeom>
          <a:noFill/>
          <a:ln/>
        </p:spPr>
        <p:txBody>
          <a:bodyPr wrap="square" lIns="0" tIns="0" rIns="0" bIns="0" rtlCol="0" anchor="t"/>
          <a:lstStyle/>
          <a:p>
            <a:pPr algn="l" indent="0" marL="0">
              <a:lnSpc>
                <a:spcPts val="1680"/>
              </a:lnSpc>
              <a:buNone/>
            </a:pPr>
            <a:r>
              <a:rPr lang="en-US" sz="1200" b="1" dirty="0">
                <a:solidFill>
                  <a:srgbClr val="9C8B7C"/>
                </a:solidFill>
                <a:latin typeface="Noto Sans TC" pitchFamily="34" charset="0"/>
                <a:ea typeface="Noto Sans TC" pitchFamily="34" charset="-122"/>
                <a:cs typeface="Noto Sans TC" pitchFamily="34" charset="-120"/>
              </a:rPr>
              <a:t>休息</a:t>
            </a:r>
            <a:endParaRPr lang="en-US" sz="1200" dirty="0"/>
          </a:p>
        </p:txBody>
      </p:sp>
      <p:sp>
        <p:nvSpPr>
          <p:cNvPr id="19" name="Text 16"/>
          <p:cNvSpPr txBox="1"/>
          <p:nvPr/>
        </p:nvSpPr>
        <p:spPr>
          <a:xfrm>
            <a:off x="7177126" y="2190902"/>
            <a:ext cx="1033638" cy="228600"/>
          </a:xfrm>
          <a:prstGeom prst="rect">
            <a:avLst/>
          </a:prstGeom>
          <a:noFill/>
          <a:ln/>
        </p:spPr>
        <p:txBody>
          <a:bodyPr wrap="square" lIns="0" tIns="0" rIns="0" bIns="0" rtlCol="0" anchor="t"/>
          <a:lstStyle/>
          <a:p>
            <a:pPr algn="l" indent="0" marL="0">
              <a:buNone/>
            </a:pPr>
            <a:r>
              <a:rPr lang="en-US" sz="1163" b="1" spc="12" kern="0" dirty="0">
                <a:solidFill>
                  <a:srgbClr val="C05F3C"/>
                </a:solidFill>
                <a:latin typeface="Noto Sans TC" pitchFamily="34" charset="0"/>
                <a:ea typeface="Noto Sans TC" pitchFamily="34" charset="-122"/>
                <a:cs typeface="Noto Sans TC" pitchFamily="34" charset="-120"/>
              </a:rPr>
              <a:t>10:20–11:05</a:t>
            </a:r>
            <a:endParaRPr lang="en-US" sz="1163" dirty="0"/>
          </a:p>
        </p:txBody>
      </p:sp>
      <p:sp>
        <p:nvSpPr>
          <p:cNvPr id="20" name="Text 17"/>
          <p:cNvSpPr txBox="1"/>
          <p:nvPr/>
        </p:nvSpPr>
        <p:spPr>
          <a:xfrm>
            <a:off x="8301015" y="2179564"/>
            <a:ext cx="1858061" cy="247620"/>
          </a:xfrm>
          <a:prstGeom prst="rect">
            <a:avLst/>
          </a:prstGeom>
          <a:noFill/>
          <a:ln/>
        </p:spPr>
        <p:txBody>
          <a:bodyPr wrap="square" lIns="0" tIns="0" rIns="0" bIns="0" rtlCol="0" anchor="t"/>
          <a:lstStyle/>
          <a:p>
            <a:pPr algn="l" indent="0" marL="0">
              <a:lnSpc>
                <a:spcPts val="1680"/>
              </a:lnSpc>
              <a:buNone/>
            </a:pPr>
            <a:r>
              <a:rPr lang="en-US" sz="1200" b="1" dirty="0">
                <a:solidFill>
                  <a:srgbClr val="4A3C33"/>
                </a:solidFill>
                <a:latin typeface="Noto Sans TC" pitchFamily="34" charset="0"/>
                <a:ea typeface="Noto Sans TC" pitchFamily="34" charset="-122"/>
                <a:cs typeface="Noto Sans TC" pitchFamily="34" charset="-120"/>
              </a:rPr>
              <a:t>Facebook 粉絲專頁操作</a:t>
            </a:r>
            <a:endParaRPr lang="en-US" sz="1200" dirty="0"/>
          </a:p>
        </p:txBody>
      </p:sp>
      <p:sp>
        <p:nvSpPr>
          <p:cNvPr id="21" name="Text 18"/>
          <p:cNvSpPr txBox="1"/>
          <p:nvPr/>
        </p:nvSpPr>
        <p:spPr>
          <a:xfrm>
            <a:off x="7177126" y="2613721"/>
            <a:ext cx="1033638" cy="228600"/>
          </a:xfrm>
          <a:prstGeom prst="rect">
            <a:avLst/>
          </a:prstGeom>
          <a:noFill/>
          <a:ln/>
        </p:spPr>
        <p:txBody>
          <a:bodyPr wrap="square" lIns="0" tIns="0" rIns="0" bIns="0" rtlCol="0" anchor="t"/>
          <a:lstStyle/>
          <a:p>
            <a:pPr algn="l" indent="0" marL="0">
              <a:buNone/>
            </a:pPr>
            <a:r>
              <a:rPr lang="en-US" sz="1163" b="1" spc="12" kern="0" dirty="0">
                <a:solidFill>
                  <a:srgbClr val="C05F3C"/>
                </a:solidFill>
                <a:latin typeface="Noto Sans TC" pitchFamily="34" charset="0"/>
                <a:ea typeface="Noto Sans TC" pitchFamily="34" charset="-122"/>
                <a:cs typeface="Noto Sans TC" pitchFamily="34" charset="-120"/>
              </a:rPr>
              <a:t>11:05–12:00</a:t>
            </a:r>
            <a:endParaRPr lang="en-US" sz="1163" dirty="0"/>
          </a:p>
        </p:txBody>
      </p:sp>
      <p:sp>
        <p:nvSpPr>
          <p:cNvPr id="22" name="Text 19"/>
          <p:cNvSpPr txBox="1"/>
          <p:nvPr/>
        </p:nvSpPr>
        <p:spPr>
          <a:xfrm>
            <a:off x="8301015" y="2602382"/>
            <a:ext cx="2387498" cy="247620"/>
          </a:xfrm>
          <a:prstGeom prst="rect">
            <a:avLst/>
          </a:prstGeom>
          <a:noFill/>
          <a:ln/>
        </p:spPr>
        <p:txBody>
          <a:bodyPr wrap="square" lIns="0" tIns="0" rIns="0" bIns="0" rtlCol="0" anchor="t"/>
          <a:lstStyle/>
          <a:p>
            <a:pPr algn="l" indent="0" marL="0">
              <a:lnSpc>
                <a:spcPts val="1680"/>
              </a:lnSpc>
              <a:buNone/>
            </a:pPr>
            <a:r>
              <a:rPr lang="en-US" sz="1200" b="1" dirty="0">
                <a:solidFill>
                  <a:srgbClr val="4A3C33"/>
                </a:solidFill>
                <a:latin typeface="Noto Sans TC" pitchFamily="34" charset="0"/>
                <a:ea typeface="Noto Sans TC" pitchFamily="34" charset="-122"/>
                <a:cs typeface="Noto Sans TC" pitchFamily="34" charset="-120"/>
              </a:rPr>
              <a:t>Instagram 操作＋品牌案例觀察</a:t>
            </a:r>
            <a:endParaRPr lang="en-US" sz="1200" dirty="0"/>
          </a:p>
        </p:txBody>
      </p:sp>
      <p:sp>
        <p:nvSpPr>
          <p:cNvPr id="23" name="Text 20"/>
          <p:cNvSpPr txBox="1"/>
          <p:nvPr/>
        </p:nvSpPr>
        <p:spPr>
          <a:xfrm>
            <a:off x="7177126" y="3036540"/>
            <a:ext cx="1033638" cy="228600"/>
          </a:xfrm>
          <a:prstGeom prst="rect">
            <a:avLst/>
          </a:prstGeom>
          <a:noFill/>
          <a:ln/>
        </p:spPr>
        <p:txBody>
          <a:bodyPr wrap="square" lIns="0" tIns="0" rIns="0" bIns="0" rtlCol="0" anchor="t"/>
          <a:lstStyle/>
          <a:p>
            <a:pPr algn="l" indent="0" marL="0">
              <a:buNone/>
            </a:pPr>
            <a:r>
              <a:rPr lang="en-US" sz="1163" b="1" spc="12" kern="0" dirty="0">
                <a:solidFill>
                  <a:srgbClr val="9C8B7C"/>
                </a:solidFill>
                <a:latin typeface="Noto Sans TC" pitchFamily="34" charset="0"/>
                <a:ea typeface="Noto Sans TC" pitchFamily="34" charset="-122"/>
                <a:cs typeface="Noto Sans TC" pitchFamily="34" charset="-120"/>
              </a:rPr>
              <a:t>12:00–13:00</a:t>
            </a:r>
            <a:endParaRPr lang="en-US" sz="1163" dirty="0"/>
          </a:p>
        </p:txBody>
      </p:sp>
      <p:sp>
        <p:nvSpPr>
          <p:cNvPr id="24" name="Text 21"/>
          <p:cNvSpPr txBox="1"/>
          <p:nvPr/>
        </p:nvSpPr>
        <p:spPr>
          <a:xfrm>
            <a:off x="8301015" y="3025201"/>
            <a:ext cx="436352" cy="247620"/>
          </a:xfrm>
          <a:prstGeom prst="rect">
            <a:avLst/>
          </a:prstGeom>
          <a:noFill/>
          <a:ln/>
        </p:spPr>
        <p:txBody>
          <a:bodyPr wrap="square" lIns="0" tIns="0" rIns="0" bIns="0" rtlCol="0" anchor="t"/>
          <a:lstStyle/>
          <a:p>
            <a:pPr algn="l" indent="0" marL="0">
              <a:lnSpc>
                <a:spcPts val="1680"/>
              </a:lnSpc>
              <a:buNone/>
            </a:pPr>
            <a:r>
              <a:rPr lang="en-US" sz="1200" b="1" dirty="0">
                <a:solidFill>
                  <a:srgbClr val="9C8B7C"/>
                </a:solidFill>
                <a:latin typeface="Noto Sans TC" pitchFamily="34" charset="0"/>
                <a:ea typeface="Noto Sans TC" pitchFamily="34" charset="-122"/>
                <a:cs typeface="Noto Sans TC" pitchFamily="34" charset="-120"/>
              </a:rPr>
              <a:t>午休</a:t>
            </a:r>
            <a:endParaRPr lang="en-US" sz="1200" dirty="0"/>
          </a:p>
        </p:txBody>
      </p:sp>
      <p:sp>
        <p:nvSpPr>
          <p:cNvPr id="25" name="Text 22"/>
          <p:cNvSpPr txBox="1"/>
          <p:nvPr/>
        </p:nvSpPr>
        <p:spPr>
          <a:xfrm>
            <a:off x="7177126" y="3459358"/>
            <a:ext cx="1033638" cy="228600"/>
          </a:xfrm>
          <a:prstGeom prst="rect">
            <a:avLst/>
          </a:prstGeom>
          <a:noFill/>
          <a:ln/>
        </p:spPr>
        <p:txBody>
          <a:bodyPr wrap="square" lIns="0" tIns="0" rIns="0" bIns="0" rtlCol="0" anchor="t"/>
          <a:lstStyle/>
          <a:p>
            <a:pPr algn="l" indent="0" marL="0">
              <a:buNone/>
            </a:pPr>
            <a:r>
              <a:rPr lang="en-US" sz="1163" b="1" spc="12" kern="0" dirty="0">
                <a:solidFill>
                  <a:srgbClr val="C05F3C"/>
                </a:solidFill>
                <a:latin typeface="Noto Sans TC" pitchFamily="34" charset="0"/>
                <a:ea typeface="Noto Sans TC" pitchFamily="34" charset="-122"/>
                <a:cs typeface="Noto Sans TC" pitchFamily="34" charset="-120"/>
              </a:rPr>
              <a:t>13:00–13:45</a:t>
            </a:r>
            <a:endParaRPr lang="en-US" sz="1163" dirty="0"/>
          </a:p>
        </p:txBody>
      </p:sp>
      <p:sp>
        <p:nvSpPr>
          <p:cNvPr id="26" name="Text 23"/>
          <p:cNvSpPr txBox="1"/>
          <p:nvPr/>
        </p:nvSpPr>
        <p:spPr>
          <a:xfrm>
            <a:off x="8301015" y="3448020"/>
            <a:ext cx="2191085" cy="247620"/>
          </a:xfrm>
          <a:prstGeom prst="rect">
            <a:avLst/>
          </a:prstGeom>
          <a:noFill/>
          <a:ln/>
        </p:spPr>
        <p:txBody>
          <a:bodyPr wrap="square" lIns="0" tIns="0" rIns="0" bIns="0" rtlCol="0" anchor="t"/>
          <a:lstStyle/>
          <a:p>
            <a:pPr algn="l" indent="0" marL="0">
              <a:lnSpc>
                <a:spcPts val="1680"/>
              </a:lnSpc>
              <a:buNone/>
            </a:pPr>
            <a:r>
              <a:rPr lang="en-US" sz="1200" b="1" dirty="0">
                <a:solidFill>
                  <a:srgbClr val="4A3C33"/>
                </a:solidFill>
                <a:latin typeface="Noto Sans TC" pitchFamily="34" charset="0"/>
                <a:ea typeface="Noto Sans TC" pitchFamily="34" charset="-122"/>
                <a:cs typeface="Noto Sans TC" pitchFamily="34" charset="-120"/>
              </a:rPr>
              <a:t>不同平台怎麼發：字數與圖文</a:t>
            </a:r>
            <a:endParaRPr lang="en-US" sz="1200" dirty="0"/>
          </a:p>
        </p:txBody>
      </p:sp>
      <p:sp>
        <p:nvSpPr>
          <p:cNvPr id="27" name="Text 24"/>
          <p:cNvSpPr txBox="1"/>
          <p:nvPr/>
        </p:nvSpPr>
        <p:spPr>
          <a:xfrm>
            <a:off x="7177126" y="3882177"/>
            <a:ext cx="1033638" cy="228600"/>
          </a:xfrm>
          <a:prstGeom prst="rect">
            <a:avLst/>
          </a:prstGeom>
          <a:noFill/>
          <a:ln/>
        </p:spPr>
        <p:txBody>
          <a:bodyPr wrap="square" lIns="0" tIns="0" rIns="0" bIns="0" rtlCol="0" anchor="t"/>
          <a:lstStyle/>
          <a:p>
            <a:pPr algn="l" indent="0" marL="0">
              <a:buNone/>
            </a:pPr>
            <a:r>
              <a:rPr lang="en-US" sz="1163" b="1" spc="12" kern="0" dirty="0">
                <a:solidFill>
                  <a:srgbClr val="C05F3C"/>
                </a:solidFill>
                <a:latin typeface="Noto Sans TC" pitchFamily="34" charset="0"/>
                <a:ea typeface="Noto Sans TC" pitchFamily="34" charset="-122"/>
                <a:cs typeface="Noto Sans TC" pitchFamily="34" charset="-120"/>
              </a:rPr>
              <a:t>13:45–14:25</a:t>
            </a:r>
            <a:endParaRPr lang="en-US" sz="1163" dirty="0"/>
          </a:p>
        </p:txBody>
      </p:sp>
      <p:sp>
        <p:nvSpPr>
          <p:cNvPr id="28" name="Text 25"/>
          <p:cNvSpPr txBox="1"/>
          <p:nvPr/>
        </p:nvSpPr>
        <p:spPr>
          <a:xfrm>
            <a:off x="8301015" y="3870838"/>
            <a:ext cx="2202150" cy="247620"/>
          </a:xfrm>
          <a:prstGeom prst="rect">
            <a:avLst/>
          </a:prstGeom>
          <a:noFill/>
          <a:ln/>
        </p:spPr>
        <p:txBody>
          <a:bodyPr wrap="square" lIns="0" tIns="0" rIns="0" bIns="0" rtlCol="0" anchor="t"/>
          <a:lstStyle/>
          <a:p>
            <a:pPr algn="l" indent="0" marL="0">
              <a:lnSpc>
                <a:spcPts val="1680"/>
              </a:lnSpc>
              <a:buNone/>
            </a:pPr>
            <a:r>
              <a:rPr lang="en-US" sz="1200" b="1" dirty="0">
                <a:solidFill>
                  <a:srgbClr val="4A3C33"/>
                </a:solidFill>
                <a:latin typeface="Noto Sans TC" pitchFamily="34" charset="0"/>
                <a:ea typeface="Noto Sans TC" pitchFamily="34" charset="-122"/>
                <a:cs typeface="Noto Sans TC" pitchFamily="34" charset="-120"/>
              </a:rPr>
              <a:t>Hashtag、搜尋與十大關鍵字</a:t>
            </a:r>
            <a:endParaRPr lang="en-US" sz="1200" dirty="0"/>
          </a:p>
        </p:txBody>
      </p:sp>
      <p:sp>
        <p:nvSpPr>
          <p:cNvPr id="29" name="Text 26"/>
          <p:cNvSpPr txBox="1"/>
          <p:nvPr/>
        </p:nvSpPr>
        <p:spPr>
          <a:xfrm>
            <a:off x="7177126" y="4304995"/>
            <a:ext cx="1033638" cy="228600"/>
          </a:xfrm>
          <a:prstGeom prst="rect">
            <a:avLst/>
          </a:prstGeom>
          <a:noFill/>
          <a:ln/>
        </p:spPr>
        <p:txBody>
          <a:bodyPr wrap="square" lIns="0" tIns="0" rIns="0" bIns="0" rtlCol="0" anchor="t"/>
          <a:lstStyle/>
          <a:p>
            <a:pPr algn="l" indent="0" marL="0">
              <a:buNone/>
            </a:pPr>
            <a:r>
              <a:rPr lang="en-US" sz="1163" b="1" spc="12" kern="0" dirty="0">
                <a:solidFill>
                  <a:srgbClr val="9C8B7C"/>
                </a:solidFill>
                <a:latin typeface="Noto Sans TC" pitchFamily="34" charset="0"/>
                <a:ea typeface="Noto Sans TC" pitchFamily="34" charset="-122"/>
                <a:cs typeface="Noto Sans TC" pitchFamily="34" charset="-120"/>
              </a:rPr>
              <a:t>14:25–14:35</a:t>
            </a:r>
            <a:endParaRPr lang="en-US" sz="1163" dirty="0"/>
          </a:p>
        </p:txBody>
      </p:sp>
      <p:sp>
        <p:nvSpPr>
          <p:cNvPr id="30" name="Text 27"/>
          <p:cNvSpPr txBox="1"/>
          <p:nvPr/>
        </p:nvSpPr>
        <p:spPr>
          <a:xfrm>
            <a:off x="8301015" y="4293657"/>
            <a:ext cx="436352" cy="247620"/>
          </a:xfrm>
          <a:prstGeom prst="rect">
            <a:avLst/>
          </a:prstGeom>
          <a:noFill/>
          <a:ln/>
        </p:spPr>
        <p:txBody>
          <a:bodyPr wrap="square" lIns="0" tIns="0" rIns="0" bIns="0" rtlCol="0" anchor="t"/>
          <a:lstStyle/>
          <a:p>
            <a:pPr algn="l" indent="0" marL="0">
              <a:lnSpc>
                <a:spcPts val="1680"/>
              </a:lnSpc>
              <a:buNone/>
            </a:pPr>
            <a:r>
              <a:rPr lang="en-US" sz="1200" b="1" dirty="0">
                <a:solidFill>
                  <a:srgbClr val="9C8B7C"/>
                </a:solidFill>
                <a:latin typeface="Noto Sans TC" pitchFamily="34" charset="0"/>
                <a:ea typeface="Noto Sans TC" pitchFamily="34" charset="-122"/>
                <a:cs typeface="Noto Sans TC" pitchFamily="34" charset="-120"/>
              </a:rPr>
              <a:t>休息</a:t>
            </a:r>
            <a:endParaRPr lang="en-US" sz="1200" dirty="0"/>
          </a:p>
        </p:txBody>
      </p:sp>
      <p:sp>
        <p:nvSpPr>
          <p:cNvPr id="31" name="Text 28"/>
          <p:cNvSpPr txBox="1"/>
          <p:nvPr/>
        </p:nvSpPr>
        <p:spPr>
          <a:xfrm>
            <a:off x="7177126" y="4727814"/>
            <a:ext cx="1033638" cy="228600"/>
          </a:xfrm>
          <a:prstGeom prst="rect">
            <a:avLst/>
          </a:prstGeom>
          <a:noFill/>
          <a:ln/>
        </p:spPr>
        <p:txBody>
          <a:bodyPr wrap="square" lIns="0" tIns="0" rIns="0" bIns="0" rtlCol="0" anchor="t"/>
          <a:lstStyle/>
          <a:p>
            <a:pPr algn="l" indent="0" marL="0">
              <a:buNone/>
            </a:pPr>
            <a:r>
              <a:rPr lang="en-US" sz="1163" b="1" spc="12" kern="0" dirty="0">
                <a:solidFill>
                  <a:srgbClr val="C05F3C"/>
                </a:solidFill>
                <a:latin typeface="Noto Sans TC" pitchFamily="34" charset="0"/>
                <a:ea typeface="Noto Sans TC" pitchFamily="34" charset="-122"/>
                <a:cs typeface="Noto Sans TC" pitchFamily="34" charset="-120"/>
              </a:rPr>
              <a:t>14:35–15:05</a:t>
            </a:r>
            <a:endParaRPr lang="en-US" sz="1163" dirty="0"/>
          </a:p>
        </p:txBody>
      </p:sp>
      <p:sp>
        <p:nvSpPr>
          <p:cNvPr id="32" name="Text 29"/>
          <p:cNvSpPr txBox="1"/>
          <p:nvPr/>
        </p:nvSpPr>
        <p:spPr>
          <a:xfrm>
            <a:off x="8301015" y="4716475"/>
            <a:ext cx="2133112" cy="247620"/>
          </a:xfrm>
          <a:prstGeom prst="rect">
            <a:avLst/>
          </a:prstGeom>
          <a:noFill/>
          <a:ln/>
        </p:spPr>
        <p:txBody>
          <a:bodyPr wrap="square" lIns="0" tIns="0" rIns="0" bIns="0" rtlCol="0" anchor="t"/>
          <a:lstStyle/>
          <a:p>
            <a:pPr algn="l" indent="0" marL="0">
              <a:lnSpc>
                <a:spcPts val="1680"/>
              </a:lnSpc>
              <a:buNone/>
            </a:pPr>
            <a:r>
              <a:rPr lang="en-US" sz="1200" b="1" dirty="0">
                <a:solidFill>
                  <a:srgbClr val="4A3C33"/>
                </a:solidFill>
                <a:latin typeface="Noto Sans TC" pitchFamily="34" charset="0"/>
                <a:ea typeface="Noto Sans TC" pitchFamily="34" charset="-122"/>
                <a:cs typeface="Noto Sans TC" pitchFamily="34" charset="-120"/>
              </a:rPr>
              <a:t>Reels、限時動態與內容形式</a:t>
            </a:r>
            <a:endParaRPr lang="en-US" sz="1200" dirty="0"/>
          </a:p>
        </p:txBody>
      </p:sp>
      <p:sp>
        <p:nvSpPr>
          <p:cNvPr id="33" name="Text 30"/>
          <p:cNvSpPr txBox="1"/>
          <p:nvPr/>
        </p:nvSpPr>
        <p:spPr>
          <a:xfrm>
            <a:off x="7177126" y="5150632"/>
            <a:ext cx="1033638" cy="228600"/>
          </a:xfrm>
          <a:prstGeom prst="rect">
            <a:avLst/>
          </a:prstGeom>
          <a:noFill/>
          <a:ln/>
        </p:spPr>
        <p:txBody>
          <a:bodyPr wrap="square" lIns="0" tIns="0" rIns="0" bIns="0" rtlCol="0" anchor="t"/>
          <a:lstStyle/>
          <a:p>
            <a:pPr algn="l" indent="0" marL="0">
              <a:buNone/>
            </a:pPr>
            <a:r>
              <a:rPr lang="en-US" sz="1163" b="1" spc="12" kern="0" dirty="0">
                <a:solidFill>
                  <a:srgbClr val="C05F3C"/>
                </a:solidFill>
                <a:latin typeface="Noto Sans TC" pitchFamily="34" charset="0"/>
                <a:ea typeface="Noto Sans TC" pitchFamily="34" charset="-122"/>
                <a:cs typeface="Noto Sans TC" pitchFamily="34" charset="-120"/>
              </a:rPr>
              <a:t>15:05–15:35</a:t>
            </a:r>
            <a:endParaRPr lang="en-US" sz="1163" dirty="0"/>
          </a:p>
        </p:txBody>
      </p:sp>
      <p:sp>
        <p:nvSpPr>
          <p:cNvPr id="34" name="Text 31"/>
          <p:cNvSpPr txBox="1"/>
          <p:nvPr/>
        </p:nvSpPr>
        <p:spPr>
          <a:xfrm>
            <a:off x="8301015" y="5139294"/>
            <a:ext cx="1948495" cy="247620"/>
          </a:xfrm>
          <a:prstGeom prst="rect">
            <a:avLst/>
          </a:prstGeom>
          <a:noFill/>
          <a:ln/>
        </p:spPr>
        <p:txBody>
          <a:bodyPr wrap="square" lIns="0" tIns="0" rIns="0" bIns="0" rtlCol="0" anchor="t"/>
          <a:lstStyle/>
          <a:p>
            <a:pPr algn="l" indent="0" marL="0">
              <a:lnSpc>
                <a:spcPts val="1680"/>
              </a:lnSpc>
              <a:buNone/>
            </a:pPr>
            <a:r>
              <a:rPr lang="en-US" sz="1200" b="1" dirty="0">
                <a:solidFill>
                  <a:srgbClr val="4A3C33"/>
                </a:solidFill>
                <a:latin typeface="Noto Sans TC" pitchFamily="34" charset="0"/>
                <a:ea typeface="Noto Sans TC" pitchFamily="34" charset="-122"/>
                <a:cs typeface="Noto Sans TC" pitchFamily="34" charset="-120"/>
              </a:rPr>
              <a:t>LINE 官方帳號與顧客承接</a:t>
            </a:r>
            <a:endParaRPr lang="en-US" sz="1200" dirty="0"/>
          </a:p>
        </p:txBody>
      </p:sp>
      <p:sp>
        <p:nvSpPr>
          <p:cNvPr id="35" name="Text 32"/>
          <p:cNvSpPr txBox="1"/>
          <p:nvPr/>
        </p:nvSpPr>
        <p:spPr>
          <a:xfrm>
            <a:off x="7177126" y="5573451"/>
            <a:ext cx="1033638" cy="228600"/>
          </a:xfrm>
          <a:prstGeom prst="rect">
            <a:avLst/>
          </a:prstGeom>
          <a:noFill/>
          <a:ln/>
        </p:spPr>
        <p:txBody>
          <a:bodyPr wrap="square" lIns="0" tIns="0" rIns="0" bIns="0" rtlCol="0" anchor="t"/>
          <a:lstStyle/>
          <a:p>
            <a:pPr algn="l" indent="0" marL="0">
              <a:buNone/>
            </a:pPr>
            <a:r>
              <a:rPr lang="en-US" sz="1163" b="1" spc="12" kern="0" dirty="0">
                <a:solidFill>
                  <a:srgbClr val="C05F3C"/>
                </a:solidFill>
                <a:latin typeface="Noto Sans TC" pitchFamily="34" charset="0"/>
                <a:ea typeface="Noto Sans TC" pitchFamily="34" charset="-122"/>
                <a:cs typeface="Noto Sans TC" pitchFamily="34" charset="-120"/>
              </a:rPr>
              <a:t>15:35–16:00</a:t>
            </a:r>
            <a:endParaRPr lang="en-US" sz="1163" dirty="0"/>
          </a:p>
        </p:txBody>
      </p:sp>
      <p:sp>
        <p:nvSpPr>
          <p:cNvPr id="36" name="Text 33"/>
          <p:cNvSpPr txBox="1"/>
          <p:nvPr/>
        </p:nvSpPr>
        <p:spPr>
          <a:xfrm>
            <a:off x="8301015" y="5562112"/>
            <a:ext cx="1544879" cy="247620"/>
          </a:xfrm>
          <a:prstGeom prst="rect">
            <a:avLst/>
          </a:prstGeom>
          <a:noFill/>
          <a:ln/>
        </p:spPr>
        <p:txBody>
          <a:bodyPr wrap="square" lIns="0" tIns="0" rIns="0" bIns="0" rtlCol="0" anchor="t"/>
          <a:lstStyle/>
          <a:p>
            <a:pPr algn="l" indent="0" marL="0">
              <a:lnSpc>
                <a:spcPts val="1680"/>
              </a:lnSpc>
              <a:buNone/>
            </a:pPr>
            <a:r>
              <a:rPr lang="en-US" sz="1200" b="1" dirty="0">
                <a:solidFill>
                  <a:srgbClr val="4A3C33"/>
                </a:solidFill>
                <a:latin typeface="Noto Sans TC" pitchFamily="34" charset="0"/>
                <a:ea typeface="Noto Sans TC" pitchFamily="34" charset="-122"/>
                <a:cs typeface="Noto Sans TC" pitchFamily="34" charset="-120"/>
              </a:rPr>
              <a:t>免費曝光＋綜合實作</a:t>
            </a:r>
            <a:endParaRPr lang="en-US" sz="1200" dirty="0"/>
          </a:p>
        </p:txBody>
      </p:sp>
      <p:sp>
        <p:nvSpPr>
          <p:cNvPr id="37" name="Text 34"/>
          <p:cNvSpPr txBox="1"/>
          <p:nvPr/>
        </p:nvSpPr>
        <p:spPr>
          <a:xfrm>
            <a:off x="761970" y="6438930"/>
            <a:ext cx="1136691" cy="200071"/>
          </a:xfrm>
          <a:prstGeom prst="rect">
            <a:avLst/>
          </a:prstGeom>
          <a:noFill/>
          <a:ln/>
        </p:spPr>
        <p:txBody>
          <a:bodyPr wrap="square" lIns="0" tIns="0" rIns="0" bIns="0" rtlCol="0" anchor="t"/>
          <a:lstStyle/>
          <a:p>
            <a:pPr algn="l" indent="0" marL="0">
              <a:buNone/>
            </a:pPr>
            <a:r>
              <a:rPr lang="en-US" sz="938" b="1" spc="56" kern="0" dirty="0">
                <a:solidFill>
                  <a:srgbClr val="9C8B7C"/>
                </a:solidFill>
                <a:latin typeface="Noto Sans TC" pitchFamily="34" charset="0"/>
                <a:ea typeface="Noto Sans TC" pitchFamily="34" charset="-122"/>
                <a:cs typeface="Noto Sans TC" pitchFamily="34" charset="-120"/>
              </a:rPr>
              <a:t>開場 · 09:00</a:t>
            </a:r>
            <a:endParaRPr lang="en-US" sz="938" dirty="0"/>
          </a:p>
        </p:txBody>
      </p:sp>
      <p:sp>
        <p:nvSpPr>
          <p:cNvPr id="38" name="Text 35"/>
          <p:cNvSpPr txBox="1"/>
          <p:nvPr/>
        </p:nvSpPr>
        <p:spPr>
          <a:xfrm>
            <a:off x="11000049" y="6438930"/>
            <a:ext cx="485181" cy="200071"/>
          </a:xfrm>
          <a:prstGeom prst="rect">
            <a:avLst/>
          </a:prstGeom>
          <a:noFill/>
          <a:ln/>
        </p:spPr>
        <p:txBody>
          <a:bodyPr wrap="square" lIns="0" tIns="0" rIns="0" bIns="0" rtlCol="0" anchor="t"/>
          <a:lstStyle/>
          <a:p>
            <a:pPr algn="l" indent="0" marL="0">
              <a:buNone/>
            </a:pPr>
            <a:r>
              <a:rPr lang="en-US" sz="938" b="1" spc="56" kern="0" dirty="0">
                <a:solidFill>
                  <a:srgbClr val="9C8B7C"/>
                </a:solidFill>
                <a:latin typeface="Noto Sans TC" pitchFamily="34" charset="0"/>
                <a:ea typeface="Noto Sans TC" pitchFamily="34" charset="-122"/>
                <a:cs typeface="Noto Sans TC" pitchFamily="34" charset="-120"/>
              </a:rPr>
              <a:t>2 / 75</a:t>
            </a:r>
            <a:endParaRPr lang="en-US" sz="938"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7F1"/>
        </a:solidFill>
      </p:bgPr>
    </p:bg>
    <p:spTree>
      <p:nvGrpSpPr>
        <p:cNvPr id="1" name=""/>
        <p:cNvGrpSpPr/>
        <p:nvPr/>
      </p:nvGrpSpPr>
      <p:grpSpPr>
        <a:xfrm>
          <a:off x="0" y="0"/>
          <a:ext cx="0" cy="0"/>
          <a:chOff x="0" y="0"/>
          <a:chExt cx="0" cy="0"/>
        </a:xfrm>
      </p:grpSpPr>
      <p:pic>
        <p:nvPicPr>
          <p:cNvPr id="2" name="Image 0" descr="/home/user/gogoeveryday/social-course/export-pptx/build/bg/03.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876270" y="1759306"/>
            <a:ext cx="2230862" cy="209580"/>
          </a:xfrm>
          <a:prstGeom prst="rect">
            <a:avLst/>
          </a:prstGeom>
          <a:noFill/>
          <a:ln/>
        </p:spPr>
        <p:txBody>
          <a:bodyPr wrap="square" lIns="0" tIns="0" rIns="0" bIns="0" rtlCol="0" anchor="t"/>
          <a:lstStyle/>
          <a:p>
            <a:pPr algn="l" indent="0" marL="0">
              <a:buNone/>
            </a:pPr>
            <a:r>
              <a:rPr lang="en-US" sz="1050" b="1" spc="189" kern="0" dirty="0">
                <a:solidFill>
                  <a:srgbClr val="D99A4E"/>
                </a:solidFill>
                <a:latin typeface="Noto Sans TC" pitchFamily="34" charset="0"/>
                <a:ea typeface="Noto Sans TC" pitchFamily="34" charset="-122"/>
                <a:cs typeface="Noto Sans TC" pitchFamily="34" charset="-120"/>
              </a:rPr>
              <a:t>09:00 – 09:30 ｜ PART 1</a:t>
            </a:r>
            <a:endParaRPr lang="en-US" sz="1050" dirty="0"/>
          </a:p>
        </p:txBody>
      </p:sp>
      <p:sp>
        <p:nvSpPr>
          <p:cNvPr id="4" name="Text 1"/>
          <p:cNvSpPr txBox="1"/>
          <p:nvPr/>
        </p:nvSpPr>
        <p:spPr>
          <a:xfrm>
            <a:off x="876270" y="1873606"/>
            <a:ext cx="1726662" cy="2086021"/>
          </a:xfrm>
          <a:prstGeom prst="rect">
            <a:avLst/>
          </a:prstGeom>
          <a:noFill/>
          <a:ln/>
        </p:spPr>
        <p:txBody>
          <a:bodyPr wrap="square" lIns="0" tIns="0" rIns="0" bIns="0" rtlCol="0" anchor="t"/>
          <a:lstStyle/>
          <a:p>
            <a:pPr algn="l" indent="0" marL="0">
              <a:lnSpc>
                <a:spcPts val="11250"/>
              </a:lnSpc>
              <a:buNone/>
            </a:pPr>
            <a:r>
              <a:rPr lang="en-US" sz="11250" b="1" spc="-563" kern="0" dirty="0">
                <a:solidFill>
                  <a:srgbClr val="FFFFFF"/>
                </a:solidFill>
                <a:latin typeface="Noto Sans TC" pitchFamily="34" charset="0"/>
                <a:ea typeface="Noto Sans TC" pitchFamily="34" charset="-122"/>
                <a:cs typeface="Noto Sans TC" pitchFamily="34" charset="-120"/>
              </a:rPr>
              <a:t>01</a:t>
            </a:r>
            <a:endParaRPr lang="en-US" sz="11250" dirty="0"/>
          </a:p>
        </p:txBody>
      </p:sp>
      <p:sp>
        <p:nvSpPr>
          <p:cNvPr id="5" name="Text 2"/>
          <p:cNvSpPr txBox="1"/>
          <p:nvPr/>
        </p:nvSpPr>
        <p:spPr>
          <a:xfrm>
            <a:off x="876270" y="3416656"/>
            <a:ext cx="5575280" cy="790590"/>
          </a:xfrm>
          <a:prstGeom prst="rect">
            <a:avLst/>
          </a:prstGeom>
          <a:noFill/>
          <a:ln/>
        </p:spPr>
        <p:txBody>
          <a:bodyPr wrap="square" lIns="0" tIns="0" rIns="0" bIns="0" rtlCol="0" anchor="t"/>
          <a:lstStyle/>
          <a:p>
            <a:pPr algn="l" indent="0" marL="0">
              <a:buNone/>
            </a:pPr>
            <a:r>
              <a:rPr lang="en-US" sz="4200" b="1" spc="-126" kern="0" dirty="0">
                <a:solidFill>
                  <a:srgbClr val="FFFFFF"/>
                </a:solidFill>
                <a:latin typeface="Noto Sans TC" pitchFamily="34" charset="0"/>
                <a:ea typeface="Noto Sans TC" pitchFamily="34" charset="-122"/>
                <a:cs typeface="Noto Sans TC" pitchFamily="34" charset="-120"/>
              </a:rPr>
              <a:t>社群到底在經營什麼？</a:t>
            </a:r>
            <a:endParaRPr lang="en-US" sz="4200" dirty="0"/>
          </a:p>
        </p:txBody>
      </p:sp>
      <p:sp>
        <p:nvSpPr>
          <p:cNvPr id="6" name="Text 3"/>
          <p:cNvSpPr txBox="1"/>
          <p:nvPr/>
        </p:nvSpPr>
        <p:spPr>
          <a:xfrm>
            <a:off x="876270" y="4569165"/>
            <a:ext cx="5391577" cy="304770"/>
          </a:xfrm>
          <a:prstGeom prst="rect">
            <a:avLst/>
          </a:prstGeom>
          <a:noFill/>
          <a:ln/>
        </p:spPr>
        <p:txBody>
          <a:bodyPr wrap="square" lIns="0" tIns="0" rIns="0" bIns="0" rtlCol="0" anchor="t"/>
          <a:lstStyle/>
          <a:p>
            <a:pPr algn="l" indent="0" marL="0">
              <a:lnSpc>
                <a:spcPts val="2520"/>
              </a:lnSpc>
              <a:buNone/>
            </a:pPr>
            <a:r>
              <a:rPr lang="en-US" sz="1575" dirty="0">
                <a:solidFill>
                  <a:srgbClr val="FFFFFF"/>
                </a:solidFill>
                <a:latin typeface="Noto Sans TC" pitchFamily="34" charset="0"/>
                <a:ea typeface="Noto Sans TC" pitchFamily="34" charset="-122"/>
                <a:cs typeface="Noto Sans TC" pitchFamily="34" charset="-120"/>
              </a:rPr>
              <a:t>先把「為什麼要發」想清楚，後面所有按鈕才會有意義。</a:t>
            </a:r>
            <a:endParaRPr lang="en-US" sz="1575" dirty="0"/>
          </a:p>
        </p:txBody>
      </p:sp>
      <p:sp>
        <p:nvSpPr>
          <p:cNvPr id="7" name="Text 4"/>
          <p:cNvSpPr txBox="1"/>
          <p:nvPr/>
        </p:nvSpPr>
        <p:spPr>
          <a:xfrm>
            <a:off x="761970" y="6438930"/>
            <a:ext cx="1791035" cy="200071"/>
          </a:xfrm>
          <a:prstGeom prst="rect">
            <a:avLst/>
          </a:prstGeom>
          <a:noFill/>
          <a:ln/>
        </p:spPr>
        <p:txBody>
          <a:bodyPr wrap="square" lIns="0" tIns="0" rIns="0" bIns="0" rtlCol="0" anchor="t"/>
          <a:lstStyle/>
          <a:p>
            <a:pPr algn="l" indent="0" marL="0">
              <a:buNone/>
            </a:pPr>
            <a:r>
              <a:rPr lang="en-US" sz="938" b="1" spc="56" kern="0" dirty="0">
                <a:solidFill>
                  <a:srgbClr val="FFFFFF"/>
                </a:solidFill>
                <a:latin typeface="Noto Sans TC" pitchFamily="34" charset="0"/>
                <a:ea typeface="Noto Sans TC" pitchFamily="34" charset="-122"/>
                <a:cs typeface="Noto Sans TC" pitchFamily="34" charset="-120"/>
              </a:rPr>
              <a:t>PART 1 · 09:00–09:30</a:t>
            </a:r>
            <a:endParaRPr lang="en-US" sz="938" dirty="0"/>
          </a:p>
        </p:txBody>
      </p:sp>
      <p:sp>
        <p:nvSpPr>
          <p:cNvPr id="8" name="Text 5"/>
          <p:cNvSpPr txBox="1"/>
          <p:nvPr/>
        </p:nvSpPr>
        <p:spPr>
          <a:xfrm>
            <a:off x="11000049" y="6438930"/>
            <a:ext cx="485181" cy="200071"/>
          </a:xfrm>
          <a:prstGeom prst="rect">
            <a:avLst/>
          </a:prstGeom>
          <a:noFill/>
          <a:ln/>
        </p:spPr>
        <p:txBody>
          <a:bodyPr wrap="square" lIns="0" tIns="0" rIns="0" bIns="0" rtlCol="0" anchor="t"/>
          <a:lstStyle/>
          <a:p>
            <a:pPr algn="l" indent="0" marL="0">
              <a:buNone/>
            </a:pPr>
            <a:r>
              <a:rPr lang="en-US" sz="938" b="1" spc="56" kern="0" dirty="0">
                <a:solidFill>
                  <a:srgbClr val="FFFFFF"/>
                </a:solidFill>
                <a:latin typeface="Noto Sans TC" pitchFamily="34" charset="0"/>
                <a:ea typeface="Noto Sans TC" pitchFamily="34" charset="-122"/>
                <a:cs typeface="Noto Sans TC" pitchFamily="34" charset="-120"/>
              </a:rPr>
              <a:t>3 / 75</a:t>
            </a:r>
            <a:endParaRPr lang="en-US" sz="938"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7F1"/>
        </a:solidFill>
      </p:bgPr>
    </p:bg>
    <p:spTree>
      <p:nvGrpSpPr>
        <p:cNvPr id="1" name=""/>
        <p:cNvGrpSpPr/>
        <p:nvPr/>
      </p:nvGrpSpPr>
      <p:grpSpPr>
        <a:xfrm>
          <a:off x="0" y="0"/>
          <a:ext cx="0" cy="0"/>
          <a:chOff x="0" y="0"/>
          <a:chExt cx="0" cy="0"/>
        </a:xfrm>
      </p:grpSpPr>
      <p:pic>
        <p:nvPicPr>
          <p:cNvPr id="2" name="Image 0" descr="/home/user/gogoeveryday/social-course/export-pptx/build/bg/04.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761970" y="955914"/>
            <a:ext cx="1726662" cy="219090"/>
          </a:xfrm>
          <a:prstGeom prst="rect">
            <a:avLst/>
          </a:prstGeom>
          <a:noFill/>
          <a:ln/>
        </p:spPr>
        <p:txBody>
          <a:bodyPr wrap="square" lIns="0" tIns="0" rIns="0" bIns="0" rtlCol="0" anchor="t"/>
          <a:lstStyle/>
          <a:p>
            <a:pPr algn="l" indent="0" marL="0">
              <a:buNone/>
            </a:pPr>
            <a:r>
              <a:rPr lang="en-US" sz="1125" b="1" spc="225" kern="0" dirty="0">
                <a:solidFill>
                  <a:srgbClr val="C05F3C"/>
                </a:solidFill>
                <a:latin typeface="Noto Sans TC" pitchFamily="34" charset="0"/>
                <a:ea typeface="Noto Sans TC" pitchFamily="34" charset="-122"/>
                <a:cs typeface="Noto Sans TC" pitchFamily="34" charset="-120"/>
              </a:rPr>
              <a:t>今天不是教你當網紅</a:t>
            </a:r>
            <a:endParaRPr lang="en-US" sz="1125" dirty="0"/>
          </a:p>
        </p:txBody>
      </p:sp>
      <p:sp>
        <p:nvSpPr>
          <p:cNvPr id="4" name="Text 1"/>
          <p:cNvSpPr txBox="1"/>
          <p:nvPr/>
        </p:nvSpPr>
        <p:spPr>
          <a:xfrm>
            <a:off x="761970" y="1251174"/>
            <a:ext cx="4879970" cy="628650"/>
          </a:xfrm>
          <a:prstGeom prst="rect">
            <a:avLst/>
          </a:prstGeom>
          <a:noFill/>
          <a:ln/>
        </p:spPr>
        <p:txBody>
          <a:bodyPr wrap="square" lIns="0" tIns="0" rIns="0" bIns="0" rtlCol="0" anchor="t"/>
          <a:lstStyle/>
          <a:p>
            <a:pPr algn="l" indent="0" marL="0">
              <a:lnSpc>
                <a:spcPts val="4026"/>
              </a:lnSpc>
              <a:buNone/>
            </a:pPr>
            <a:r>
              <a:rPr lang="en-US" sz="3300" b="1" spc="-66" kern="0" dirty="0">
                <a:solidFill>
                  <a:srgbClr val="241C17"/>
                </a:solidFill>
                <a:latin typeface="Noto Sans TC" pitchFamily="34" charset="0"/>
                <a:ea typeface="Noto Sans TC" pitchFamily="34" charset="-122"/>
                <a:cs typeface="Noto Sans TC" pitchFamily="34" charset="-120"/>
              </a:rPr>
              <a:t>今天我們只解決三件事。</a:t>
            </a:r>
            <a:endParaRPr lang="en-US" sz="3300" dirty="0"/>
          </a:p>
        </p:txBody>
      </p:sp>
      <p:sp>
        <p:nvSpPr>
          <p:cNvPr id="5" name="Text 2"/>
          <p:cNvSpPr txBox="1"/>
          <p:nvPr/>
        </p:nvSpPr>
        <p:spPr>
          <a:xfrm>
            <a:off x="1146749" y="2757830"/>
            <a:ext cx="238293" cy="276240"/>
          </a:xfrm>
          <a:prstGeom prst="rect">
            <a:avLst/>
          </a:prstGeom>
          <a:noFill/>
          <a:ln/>
        </p:spPr>
        <p:txBody>
          <a:bodyPr wrap="square" lIns="0" tIns="0" rIns="0" bIns="0" rtlCol="0" anchor="t"/>
          <a:lstStyle/>
          <a:p>
            <a:pPr algn="l" indent="0" marL="0">
              <a:buNone/>
            </a:pPr>
            <a:r>
              <a:rPr lang="en-US" sz="1425" b="1" dirty="0">
                <a:solidFill>
                  <a:srgbClr val="FFFFFF"/>
                </a:solidFill>
                <a:latin typeface="Noto Sans TC" pitchFamily="34" charset="0"/>
                <a:ea typeface="Noto Sans TC" pitchFamily="34" charset="-122"/>
                <a:cs typeface="Noto Sans TC" pitchFamily="34" charset="-120"/>
              </a:rPr>
              <a:t>1</a:t>
            </a:r>
            <a:endParaRPr lang="en-US" sz="1425" dirty="0"/>
          </a:p>
        </p:txBody>
      </p:sp>
      <p:sp>
        <p:nvSpPr>
          <p:cNvPr id="6" name="Text 3"/>
          <p:cNvSpPr txBox="1"/>
          <p:nvPr/>
        </p:nvSpPr>
        <p:spPr>
          <a:xfrm>
            <a:off x="1019190" y="3219785"/>
            <a:ext cx="1525311" cy="304770"/>
          </a:xfrm>
          <a:prstGeom prst="rect">
            <a:avLst/>
          </a:prstGeom>
          <a:noFill/>
          <a:ln/>
        </p:spPr>
        <p:txBody>
          <a:bodyPr wrap="square" lIns="0" tIns="0" rIns="0" bIns="0" rtlCol="0" anchor="t"/>
          <a:lstStyle/>
          <a:p>
            <a:pPr algn="l" indent="0" marL="0">
              <a:buNone/>
            </a:pPr>
            <a:r>
              <a:rPr lang="en-US" sz="1538" b="1" spc="-15" kern="0" dirty="0">
                <a:solidFill>
                  <a:srgbClr val="241C17"/>
                </a:solidFill>
                <a:latin typeface="Noto Sans TC" pitchFamily="34" charset="0"/>
                <a:ea typeface="Noto Sans TC" pitchFamily="34" charset="-122"/>
                <a:cs typeface="Noto Sans TC" pitchFamily="34" charset="-120"/>
              </a:rPr>
              <a:t>我要去哪裡發？</a:t>
            </a:r>
            <a:endParaRPr lang="en-US" sz="1538" dirty="0"/>
          </a:p>
        </p:txBody>
      </p:sp>
      <p:sp>
        <p:nvSpPr>
          <p:cNvPr id="7" name="Text 4"/>
          <p:cNvSpPr txBox="1"/>
          <p:nvPr/>
        </p:nvSpPr>
        <p:spPr>
          <a:xfrm>
            <a:off x="1019190" y="3591215"/>
            <a:ext cx="2931658" cy="781629"/>
          </a:xfrm>
          <a:prstGeom prst="rect">
            <a:avLst/>
          </a:prstGeom>
          <a:noFill/>
          <a:ln/>
        </p:spPr>
        <p:txBody>
          <a:bodyPr wrap="square" lIns="0" tIns="0" rIns="0" bIns="0" rtlCol="0" anchor="t"/>
          <a:lstStyle/>
          <a:p>
            <a:pPr algn="l" indent="0" marL="0">
              <a:lnSpc>
                <a:spcPts val="2066"/>
              </a:lnSpc>
              <a:buNone/>
            </a:pPr>
            <a:r>
              <a:rPr lang="en-US" sz="1275" dirty="0">
                <a:solidFill>
                  <a:srgbClr val="4A3C33"/>
                </a:solidFill>
                <a:latin typeface="Noto Sans TC" pitchFamily="34" charset="0"/>
                <a:ea typeface="Noto Sans TC" pitchFamily="34" charset="-122"/>
                <a:cs typeface="Noto Sans TC" pitchFamily="34" charset="-120"/>
              </a:rPr>
              <a:t>Facebook、Instagram、LINE 官方帳號，</a:t>
            </a:r>
            <a:endParaRPr lang="en-US" sz="1275" dirty="0"/>
          </a:p>
          <a:p>
            <a:pPr algn="l" indent="0" marL="0">
              <a:lnSpc>
                <a:spcPts val="2066"/>
              </a:lnSpc>
              <a:buNone/>
            </a:pPr>
            <a:r>
              <a:rPr lang="en-US" sz="1275" dirty="0">
                <a:solidFill>
                  <a:srgbClr val="4A3C33"/>
                </a:solidFill>
                <a:latin typeface="Noto Sans TC" pitchFamily="34" charset="0"/>
                <a:ea typeface="Noto Sans TC" pitchFamily="34" charset="-122"/>
                <a:cs typeface="Noto Sans TC" pitchFamily="34" charset="-120"/>
              </a:rPr>
              <a:t>哪一個適合我？</a:t>
            </a:r>
            <a:endParaRPr lang="en-US" sz="1275" dirty="0"/>
          </a:p>
        </p:txBody>
      </p:sp>
      <p:sp>
        <p:nvSpPr>
          <p:cNvPr id="8" name="Text 5"/>
          <p:cNvSpPr txBox="1"/>
          <p:nvPr/>
        </p:nvSpPr>
        <p:spPr>
          <a:xfrm>
            <a:off x="4740798" y="2757830"/>
            <a:ext cx="238293" cy="276240"/>
          </a:xfrm>
          <a:prstGeom prst="rect">
            <a:avLst/>
          </a:prstGeom>
          <a:noFill/>
          <a:ln/>
        </p:spPr>
        <p:txBody>
          <a:bodyPr wrap="square" lIns="0" tIns="0" rIns="0" bIns="0" rtlCol="0" anchor="t"/>
          <a:lstStyle/>
          <a:p>
            <a:pPr algn="l" indent="0" marL="0">
              <a:buNone/>
            </a:pPr>
            <a:r>
              <a:rPr lang="en-US" sz="1425" b="1" dirty="0">
                <a:solidFill>
                  <a:srgbClr val="FFFFFF"/>
                </a:solidFill>
                <a:latin typeface="Noto Sans TC" pitchFamily="34" charset="0"/>
                <a:ea typeface="Noto Sans TC" pitchFamily="34" charset="-122"/>
                <a:cs typeface="Noto Sans TC" pitchFamily="34" charset="-120"/>
              </a:rPr>
              <a:t>2</a:t>
            </a:r>
            <a:endParaRPr lang="en-US" sz="1425" dirty="0"/>
          </a:p>
        </p:txBody>
      </p:sp>
      <p:sp>
        <p:nvSpPr>
          <p:cNvPr id="9" name="Text 6"/>
          <p:cNvSpPr txBox="1"/>
          <p:nvPr/>
        </p:nvSpPr>
        <p:spPr>
          <a:xfrm>
            <a:off x="4613239" y="3219785"/>
            <a:ext cx="1320394" cy="304770"/>
          </a:xfrm>
          <a:prstGeom prst="rect">
            <a:avLst/>
          </a:prstGeom>
          <a:noFill/>
          <a:ln/>
        </p:spPr>
        <p:txBody>
          <a:bodyPr wrap="square" lIns="0" tIns="0" rIns="0" bIns="0" rtlCol="0" anchor="t"/>
          <a:lstStyle/>
          <a:p>
            <a:pPr algn="l" indent="0" marL="0">
              <a:buNone/>
            </a:pPr>
            <a:r>
              <a:rPr lang="en-US" sz="1538" b="1" spc="-15" kern="0" dirty="0">
                <a:solidFill>
                  <a:srgbClr val="241C17"/>
                </a:solidFill>
                <a:latin typeface="Noto Sans TC" pitchFamily="34" charset="0"/>
                <a:ea typeface="Noto Sans TC" pitchFamily="34" charset="-122"/>
                <a:cs typeface="Noto Sans TC" pitchFamily="34" charset="-120"/>
              </a:rPr>
              <a:t>我要怎麼發？</a:t>
            </a:r>
            <a:endParaRPr lang="en-US" sz="1538" dirty="0"/>
          </a:p>
        </p:txBody>
      </p:sp>
      <p:sp>
        <p:nvSpPr>
          <p:cNvPr id="10" name="Text 7"/>
          <p:cNvSpPr txBox="1"/>
          <p:nvPr/>
        </p:nvSpPr>
        <p:spPr>
          <a:xfrm>
            <a:off x="4613239" y="3591215"/>
            <a:ext cx="2150577" cy="519379"/>
          </a:xfrm>
          <a:prstGeom prst="rect">
            <a:avLst/>
          </a:prstGeom>
          <a:noFill/>
          <a:ln/>
        </p:spPr>
        <p:txBody>
          <a:bodyPr wrap="square" lIns="0" tIns="0" rIns="0" bIns="0" rtlCol="0" anchor="t"/>
          <a:lstStyle/>
          <a:p>
            <a:pPr algn="l" indent="0" marL="0">
              <a:lnSpc>
                <a:spcPts val="2066"/>
              </a:lnSpc>
              <a:buNone/>
            </a:pPr>
            <a:r>
              <a:rPr lang="en-US" sz="1275" dirty="0">
                <a:solidFill>
                  <a:srgbClr val="4A3C33"/>
                </a:solidFill>
                <a:latin typeface="Noto Sans TC" pitchFamily="34" charset="0"/>
                <a:ea typeface="Noto Sans TC" pitchFamily="34" charset="-122"/>
                <a:cs typeface="Noto Sans TC" pitchFamily="34" charset="-120"/>
              </a:rPr>
              <a:t>字要寫多少、照片怎麼配、</a:t>
            </a:r>
            <a:endParaRPr lang="en-US" sz="1275" dirty="0"/>
          </a:p>
          <a:p>
            <a:pPr algn="l" indent="0" marL="0">
              <a:lnSpc>
                <a:spcPts val="2066"/>
              </a:lnSpc>
              <a:buNone/>
            </a:pPr>
            <a:r>
              <a:rPr lang="en-US" sz="1275" dirty="0">
                <a:solidFill>
                  <a:srgbClr val="4A3C33"/>
                </a:solidFill>
                <a:latin typeface="Noto Sans TC" pitchFamily="34" charset="0"/>
                <a:ea typeface="Noto Sans TC" pitchFamily="34" charset="-122"/>
                <a:cs typeface="Noto Sans TC" pitchFamily="34" charset="-120"/>
              </a:rPr>
              <a:t>三個平台差在哪？</a:t>
            </a:r>
            <a:endParaRPr lang="en-US" sz="1275" dirty="0"/>
          </a:p>
        </p:txBody>
      </p:sp>
      <p:sp>
        <p:nvSpPr>
          <p:cNvPr id="11" name="Text 8"/>
          <p:cNvSpPr txBox="1"/>
          <p:nvPr/>
        </p:nvSpPr>
        <p:spPr>
          <a:xfrm>
            <a:off x="8334847" y="2757830"/>
            <a:ext cx="238293" cy="276240"/>
          </a:xfrm>
          <a:prstGeom prst="rect">
            <a:avLst/>
          </a:prstGeom>
          <a:noFill/>
          <a:ln/>
        </p:spPr>
        <p:txBody>
          <a:bodyPr wrap="square" lIns="0" tIns="0" rIns="0" bIns="0" rtlCol="0" anchor="t"/>
          <a:lstStyle/>
          <a:p>
            <a:pPr algn="l" indent="0" marL="0">
              <a:buNone/>
            </a:pPr>
            <a:r>
              <a:rPr lang="en-US" sz="1425" b="1" dirty="0">
                <a:solidFill>
                  <a:srgbClr val="FFFFFF"/>
                </a:solidFill>
                <a:latin typeface="Noto Sans TC" pitchFamily="34" charset="0"/>
                <a:ea typeface="Noto Sans TC" pitchFamily="34" charset="-122"/>
                <a:cs typeface="Noto Sans TC" pitchFamily="34" charset="-120"/>
              </a:rPr>
              <a:t>3</a:t>
            </a:r>
            <a:endParaRPr lang="en-US" sz="1425" dirty="0"/>
          </a:p>
        </p:txBody>
      </p:sp>
      <p:sp>
        <p:nvSpPr>
          <p:cNvPr id="12" name="Text 9"/>
          <p:cNvSpPr txBox="1"/>
          <p:nvPr/>
        </p:nvSpPr>
        <p:spPr>
          <a:xfrm>
            <a:off x="8207289" y="3219785"/>
            <a:ext cx="1935053" cy="304770"/>
          </a:xfrm>
          <a:prstGeom prst="rect">
            <a:avLst/>
          </a:prstGeom>
          <a:noFill/>
          <a:ln/>
        </p:spPr>
        <p:txBody>
          <a:bodyPr wrap="square" lIns="0" tIns="0" rIns="0" bIns="0" rtlCol="0" anchor="t"/>
          <a:lstStyle/>
          <a:p>
            <a:pPr algn="l" indent="0" marL="0">
              <a:buNone/>
            </a:pPr>
            <a:r>
              <a:rPr lang="en-US" sz="1538" b="1" spc="-15" kern="0" dirty="0">
                <a:solidFill>
                  <a:srgbClr val="241C17"/>
                </a:solidFill>
                <a:latin typeface="Noto Sans TC" pitchFamily="34" charset="0"/>
                <a:ea typeface="Noto Sans TC" pitchFamily="34" charset="-122"/>
                <a:cs typeface="Noto Sans TC" pitchFamily="34" charset="-120"/>
              </a:rPr>
              <a:t>發了怎麼讓人看到？</a:t>
            </a:r>
            <a:endParaRPr lang="en-US" sz="1538" dirty="0"/>
          </a:p>
        </p:txBody>
      </p:sp>
      <p:sp>
        <p:nvSpPr>
          <p:cNvPr id="13" name="Text 10"/>
          <p:cNvSpPr txBox="1"/>
          <p:nvPr/>
        </p:nvSpPr>
        <p:spPr>
          <a:xfrm>
            <a:off x="8207289" y="3591215"/>
            <a:ext cx="2378994" cy="519379"/>
          </a:xfrm>
          <a:prstGeom prst="rect">
            <a:avLst/>
          </a:prstGeom>
          <a:noFill/>
          <a:ln/>
        </p:spPr>
        <p:txBody>
          <a:bodyPr wrap="square" lIns="0" tIns="0" rIns="0" bIns="0" rtlCol="0" anchor="t"/>
          <a:lstStyle/>
          <a:p>
            <a:pPr algn="l" indent="0" marL="0">
              <a:lnSpc>
                <a:spcPts val="2066"/>
              </a:lnSpc>
              <a:buNone/>
            </a:pPr>
            <a:r>
              <a:rPr lang="en-US" sz="1275" dirty="0">
                <a:solidFill>
                  <a:srgbClr val="4A3C33"/>
                </a:solidFill>
                <a:latin typeface="Noto Sans TC" pitchFamily="34" charset="0"/>
                <a:ea typeface="Noto Sans TC" pitchFamily="34" charset="-122"/>
                <a:cs typeface="Noto Sans TC" pitchFamily="34" charset="-120"/>
              </a:rPr>
              <a:t>Hashtag、Reels、限時動態，</a:t>
            </a:r>
            <a:endParaRPr lang="en-US" sz="1275" dirty="0"/>
          </a:p>
          <a:p>
            <a:pPr algn="l" indent="0" marL="0">
              <a:lnSpc>
                <a:spcPts val="2066"/>
              </a:lnSpc>
              <a:buNone/>
            </a:pPr>
            <a:r>
              <a:rPr lang="en-US" sz="1275" dirty="0">
                <a:solidFill>
                  <a:srgbClr val="4A3C33"/>
                </a:solidFill>
                <a:latin typeface="Noto Sans TC" pitchFamily="34" charset="0"/>
                <a:ea typeface="Noto Sans TC" pitchFamily="34" charset="-122"/>
                <a:cs typeface="Noto Sans TC" pitchFamily="34" charset="-120"/>
              </a:rPr>
              <a:t>還有不用花錢的曝光方式。</a:t>
            </a:r>
            <a:endParaRPr lang="en-US" sz="1275" dirty="0"/>
          </a:p>
        </p:txBody>
      </p:sp>
      <p:sp>
        <p:nvSpPr>
          <p:cNvPr id="14" name="Text 11"/>
          <p:cNvSpPr txBox="1"/>
          <p:nvPr/>
        </p:nvSpPr>
        <p:spPr>
          <a:xfrm>
            <a:off x="1571671" y="5239969"/>
            <a:ext cx="4937211" cy="295260"/>
          </a:xfrm>
          <a:prstGeom prst="rect">
            <a:avLst/>
          </a:prstGeom>
          <a:noFill/>
          <a:ln/>
        </p:spPr>
        <p:txBody>
          <a:bodyPr wrap="square" lIns="0" tIns="0" rIns="0" bIns="0" rtlCol="0" anchor="t"/>
          <a:lstStyle/>
          <a:p>
            <a:pPr algn="l" indent="0" marL="0">
              <a:lnSpc>
                <a:spcPts val="2325"/>
              </a:lnSpc>
              <a:buNone/>
            </a:pPr>
            <a:r>
              <a:rPr lang="en-US" sz="1500" b="1" dirty="0">
                <a:solidFill>
                  <a:srgbClr val="4A3C33"/>
                </a:solidFill>
                <a:latin typeface="Noto Sans TC" pitchFamily="34" charset="0"/>
                <a:ea typeface="Noto Sans TC" pitchFamily="34" charset="-122"/>
                <a:cs typeface="Noto Sans TC" pitchFamily="34" charset="-120"/>
              </a:rPr>
              <a:t>不用學會全部功能。</a:t>
            </a:r>
            <a:pPr algn="l" indent="0" marL="0">
              <a:lnSpc>
                <a:spcPts val="2325"/>
              </a:lnSpc>
              <a:buNone/>
            </a:pPr>
            <a:r>
              <a:rPr lang="en-US" sz="1500" b="1" dirty="0">
                <a:solidFill>
                  <a:srgbClr val="C05F3C"/>
                </a:solidFill>
                <a:latin typeface="Noto Sans TC" pitchFamily="34" charset="0"/>
                <a:ea typeface="Noto Sans TC" pitchFamily="34" charset="-122"/>
                <a:cs typeface="Noto Sans TC" pitchFamily="34" charset="-120"/>
              </a:rPr>
              <a:t>會用得到的那幾個</a:t>
            </a:r>
            <a:pPr algn="l" indent="0" marL="0">
              <a:lnSpc>
                <a:spcPts val="2325"/>
              </a:lnSpc>
              <a:buNone/>
            </a:pPr>
            <a:r>
              <a:rPr lang="en-US" sz="1500" b="1" dirty="0">
                <a:solidFill>
                  <a:srgbClr val="4A3C33"/>
                </a:solidFill>
                <a:latin typeface="Noto Sans TC" pitchFamily="34" charset="0"/>
                <a:ea typeface="Noto Sans TC" pitchFamily="34" charset="-122"/>
                <a:cs typeface="Noto Sans TC" pitchFamily="34" charset="-120"/>
              </a:rPr>
              <a:t>，就足以開始。</a:t>
            </a:r>
            <a:endParaRPr lang="en-US" sz="1500" dirty="0"/>
          </a:p>
        </p:txBody>
      </p:sp>
      <p:sp>
        <p:nvSpPr>
          <p:cNvPr id="15" name="Text 12"/>
          <p:cNvSpPr txBox="1"/>
          <p:nvPr/>
        </p:nvSpPr>
        <p:spPr>
          <a:xfrm>
            <a:off x="3286171" y="5239969"/>
            <a:ext cx="1706270" cy="295260"/>
          </a:xfrm>
          <a:prstGeom prst="rect">
            <a:avLst/>
          </a:prstGeom>
          <a:noFill/>
          <a:ln/>
        </p:spPr>
        <p:txBody>
          <a:bodyPr wrap="square" lIns="0" tIns="0" rIns="0" bIns="0" rtlCol="0" anchor="t"/>
          <a:lstStyle/>
          <a:p>
            <a:pPr algn="l" indent="0" marL="0">
              <a:lnSpc>
                <a:spcPts val="2325"/>
              </a:lnSpc>
              <a:buNone/>
            </a:pPr>
            <a:r>
              <a:rPr lang="en-US" sz="1500" b="1" dirty="0">
                <a:solidFill>
                  <a:srgbClr val="C05F3C"/>
                </a:solidFill>
                <a:latin typeface="Noto Sans TC" pitchFamily="34" charset="0"/>
                <a:ea typeface="Noto Sans TC" pitchFamily="34" charset="-122"/>
                <a:cs typeface="Noto Sans TC" pitchFamily="34" charset="-120"/>
              </a:rPr>
              <a:t>會用得到的那幾個</a:t>
            </a:r>
            <a:endParaRPr lang="en-US" sz="1500" dirty="0"/>
          </a:p>
        </p:txBody>
      </p:sp>
      <p:sp>
        <p:nvSpPr>
          <p:cNvPr id="16" name="Text 13"/>
          <p:cNvSpPr txBox="1"/>
          <p:nvPr/>
        </p:nvSpPr>
        <p:spPr>
          <a:xfrm>
            <a:off x="10605486" y="304770"/>
            <a:ext cx="717804" cy="209580"/>
          </a:xfrm>
          <a:prstGeom prst="rect">
            <a:avLst/>
          </a:prstGeom>
          <a:noFill/>
          <a:ln/>
        </p:spPr>
        <p:txBody>
          <a:bodyPr wrap="square" lIns="0" tIns="0" rIns="0" bIns="0" rtlCol="0" anchor="t"/>
          <a:lstStyle/>
          <a:p>
            <a:pPr algn="l" indent="0" marL="0">
              <a:buNone/>
            </a:pPr>
            <a:r>
              <a:rPr lang="en-US" sz="1013" b="1" spc="142" kern="0" dirty="0">
                <a:solidFill>
                  <a:srgbClr val="FBF7F1"/>
                </a:solidFill>
                <a:latin typeface="Noto Sans TC" pitchFamily="34" charset="0"/>
                <a:ea typeface="Noto Sans TC" pitchFamily="34" charset="-122"/>
                <a:cs typeface="Noto Sans TC" pitchFamily="34" charset="-120"/>
              </a:rPr>
              <a:t>舉手調查</a:t>
            </a:r>
            <a:endParaRPr lang="en-US" sz="1013" dirty="0"/>
          </a:p>
        </p:txBody>
      </p:sp>
      <p:sp>
        <p:nvSpPr>
          <p:cNvPr id="17" name="Text 14"/>
          <p:cNvSpPr txBox="1"/>
          <p:nvPr/>
        </p:nvSpPr>
        <p:spPr>
          <a:xfrm>
            <a:off x="761970" y="6438930"/>
            <a:ext cx="1338042" cy="200071"/>
          </a:xfrm>
          <a:prstGeom prst="rect">
            <a:avLst/>
          </a:prstGeom>
          <a:noFill/>
          <a:ln/>
        </p:spPr>
        <p:txBody>
          <a:bodyPr wrap="square" lIns="0" tIns="0" rIns="0" bIns="0" rtlCol="0" anchor="t"/>
          <a:lstStyle/>
          <a:p>
            <a:pPr algn="l" indent="0" marL="0">
              <a:buNone/>
            </a:pPr>
            <a:r>
              <a:rPr lang="en-US" sz="938" b="1" spc="56" kern="0" dirty="0">
                <a:solidFill>
                  <a:srgbClr val="9C8B7C"/>
                </a:solidFill>
                <a:latin typeface="Noto Sans TC" pitchFamily="34" charset="0"/>
                <a:ea typeface="Noto Sans TC" pitchFamily="34" charset="-122"/>
                <a:cs typeface="Noto Sans TC" pitchFamily="34" charset="-120"/>
              </a:rPr>
              <a:t>PART 1 · 09:00</a:t>
            </a:r>
            <a:endParaRPr lang="en-US" sz="938" dirty="0"/>
          </a:p>
        </p:txBody>
      </p:sp>
      <p:sp>
        <p:nvSpPr>
          <p:cNvPr id="18" name="Text 15"/>
          <p:cNvSpPr txBox="1"/>
          <p:nvPr/>
        </p:nvSpPr>
        <p:spPr>
          <a:xfrm>
            <a:off x="11000049" y="6438930"/>
            <a:ext cx="485181" cy="200071"/>
          </a:xfrm>
          <a:prstGeom prst="rect">
            <a:avLst/>
          </a:prstGeom>
          <a:noFill/>
          <a:ln/>
        </p:spPr>
        <p:txBody>
          <a:bodyPr wrap="square" lIns="0" tIns="0" rIns="0" bIns="0" rtlCol="0" anchor="t"/>
          <a:lstStyle/>
          <a:p>
            <a:pPr algn="l" indent="0" marL="0">
              <a:buNone/>
            </a:pPr>
            <a:r>
              <a:rPr lang="en-US" sz="938" b="1" spc="56" kern="0" dirty="0">
                <a:solidFill>
                  <a:srgbClr val="9C8B7C"/>
                </a:solidFill>
                <a:latin typeface="Noto Sans TC" pitchFamily="34" charset="0"/>
                <a:ea typeface="Noto Sans TC" pitchFamily="34" charset="-122"/>
                <a:cs typeface="Noto Sans TC" pitchFamily="34" charset="-120"/>
              </a:rPr>
              <a:t>4 / 75</a:t>
            </a:r>
            <a:endParaRPr lang="en-US" sz="938"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7F1"/>
        </a:solidFill>
      </p:bgPr>
    </p:bg>
    <p:spTree>
      <p:nvGrpSpPr>
        <p:cNvPr id="1" name=""/>
        <p:cNvGrpSpPr/>
        <p:nvPr/>
      </p:nvGrpSpPr>
      <p:grpSpPr>
        <a:xfrm>
          <a:off x="0" y="0"/>
          <a:ext cx="0" cy="0"/>
          <a:chOff x="0" y="0"/>
          <a:chExt cx="0" cy="0"/>
        </a:xfrm>
      </p:grpSpPr>
      <p:pic>
        <p:nvPicPr>
          <p:cNvPr id="2" name="Image 0" descr="/home/user/gogoeveryday/social-course/export-pptx/build/bg/05.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761970" y="1194755"/>
            <a:ext cx="1181405" cy="219090"/>
          </a:xfrm>
          <a:prstGeom prst="rect">
            <a:avLst/>
          </a:prstGeom>
          <a:noFill/>
          <a:ln/>
        </p:spPr>
        <p:txBody>
          <a:bodyPr wrap="square" lIns="0" tIns="0" rIns="0" bIns="0" rtlCol="0" anchor="t"/>
          <a:lstStyle/>
          <a:p>
            <a:pPr algn="l" indent="0" marL="0">
              <a:buNone/>
            </a:pPr>
            <a:r>
              <a:rPr lang="en-US" sz="1125" b="1" spc="225" kern="0" dirty="0">
                <a:solidFill>
                  <a:srgbClr val="C05F3C"/>
                </a:solidFill>
                <a:latin typeface="Noto Sans TC" pitchFamily="34" charset="0"/>
                <a:ea typeface="Noto Sans TC" pitchFamily="34" charset="-122"/>
                <a:cs typeface="Noto Sans TC" pitchFamily="34" charset="-120"/>
              </a:rPr>
              <a:t>課前需求調查</a:t>
            </a:r>
            <a:endParaRPr lang="en-US" sz="1125" dirty="0"/>
          </a:p>
        </p:txBody>
      </p:sp>
      <p:sp>
        <p:nvSpPr>
          <p:cNvPr id="4" name="Text 1"/>
          <p:cNvSpPr txBox="1"/>
          <p:nvPr/>
        </p:nvSpPr>
        <p:spPr>
          <a:xfrm>
            <a:off x="761970" y="1499616"/>
            <a:ext cx="2861340" cy="1036290"/>
          </a:xfrm>
          <a:prstGeom prst="rect">
            <a:avLst/>
          </a:prstGeom>
          <a:noFill/>
          <a:ln/>
        </p:spPr>
        <p:txBody>
          <a:bodyPr wrap="square" lIns="0" tIns="0" rIns="0" bIns="0" rtlCol="0" anchor="t"/>
          <a:lstStyle/>
          <a:p>
            <a:pPr algn="l" indent="0" marL="0">
              <a:lnSpc>
                <a:spcPts val="3660"/>
              </a:lnSpc>
              <a:buNone/>
            </a:pPr>
            <a:r>
              <a:rPr lang="en-US" sz="3000" b="1" spc="-60" kern="0" dirty="0">
                <a:solidFill>
                  <a:srgbClr val="241C17"/>
                </a:solidFill>
                <a:latin typeface="Noto Sans TC" pitchFamily="34" charset="0"/>
                <a:ea typeface="Noto Sans TC" pitchFamily="34" charset="-122"/>
                <a:cs typeface="Noto Sans TC" pitchFamily="34" charset="-120"/>
              </a:rPr>
              <a:t>這些困擾，</a:t>
            </a:r>
            <a:endParaRPr lang="en-US" sz="3000" dirty="0"/>
          </a:p>
          <a:p>
            <a:pPr algn="l" indent="0" marL="0">
              <a:lnSpc>
                <a:spcPts val="3660"/>
              </a:lnSpc>
              <a:buNone/>
            </a:pPr>
            <a:r>
              <a:rPr lang="en-US" sz="3000" b="1" spc="-60" kern="0" dirty="0">
                <a:solidFill>
                  <a:srgbClr val="241C17"/>
                </a:solidFill>
                <a:latin typeface="Noto Sans TC" pitchFamily="34" charset="0"/>
                <a:ea typeface="Noto Sans TC" pitchFamily="34" charset="-122"/>
                <a:cs typeface="Noto Sans TC" pitchFamily="34" charset="-120"/>
              </a:rPr>
              <a:t>是不是你也有？</a:t>
            </a:r>
            <a:endParaRPr lang="en-US" sz="3000" dirty="0"/>
          </a:p>
        </p:txBody>
      </p:sp>
      <p:sp>
        <p:nvSpPr>
          <p:cNvPr id="5" name="Text 2"/>
          <p:cNvSpPr txBox="1"/>
          <p:nvPr/>
        </p:nvSpPr>
        <p:spPr>
          <a:xfrm>
            <a:off x="761970" y="2724455"/>
            <a:ext cx="2387773" cy="257221"/>
          </a:xfrm>
          <a:prstGeom prst="rect">
            <a:avLst/>
          </a:prstGeom>
          <a:noFill/>
          <a:ln/>
        </p:spPr>
        <p:txBody>
          <a:bodyPr wrap="square" lIns="0" tIns="0" rIns="0" bIns="0" rtlCol="0" anchor="t"/>
          <a:lstStyle/>
          <a:p>
            <a:pPr algn="l" indent="0" marL="0">
              <a:buNone/>
            </a:pPr>
            <a:r>
              <a:rPr lang="en-US" sz="1313" b="1" dirty="0">
                <a:solidFill>
                  <a:srgbClr val="4A3C33"/>
                </a:solidFill>
                <a:latin typeface="Noto Sans TC" pitchFamily="34" charset="0"/>
                <a:ea typeface="Noto Sans TC" pitchFamily="34" charset="-122"/>
                <a:cs typeface="Noto Sans TC" pitchFamily="34" charset="-120"/>
              </a:rPr>
              <a:t>我有東西，但不知道怎麼介紹</a:t>
            </a:r>
            <a:endParaRPr lang="en-US" sz="1313" dirty="0"/>
          </a:p>
        </p:txBody>
      </p:sp>
      <p:sp>
        <p:nvSpPr>
          <p:cNvPr id="6" name="Text 3"/>
          <p:cNvSpPr txBox="1"/>
          <p:nvPr/>
        </p:nvSpPr>
        <p:spPr>
          <a:xfrm>
            <a:off x="5720944" y="2743474"/>
            <a:ext cx="427482" cy="219090"/>
          </a:xfrm>
          <a:prstGeom prst="rect">
            <a:avLst/>
          </a:prstGeom>
          <a:noFill/>
          <a:ln/>
        </p:spPr>
        <p:txBody>
          <a:bodyPr wrap="square" lIns="0" tIns="0" rIns="0" bIns="0" rtlCol="0" anchor="t"/>
          <a:lstStyle/>
          <a:p>
            <a:pPr algn="r" indent="0" marL="0">
              <a:buNone/>
            </a:pPr>
            <a:r>
              <a:rPr lang="en-US" sz="1088" b="1" dirty="0">
                <a:solidFill>
                  <a:srgbClr val="C05F3C"/>
                </a:solidFill>
                <a:latin typeface="Noto Sans TC" pitchFamily="34" charset="0"/>
                <a:ea typeface="Noto Sans TC" pitchFamily="34" charset="-122"/>
                <a:cs typeface="Noto Sans TC" pitchFamily="34" charset="-120"/>
              </a:rPr>
              <a:t>88%</a:t>
            </a:r>
            <a:endParaRPr lang="en-US" sz="1088" dirty="0"/>
          </a:p>
        </p:txBody>
      </p:sp>
      <p:sp>
        <p:nvSpPr>
          <p:cNvPr id="7" name="Text 4"/>
          <p:cNvSpPr txBox="1"/>
          <p:nvPr/>
        </p:nvSpPr>
        <p:spPr>
          <a:xfrm>
            <a:off x="761970" y="3076865"/>
            <a:ext cx="2346716" cy="257221"/>
          </a:xfrm>
          <a:prstGeom prst="rect">
            <a:avLst/>
          </a:prstGeom>
          <a:noFill/>
          <a:ln/>
        </p:spPr>
        <p:txBody>
          <a:bodyPr wrap="square" lIns="0" tIns="0" rIns="0" bIns="0" rtlCol="0" anchor="t"/>
          <a:lstStyle/>
          <a:p>
            <a:pPr algn="l" indent="0" marL="0">
              <a:buNone/>
            </a:pPr>
            <a:r>
              <a:rPr lang="en-US" sz="1313" b="1" dirty="0">
                <a:solidFill>
                  <a:srgbClr val="4A3C33"/>
                </a:solidFill>
                <a:latin typeface="Noto Sans TC" pitchFamily="34" charset="0"/>
                <a:ea typeface="Noto Sans TC" pitchFamily="34" charset="-122"/>
                <a:cs typeface="Noto Sans TC" pitchFamily="34" charset="-120"/>
              </a:rPr>
              <a:t>我不知道 FB、IG 到底差在哪</a:t>
            </a:r>
            <a:endParaRPr lang="en-US" sz="1313" dirty="0"/>
          </a:p>
        </p:txBody>
      </p:sp>
      <p:sp>
        <p:nvSpPr>
          <p:cNvPr id="8" name="Text 5"/>
          <p:cNvSpPr txBox="1"/>
          <p:nvPr/>
        </p:nvSpPr>
        <p:spPr>
          <a:xfrm>
            <a:off x="5720944" y="3095884"/>
            <a:ext cx="427482" cy="219090"/>
          </a:xfrm>
          <a:prstGeom prst="rect">
            <a:avLst/>
          </a:prstGeom>
          <a:noFill/>
          <a:ln/>
        </p:spPr>
        <p:txBody>
          <a:bodyPr wrap="square" lIns="0" tIns="0" rIns="0" bIns="0" rtlCol="0" anchor="t"/>
          <a:lstStyle/>
          <a:p>
            <a:pPr algn="r" indent="0" marL="0">
              <a:buNone/>
            </a:pPr>
            <a:r>
              <a:rPr lang="en-US" sz="1088" b="1" dirty="0">
                <a:solidFill>
                  <a:srgbClr val="C05F3C"/>
                </a:solidFill>
                <a:latin typeface="Noto Sans TC" pitchFamily="34" charset="0"/>
                <a:ea typeface="Noto Sans TC" pitchFamily="34" charset="-122"/>
                <a:cs typeface="Noto Sans TC" pitchFamily="34" charset="-120"/>
              </a:rPr>
              <a:t>74%</a:t>
            </a:r>
            <a:endParaRPr lang="en-US" sz="1088" dirty="0"/>
          </a:p>
        </p:txBody>
      </p:sp>
      <p:sp>
        <p:nvSpPr>
          <p:cNvPr id="9" name="Text 6"/>
          <p:cNvSpPr txBox="1"/>
          <p:nvPr/>
        </p:nvSpPr>
        <p:spPr>
          <a:xfrm>
            <a:off x="761970" y="3429274"/>
            <a:ext cx="1857786" cy="257221"/>
          </a:xfrm>
          <a:prstGeom prst="rect">
            <a:avLst/>
          </a:prstGeom>
          <a:noFill/>
          <a:ln/>
        </p:spPr>
        <p:txBody>
          <a:bodyPr wrap="square" lIns="0" tIns="0" rIns="0" bIns="0" rtlCol="0" anchor="t"/>
          <a:lstStyle/>
          <a:p>
            <a:pPr algn="l" indent="0" marL="0">
              <a:buNone/>
            </a:pPr>
            <a:r>
              <a:rPr lang="en-US" sz="1313" b="1" dirty="0">
                <a:solidFill>
                  <a:srgbClr val="4A3C33"/>
                </a:solidFill>
                <a:latin typeface="Noto Sans TC" pitchFamily="34" charset="0"/>
                <a:ea typeface="Noto Sans TC" pitchFamily="34" charset="-122"/>
                <a:cs typeface="Noto Sans TC" pitchFamily="34" charset="-120"/>
              </a:rPr>
              <a:t>發文不知道要寫多少字</a:t>
            </a:r>
            <a:endParaRPr lang="en-US" sz="1313" dirty="0"/>
          </a:p>
        </p:txBody>
      </p:sp>
      <p:sp>
        <p:nvSpPr>
          <p:cNvPr id="10" name="Text 7"/>
          <p:cNvSpPr txBox="1"/>
          <p:nvPr/>
        </p:nvSpPr>
        <p:spPr>
          <a:xfrm>
            <a:off x="5720944" y="3448385"/>
            <a:ext cx="427482" cy="219090"/>
          </a:xfrm>
          <a:prstGeom prst="rect">
            <a:avLst/>
          </a:prstGeom>
          <a:noFill/>
          <a:ln/>
        </p:spPr>
        <p:txBody>
          <a:bodyPr wrap="square" lIns="0" tIns="0" rIns="0" bIns="0" rtlCol="0" anchor="t"/>
          <a:lstStyle/>
          <a:p>
            <a:pPr algn="r" indent="0" marL="0">
              <a:buNone/>
            </a:pPr>
            <a:r>
              <a:rPr lang="en-US" sz="1088" b="1" dirty="0">
                <a:solidFill>
                  <a:srgbClr val="C05F3C"/>
                </a:solidFill>
                <a:latin typeface="Noto Sans TC" pitchFamily="34" charset="0"/>
                <a:ea typeface="Noto Sans TC" pitchFamily="34" charset="-122"/>
                <a:cs typeface="Noto Sans TC" pitchFamily="34" charset="-120"/>
              </a:rPr>
              <a:t>66%</a:t>
            </a:r>
            <a:endParaRPr lang="en-US" sz="1088" dirty="0"/>
          </a:p>
        </p:txBody>
      </p:sp>
      <p:sp>
        <p:nvSpPr>
          <p:cNvPr id="11" name="Text 8"/>
          <p:cNvSpPr txBox="1"/>
          <p:nvPr/>
        </p:nvSpPr>
        <p:spPr>
          <a:xfrm>
            <a:off x="761970" y="3781684"/>
            <a:ext cx="1327709" cy="257221"/>
          </a:xfrm>
          <a:prstGeom prst="rect">
            <a:avLst/>
          </a:prstGeom>
          <a:noFill/>
          <a:ln/>
        </p:spPr>
        <p:txBody>
          <a:bodyPr wrap="square" lIns="0" tIns="0" rIns="0" bIns="0" rtlCol="0" anchor="t"/>
          <a:lstStyle/>
          <a:p>
            <a:pPr algn="l" indent="0" marL="0">
              <a:buNone/>
            </a:pPr>
            <a:r>
              <a:rPr lang="en-US" sz="1313" b="1" dirty="0">
                <a:solidFill>
                  <a:srgbClr val="4A3C33"/>
                </a:solidFill>
                <a:latin typeface="Noto Sans TC" pitchFamily="34" charset="0"/>
                <a:ea typeface="Noto Sans TC" pitchFamily="34" charset="-122"/>
                <a:cs typeface="Noto Sans TC" pitchFamily="34" charset="-120"/>
              </a:rPr>
              <a:t>發了都沒有人看</a:t>
            </a:r>
            <a:endParaRPr lang="en-US" sz="1313" dirty="0"/>
          </a:p>
        </p:txBody>
      </p:sp>
      <p:sp>
        <p:nvSpPr>
          <p:cNvPr id="12" name="Text 9"/>
          <p:cNvSpPr txBox="1"/>
          <p:nvPr/>
        </p:nvSpPr>
        <p:spPr>
          <a:xfrm>
            <a:off x="5720944" y="3800795"/>
            <a:ext cx="427482" cy="219090"/>
          </a:xfrm>
          <a:prstGeom prst="rect">
            <a:avLst/>
          </a:prstGeom>
          <a:noFill/>
          <a:ln/>
        </p:spPr>
        <p:txBody>
          <a:bodyPr wrap="square" lIns="0" tIns="0" rIns="0" bIns="0" rtlCol="0" anchor="t"/>
          <a:lstStyle/>
          <a:p>
            <a:pPr algn="r" indent="0" marL="0">
              <a:buNone/>
            </a:pPr>
            <a:r>
              <a:rPr lang="en-US" sz="1088" b="1" dirty="0">
                <a:solidFill>
                  <a:srgbClr val="C05F3C"/>
                </a:solidFill>
                <a:latin typeface="Noto Sans TC" pitchFamily="34" charset="0"/>
                <a:ea typeface="Noto Sans TC" pitchFamily="34" charset="-122"/>
                <a:cs typeface="Noto Sans TC" pitchFamily="34" charset="-120"/>
              </a:rPr>
              <a:t>81%</a:t>
            </a:r>
            <a:endParaRPr lang="en-US" sz="1088" dirty="0"/>
          </a:p>
        </p:txBody>
      </p:sp>
      <p:sp>
        <p:nvSpPr>
          <p:cNvPr id="13" name="Text 10"/>
          <p:cNvSpPr txBox="1"/>
          <p:nvPr/>
        </p:nvSpPr>
        <p:spPr>
          <a:xfrm>
            <a:off x="761970" y="4134185"/>
            <a:ext cx="2147926" cy="257221"/>
          </a:xfrm>
          <a:prstGeom prst="rect">
            <a:avLst/>
          </a:prstGeom>
          <a:noFill/>
          <a:ln/>
        </p:spPr>
        <p:txBody>
          <a:bodyPr wrap="square" lIns="0" tIns="0" rIns="0" bIns="0" rtlCol="0" anchor="t"/>
          <a:lstStyle/>
          <a:p>
            <a:pPr algn="l" indent="0" marL="0">
              <a:buNone/>
            </a:pPr>
            <a:r>
              <a:rPr lang="en-US" sz="1313" b="1" dirty="0">
                <a:solidFill>
                  <a:srgbClr val="4A3C33"/>
                </a:solidFill>
                <a:latin typeface="Noto Sans TC" pitchFamily="34" charset="0"/>
                <a:ea typeface="Noto Sans TC" pitchFamily="34" charset="-122"/>
                <a:cs typeface="Noto Sans TC" pitchFamily="34" charset="-120"/>
              </a:rPr>
              <a:t>Reels、限動看過但不會用</a:t>
            </a:r>
            <a:endParaRPr lang="en-US" sz="1313" dirty="0"/>
          </a:p>
        </p:txBody>
      </p:sp>
      <p:sp>
        <p:nvSpPr>
          <p:cNvPr id="14" name="Text 11"/>
          <p:cNvSpPr txBox="1"/>
          <p:nvPr/>
        </p:nvSpPr>
        <p:spPr>
          <a:xfrm>
            <a:off x="5720944" y="4153205"/>
            <a:ext cx="427482" cy="219090"/>
          </a:xfrm>
          <a:prstGeom prst="rect">
            <a:avLst/>
          </a:prstGeom>
          <a:noFill/>
          <a:ln/>
        </p:spPr>
        <p:txBody>
          <a:bodyPr wrap="square" lIns="0" tIns="0" rIns="0" bIns="0" rtlCol="0" anchor="t"/>
          <a:lstStyle/>
          <a:p>
            <a:pPr algn="r" indent="0" marL="0">
              <a:buNone/>
            </a:pPr>
            <a:r>
              <a:rPr lang="en-US" sz="1088" b="1" dirty="0">
                <a:solidFill>
                  <a:srgbClr val="C05F3C"/>
                </a:solidFill>
                <a:latin typeface="Noto Sans TC" pitchFamily="34" charset="0"/>
                <a:ea typeface="Noto Sans TC" pitchFamily="34" charset="-122"/>
                <a:cs typeface="Noto Sans TC" pitchFamily="34" charset="-120"/>
              </a:rPr>
              <a:t>70%</a:t>
            </a:r>
            <a:endParaRPr lang="en-US" sz="1088" dirty="0"/>
          </a:p>
        </p:txBody>
      </p:sp>
      <p:sp>
        <p:nvSpPr>
          <p:cNvPr id="15" name="Text 12"/>
          <p:cNvSpPr txBox="1"/>
          <p:nvPr/>
        </p:nvSpPr>
        <p:spPr>
          <a:xfrm>
            <a:off x="761970" y="4486595"/>
            <a:ext cx="2829336" cy="495330"/>
          </a:xfrm>
          <a:prstGeom prst="rect">
            <a:avLst/>
          </a:prstGeom>
          <a:noFill/>
          <a:ln/>
        </p:spPr>
        <p:txBody>
          <a:bodyPr wrap="square" lIns="0" tIns="0" rIns="0" bIns="0" rtlCol="0" anchor="t"/>
          <a:lstStyle/>
          <a:p>
            <a:pPr algn="l" indent="0" marL="0">
              <a:buNone/>
            </a:pPr>
            <a:r>
              <a:rPr lang="en-US" sz="1313" b="1" dirty="0">
                <a:solidFill>
                  <a:srgbClr val="4A3C33"/>
                </a:solidFill>
                <a:latin typeface="Noto Sans TC" pitchFamily="34" charset="0"/>
                <a:ea typeface="Noto Sans TC" pitchFamily="34" charset="-122"/>
                <a:cs typeface="Noto Sans TC" pitchFamily="34" charset="-120"/>
              </a:rPr>
              <a:t>LINE 每天用，但不知道什麼是官方 LINE</a:t>
            </a:r>
            <a:endParaRPr lang="en-US" sz="1313" dirty="0"/>
          </a:p>
        </p:txBody>
      </p:sp>
      <p:sp>
        <p:nvSpPr>
          <p:cNvPr id="16" name="Text 13"/>
          <p:cNvSpPr txBox="1"/>
          <p:nvPr/>
        </p:nvSpPr>
        <p:spPr>
          <a:xfrm>
            <a:off x="5720944" y="4624669"/>
            <a:ext cx="427482" cy="219090"/>
          </a:xfrm>
          <a:prstGeom prst="rect">
            <a:avLst/>
          </a:prstGeom>
          <a:noFill/>
          <a:ln/>
        </p:spPr>
        <p:txBody>
          <a:bodyPr wrap="square" lIns="0" tIns="0" rIns="0" bIns="0" rtlCol="0" anchor="t"/>
          <a:lstStyle/>
          <a:p>
            <a:pPr algn="r" indent="0" marL="0">
              <a:buNone/>
            </a:pPr>
            <a:r>
              <a:rPr lang="en-US" sz="1088" b="1" dirty="0">
                <a:solidFill>
                  <a:srgbClr val="C05F3C"/>
                </a:solidFill>
                <a:latin typeface="Noto Sans TC" pitchFamily="34" charset="0"/>
                <a:ea typeface="Noto Sans TC" pitchFamily="34" charset="-122"/>
                <a:cs typeface="Noto Sans TC" pitchFamily="34" charset="-120"/>
              </a:rPr>
              <a:t>59%</a:t>
            </a:r>
            <a:endParaRPr lang="en-US" sz="1088" dirty="0"/>
          </a:p>
        </p:txBody>
      </p:sp>
      <p:sp>
        <p:nvSpPr>
          <p:cNvPr id="17" name="Text 14"/>
          <p:cNvSpPr txBox="1"/>
          <p:nvPr/>
        </p:nvSpPr>
        <p:spPr>
          <a:xfrm>
            <a:off x="761970" y="5143774"/>
            <a:ext cx="3533973" cy="228600"/>
          </a:xfrm>
          <a:prstGeom prst="rect">
            <a:avLst/>
          </a:prstGeom>
          <a:noFill/>
          <a:ln/>
        </p:spPr>
        <p:txBody>
          <a:bodyPr wrap="square" lIns="0" tIns="0" rIns="0" bIns="0" rtlCol="0" anchor="t"/>
          <a:lstStyle/>
          <a:p>
            <a:pPr algn="l" indent="0" marL="0">
              <a:lnSpc>
                <a:spcPts val="1802"/>
              </a:lnSpc>
              <a:buNone/>
            </a:pPr>
            <a:r>
              <a:rPr lang="en-US" sz="1163" b="1" dirty="0">
                <a:solidFill>
                  <a:srgbClr val="9C8B7C"/>
                </a:solidFill>
                <a:latin typeface="Noto Sans TC" pitchFamily="34" charset="0"/>
                <a:ea typeface="Noto Sans TC" pitchFamily="34" charset="-122"/>
                <a:cs typeface="Noto Sans TC" pitchFamily="34" charset="-120"/>
              </a:rPr>
              <a:t>＊示意數據，上課前請替換為本班實際調查結果。</a:t>
            </a:r>
            <a:endParaRPr lang="en-US" sz="1163" dirty="0"/>
          </a:p>
        </p:txBody>
      </p:sp>
      <p:sp>
        <p:nvSpPr>
          <p:cNvPr id="18" name="Text 15"/>
          <p:cNvSpPr txBox="1"/>
          <p:nvPr/>
        </p:nvSpPr>
        <p:spPr>
          <a:xfrm>
            <a:off x="6893753" y="3660709"/>
            <a:ext cx="2271735" cy="544434"/>
          </a:xfrm>
          <a:prstGeom prst="rect">
            <a:avLst/>
          </a:prstGeom>
          <a:noFill/>
          <a:ln/>
        </p:spPr>
        <p:txBody>
          <a:bodyPr wrap="square" lIns="0" tIns="0" rIns="0" bIns="0" rtlCol="0" anchor="t"/>
          <a:lstStyle/>
          <a:p>
            <a:pPr algn="ctr" indent="0" marL="0">
              <a:lnSpc>
                <a:spcPts val="2187"/>
              </a:lnSpc>
              <a:buNone/>
            </a:pPr>
            <a:r>
              <a:rPr lang="en-US" sz="1350" b="1" dirty="0">
                <a:solidFill>
                  <a:srgbClr val="4A3C33"/>
                </a:solidFill>
                <a:latin typeface="Noto Sans TC" pitchFamily="34" charset="0"/>
                <a:ea typeface="Noto Sans TC" pitchFamily="34" charset="-122"/>
                <a:cs typeface="Noto Sans TC" pitchFamily="34" charset="-120"/>
              </a:rPr>
              <a:t> 「我東西做得很好啊，</a:t>
            </a:r>
            <a:endParaRPr lang="en-US" sz="1350" dirty="0"/>
          </a:p>
          <a:p>
            <a:pPr algn="ctr" indent="0" marL="0">
              <a:lnSpc>
                <a:spcPts val="2187"/>
              </a:lnSpc>
              <a:buNone/>
            </a:pPr>
            <a:r>
              <a:rPr lang="en-US" sz="1350" b="1" dirty="0">
                <a:solidFill>
                  <a:srgbClr val="4A3C33"/>
                </a:solidFill>
                <a:latin typeface="Noto Sans TC" pitchFamily="34" charset="0"/>
                <a:ea typeface="Noto Sans TC" pitchFamily="34" charset="-122"/>
                <a:cs typeface="Noto Sans TC" pitchFamily="34" charset="-120"/>
              </a:rPr>
              <a:t>可是……都沒有人知道。」</a:t>
            </a:r>
            <a:endParaRPr lang="en-US" sz="1350" dirty="0"/>
          </a:p>
        </p:txBody>
      </p:sp>
      <p:sp>
        <p:nvSpPr>
          <p:cNvPr id="19" name="Text 16"/>
          <p:cNvSpPr txBox="1"/>
          <p:nvPr/>
        </p:nvSpPr>
        <p:spPr>
          <a:xfrm>
            <a:off x="8331281" y="4616166"/>
            <a:ext cx="1334750" cy="209580"/>
          </a:xfrm>
          <a:prstGeom prst="rect">
            <a:avLst/>
          </a:prstGeom>
          <a:noFill/>
          <a:ln/>
        </p:spPr>
        <p:txBody>
          <a:bodyPr wrap="square" lIns="0" tIns="0" rIns="0" bIns="0" rtlCol="0" anchor="t"/>
          <a:lstStyle/>
          <a:p>
            <a:pPr algn="ctr" indent="0" marL="0">
              <a:buNone/>
            </a:pPr>
            <a:r>
              <a:rPr lang="en-US" sz="1050" b="1" spc="105" kern="0" dirty="0">
                <a:solidFill>
                  <a:srgbClr val="9C8B7C"/>
                </a:solidFill>
                <a:latin typeface="Noto Sans TC" pitchFamily="34" charset="0"/>
                <a:ea typeface="Noto Sans TC" pitchFamily="34" charset="-122"/>
                <a:cs typeface="Noto Sans TC" pitchFamily="34" charset="-120"/>
              </a:rPr>
              <a:t>最常聽到的一句話</a:t>
            </a:r>
            <a:endParaRPr lang="en-US" sz="1050" dirty="0"/>
          </a:p>
        </p:txBody>
      </p:sp>
      <p:sp>
        <p:nvSpPr>
          <p:cNvPr id="20" name="Text 17"/>
          <p:cNvSpPr txBox="1"/>
          <p:nvPr/>
        </p:nvSpPr>
        <p:spPr>
          <a:xfrm>
            <a:off x="10605486" y="304770"/>
            <a:ext cx="717804" cy="209580"/>
          </a:xfrm>
          <a:prstGeom prst="rect">
            <a:avLst/>
          </a:prstGeom>
          <a:noFill/>
          <a:ln/>
        </p:spPr>
        <p:txBody>
          <a:bodyPr wrap="square" lIns="0" tIns="0" rIns="0" bIns="0" rtlCol="0" anchor="t"/>
          <a:lstStyle/>
          <a:p>
            <a:pPr algn="l" indent="0" marL="0">
              <a:buNone/>
            </a:pPr>
            <a:r>
              <a:rPr lang="en-US" sz="1013" b="1" spc="142" kern="0" dirty="0">
                <a:solidFill>
                  <a:srgbClr val="FBF7F1"/>
                </a:solidFill>
                <a:latin typeface="Noto Sans TC" pitchFamily="34" charset="0"/>
                <a:ea typeface="Noto Sans TC" pitchFamily="34" charset="-122"/>
                <a:cs typeface="Noto Sans TC" pitchFamily="34" charset="-120"/>
              </a:rPr>
              <a:t>現場提問</a:t>
            </a:r>
            <a:endParaRPr lang="en-US" sz="1013" dirty="0"/>
          </a:p>
        </p:txBody>
      </p:sp>
      <p:sp>
        <p:nvSpPr>
          <p:cNvPr id="21" name="Text 18"/>
          <p:cNvSpPr txBox="1"/>
          <p:nvPr/>
        </p:nvSpPr>
        <p:spPr>
          <a:xfrm>
            <a:off x="761970" y="6438930"/>
            <a:ext cx="1338042" cy="200071"/>
          </a:xfrm>
          <a:prstGeom prst="rect">
            <a:avLst/>
          </a:prstGeom>
          <a:noFill/>
          <a:ln/>
        </p:spPr>
        <p:txBody>
          <a:bodyPr wrap="square" lIns="0" tIns="0" rIns="0" bIns="0" rtlCol="0" anchor="t"/>
          <a:lstStyle/>
          <a:p>
            <a:pPr algn="l" indent="0" marL="0">
              <a:buNone/>
            </a:pPr>
            <a:r>
              <a:rPr lang="en-US" sz="938" b="1" spc="56" kern="0" dirty="0">
                <a:solidFill>
                  <a:srgbClr val="9C8B7C"/>
                </a:solidFill>
                <a:latin typeface="Noto Sans TC" pitchFamily="34" charset="0"/>
                <a:ea typeface="Noto Sans TC" pitchFamily="34" charset="-122"/>
                <a:cs typeface="Noto Sans TC" pitchFamily="34" charset="-120"/>
              </a:rPr>
              <a:t>PART 1 · 09:05</a:t>
            </a:r>
            <a:endParaRPr lang="en-US" sz="938" dirty="0"/>
          </a:p>
        </p:txBody>
      </p:sp>
      <p:sp>
        <p:nvSpPr>
          <p:cNvPr id="22" name="Text 19"/>
          <p:cNvSpPr txBox="1"/>
          <p:nvPr/>
        </p:nvSpPr>
        <p:spPr>
          <a:xfrm>
            <a:off x="11000049" y="6438930"/>
            <a:ext cx="485181" cy="200071"/>
          </a:xfrm>
          <a:prstGeom prst="rect">
            <a:avLst/>
          </a:prstGeom>
          <a:noFill/>
          <a:ln/>
        </p:spPr>
        <p:txBody>
          <a:bodyPr wrap="square" lIns="0" tIns="0" rIns="0" bIns="0" rtlCol="0" anchor="t"/>
          <a:lstStyle/>
          <a:p>
            <a:pPr algn="l" indent="0" marL="0">
              <a:buNone/>
            </a:pPr>
            <a:r>
              <a:rPr lang="en-US" sz="938" b="1" spc="56" kern="0" dirty="0">
                <a:solidFill>
                  <a:srgbClr val="9C8B7C"/>
                </a:solidFill>
                <a:latin typeface="Noto Sans TC" pitchFamily="34" charset="0"/>
                <a:ea typeface="Noto Sans TC" pitchFamily="34" charset="-122"/>
                <a:cs typeface="Noto Sans TC" pitchFamily="34" charset="-120"/>
              </a:rPr>
              <a:t>5 / 75</a:t>
            </a:r>
            <a:endParaRPr lang="en-US" sz="938"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7F1"/>
        </a:solidFill>
      </p:bgPr>
    </p:bg>
    <p:spTree>
      <p:nvGrpSpPr>
        <p:cNvPr id="1" name=""/>
        <p:cNvGrpSpPr/>
        <p:nvPr/>
      </p:nvGrpSpPr>
      <p:grpSpPr>
        <a:xfrm>
          <a:off x="0" y="0"/>
          <a:ext cx="0" cy="0"/>
          <a:chOff x="0" y="0"/>
          <a:chExt cx="0" cy="0"/>
        </a:xfrm>
      </p:grpSpPr>
      <p:pic>
        <p:nvPicPr>
          <p:cNvPr id="2" name="Image 0" descr="/home/user/gogoeveryday/social-course/export-pptx/build/bg/06.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761970" y="642640"/>
            <a:ext cx="1181405" cy="219090"/>
          </a:xfrm>
          <a:prstGeom prst="rect">
            <a:avLst/>
          </a:prstGeom>
          <a:noFill/>
          <a:ln/>
        </p:spPr>
        <p:txBody>
          <a:bodyPr wrap="square" lIns="0" tIns="0" rIns="0" bIns="0" rtlCol="0" anchor="t"/>
          <a:lstStyle/>
          <a:p>
            <a:pPr algn="l" indent="0" marL="0">
              <a:buNone/>
            </a:pPr>
            <a:r>
              <a:rPr lang="en-US" sz="1125" b="1" spc="225" kern="0" dirty="0">
                <a:solidFill>
                  <a:srgbClr val="C05F3C"/>
                </a:solidFill>
                <a:latin typeface="Noto Sans TC" pitchFamily="34" charset="0"/>
                <a:ea typeface="Noto Sans TC" pitchFamily="34" charset="-122"/>
                <a:cs typeface="Noto Sans TC" pitchFamily="34" charset="-120"/>
              </a:rPr>
              <a:t>最常見的錯誤</a:t>
            </a:r>
            <a:endParaRPr lang="en-US" sz="1125" dirty="0"/>
          </a:p>
        </p:txBody>
      </p:sp>
      <p:sp>
        <p:nvSpPr>
          <p:cNvPr id="4" name="Text 1"/>
          <p:cNvSpPr txBox="1"/>
          <p:nvPr/>
        </p:nvSpPr>
        <p:spPr>
          <a:xfrm>
            <a:off x="1019190" y="1442740"/>
            <a:ext cx="1016721" cy="200071"/>
          </a:xfrm>
          <a:prstGeom prst="rect">
            <a:avLst/>
          </a:prstGeom>
          <a:noFill/>
          <a:ln/>
        </p:spPr>
        <p:txBody>
          <a:bodyPr wrap="square" lIns="0" tIns="0" rIns="0" bIns="0" rtlCol="0" anchor="t"/>
          <a:lstStyle/>
          <a:p>
            <a:pPr algn="l" indent="0" marL="0">
              <a:buNone/>
            </a:pPr>
            <a:r>
              <a:rPr lang="en-US" sz="975" b="1" spc="136" kern="0" dirty="0">
                <a:solidFill>
                  <a:srgbClr val="C05F3C"/>
                </a:solidFill>
                <a:latin typeface="Noto Sans TC" pitchFamily="34" charset="0"/>
                <a:ea typeface="Noto Sans TC" pitchFamily="34" charset="-122"/>
                <a:cs typeface="Noto Sans TC" pitchFamily="34" charset="-120"/>
              </a:rPr>
              <a:t>✕ 常見的做法</a:t>
            </a:r>
            <a:endParaRPr lang="en-US" sz="975" dirty="0"/>
          </a:p>
        </p:txBody>
      </p:sp>
      <p:sp>
        <p:nvSpPr>
          <p:cNvPr id="5" name="Text 2"/>
          <p:cNvSpPr txBox="1"/>
          <p:nvPr/>
        </p:nvSpPr>
        <p:spPr>
          <a:xfrm>
            <a:off x="1019190" y="1847545"/>
            <a:ext cx="379202" cy="200071"/>
          </a:xfrm>
          <a:prstGeom prst="rect">
            <a:avLst/>
          </a:prstGeom>
          <a:noFill/>
          <a:ln/>
        </p:spPr>
        <p:txBody>
          <a:bodyPr wrap="square" lIns="0" tIns="0" rIns="0" bIns="0" rtlCol="0" anchor="t"/>
          <a:lstStyle/>
          <a:p>
            <a:pPr algn="l" indent="0" marL="0">
              <a:buNone/>
            </a:pPr>
            <a:r>
              <a:rPr lang="en-US" sz="975" b="1" dirty="0">
                <a:solidFill>
                  <a:srgbClr val="9C8B7C"/>
                </a:solidFill>
                <a:latin typeface="Noto Sans TC" pitchFamily="34" charset="0"/>
                <a:ea typeface="Noto Sans TC" pitchFamily="34" charset="-122"/>
                <a:cs typeface="Noto Sans TC" pitchFamily="34" charset="-120"/>
              </a:rPr>
              <a:t>今天</a:t>
            </a:r>
            <a:endParaRPr lang="en-US" sz="975" dirty="0"/>
          </a:p>
        </p:txBody>
      </p:sp>
      <p:sp>
        <p:nvSpPr>
          <p:cNvPr id="6" name="Text 3"/>
          <p:cNvSpPr txBox="1"/>
          <p:nvPr/>
        </p:nvSpPr>
        <p:spPr>
          <a:xfrm>
            <a:off x="1647840" y="1833281"/>
            <a:ext cx="1499433" cy="228600"/>
          </a:xfrm>
          <a:prstGeom prst="rect">
            <a:avLst/>
          </a:prstGeom>
          <a:noFill/>
          <a:ln/>
        </p:spPr>
        <p:txBody>
          <a:bodyPr wrap="square" lIns="0" tIns="0" rIns="0" bIns="0" rtlCol="0" anchor="t"/>
          <a:lstStyle/>
          <a:p>
            <a:pPr algn="l" indent="0" marL="0">
              <a:buNone/>
            </a:pPr>
            <a:r>
              <a:rPr lang="en-US" sz="1163" b="1" dirty="0">
                <a:solidFill>
                  <a:srgbClr val="4A3C33"/>
                </a:solidFill>
                <a:latin typeface="Noto Sans TC" pitchFamily="34" charset="0"/>
                <a:ea typeface="Noto Sans TC" pitchFamily="34" charset="-122"/>
                <a:cs typeface="Noto Sans TC" pitchFamily="34" charset="-120"/>
              </a:rPr>
              <a:t>有商品，歡迎購買！</a:t>
            </a:r>
            <a:endParaRPr lang="en-US" sz="1163" dirty="0"/>
          </a:p>
        </p:txBody>
      </p:sp>
      <p:sp>
        <p:nvSpPr>
          <p:cNvPr id="7" name="Text 4"/>
          <p:cNvSpPr txBox="1"/>
          <p:nvPr/>
        </p:nvSpPr>
        <p:spPr>
          <a:xfrm>
            <a:off x="1019190" y="2400026"/>
            <a:ext cx="379202" cy="200071"/>
          </a:xfrm>
          <a:prstGeom prst="rect">
            <a:avLst/>
          </a:prstGeom>
          <a:noFill/>
          <a:ln/>
        </p:spPr>
        <p:txBody>
          <a:bodyPr wrap="square" lIns="0" tIns="0" rIns="0" bIns="0" rtlCol="0" anchor="t"/>
          <a:lstStyle/>
          <a:p>
            <a:pPr algn="l" indent="0" marL="0">
              <a:buNone/>
            </a:pPr>
            <a:r>
              <a:rPr lang="en-US" sz="975" b="1" dirty="0">
                <a:solidFill>
                  <a:srgbClr val="9C8B7C"/>
                </a:solidFill>
                <a:latin typeface="Noto Sans TC" pitchFamily="34" charset="0"/>
                <a:ea typeface="Noto Sans TC" pitchFamily="34" charset="-122"/>
                <a:cs typeface="Noto Sans TC" pitchFamily="34" charset="-120"/>
              </a:rPr>
              <a:t>明天</a:t>
            </a:r>
            <a:endParaRPr lang="en-US" sz="975" dirty="0"/>
          </a:p>
        </p:txBody>
      </p:sp>
      <p:sp>
        <p:nvSpPr>
          <p:cNvPr id="8" name="Text 5"/>
          <p:cNvSpPr txBox="1"/>
          <p:nvPr/>
        </p:nvSpPr>
        <p:spPr>
          <a:xfrm>
            <a:off x="1647840" y="2385670"/>
            <a:ext cx="1499433" cy="228600"/>
          </a:xfrm>
          <a:prstGeom prst="rect">
            <a:avLst/>
          </a:prstGeom>
          <a:noFill/>
          <a:ln/>
        </p:spPr>
        <p:txBody>
          <a:bodyPr wrap="square" lIns="0" tIns="0" rIns="0" bIns="0" rtlCol="0" anchor="t"/>
          <a:lstStyle/>
          <a:p>
            <a:pPr algn="l" indent="0" marL="0">
              <a:buNone/>
            </a:pPr>
            <a:r>
              <a:rPr lang="en-US" sz="1163" b="1" dirty="0">
                <a:solidFill>
                  <a:srgbClr val="4A3C33"/>
                </a:solidFill>
                <a:latin typeface="Noto Sans TC" pitchFamily="34" charset="0"/>
                <a:ea typeface="Noto Sans TC" pitchFamily="34" charset="-122"/>
                <a:cs typeface="Noto Sans TC" pitchFamily="34" charset="-120"/>
              </a:rPr>
              <a:t>有商品，歡迎購買！</a:t>
            </a:r>
            <a:endParaRPr lang="en-US" sz="1163" dirty="0"/>
          </a:p>
        </p:txBody>
      </p:sp>
      <p:sp>
        <p:nvSpPr>
          <p:cNvPr id="9" name="Text 6"/>
          <p:cNvSpPr txBox="1"/>
          <p:nvPr/>
        </p:nvSpPr>
        <p:spPr>
          <a:xfrm>
            <a:off x="1019190" y="2952415"/>
            <a:ext cx="379202" cy="200071"/>
          </a:xfrm>
          <a:prstGeom prst="rect">
            <a:avLst/>
          </a:prstGeom>
          <a:noFill/>
          <a:ln/>
        </p:spPr>
        <p:txBody>
          <a:bodyPr wrap="square" lIns="0" tIns="0" rIns="0" bIns="0" rtlCol="0" anchor="t"/>
          <a:lstStyle/>
          <a:p>
            <a:pPr algn="l" indent="0" marL="0">
              <a:buNone/>
            </a:pPr>
            <a:r>
              <a:rPr lang="en-US" sz="975" b="1" dirty="0">
                <a:solidFill>
                  <a:srgbClr val="9C8B7C"/>
                </a:solidFill>
                <a:latin typeface="Noto Sans TC" pitchFamily="34" charset="0"/>
                <a:ea typeface="Noto Sans TC" pitchFamily="34" charset="-122"/>
                <a:cs typeface="Noto Sans TC" pitchFamily="34" charset="-120"/>
              </a:rPr>
              <a:t>後天</a:t>
            </a:r>
            <a:endParaRPr lang="en-US" sz="975" dirty="0"/>
          </a:p>
        </p:txBody>
      </p:sp>
      <p:sp>
        <p:nvSpPr>
          <p:cNvPr id="10" name="Text 7"/>
          <p:cNvSpPr txBox="1"/>
          <p:nvPr/>
        </p:nvSpPr>
        <p:spPr>
          <a:xfrm>
            <a:off x="1647840" y="2938150"/>
            <a:ext cx="1499433" cy="228600"/>
          </a:xfrm>
          <a:prstGeom prst="rect">
            <a:avLst/>
          </a:prstGeom>
          <a:noFill/>
          <a:ln/>
        </p:spPr>
        <p:txBody>
          <a:bodyPr wrap="square" lIns="0" tIns="0" rIns="0" bIns="0" rtlCol="0" anchor="t"/>
          <a:lstStyle/>
          <a:p>
            <a:pPr algn="l" indent="0" marL="0">
              <a:buNone/>
            </a:pPr>
            <a:r>
              <a:rPr lang="en-US" sz="1163" b="1" dirty="0">
                <a:solidFill>
                  <a:srgbClr val="4A3C33"/>
                </a:solidFill>
                <a:latin typeface="Noto Sans TC" pitchFamily="34" charset="0"/>
                <a:ea typeface="Noto Sans TC" pitchFamily="34" charset="-122"/>
                <a:cs typeface="Noto Sans TC" pitchFamily="34" charset="-120"/>
              </a:rPr>
              <a:t>有商品，歡迎購買！</a:t>
            </a:r>
            <a:endParaRPr lang="en-US" sz="1163" dirty="0"/>
          </a:p>
        </p:txBody>
      </p:sp>
      <p:sp>
        <p:nvSpPr>
          <p:cNvPr id="11" name="Text 8"/>
          <p:cNvSpPr txBox="1"/>
          <p:nvPr/>
        </p:nvSpPr>
        <p:spPr>
          <a:xfrm>
            <a:off x="2701869" y="4109771"/>
            <a:ext cx="1292322" cy="519379"/>
          </a:xfrm>
          <a:prstGeom prst="rect">
            <a:avLst/>
          </a:prstGeom>
          <a:noFill/>
          <a:ln/>
        </p:spPr>
        <p:txBody>
          <a:bodyPr wrap="square" lIns="0" tIns="0" rIns="0" bIns="0" rtlCol="0" anchor="t"/>
          <a:lstStyle/>
          <a:p>
            <a:pPr algn="ctr" indent="0" marL="0">
              <a:lnSpc>
                <a:spcPts val="2066"/>
              </a:lnSpc>
              <a:buNone/>
            </a:pPr>
            <a:r>
              <a:rPr lang="en-US" sz="1275" b="1" dirty="0">
                <a:solidFill>
                  <a:srgbClr val="4A3C33"/>
                </a:solidFill>
                <a:latin typeface="Noto Sans TC" pitchFamily="34" charset="0"/>
                <a:ea typeface="Noto Sans TC" pitchFamily="34" charset="-122"/>
                <a:cs typeface="Noto Sans TC" pitchFamily="34" charset="-120"/>
              </a:rPr>
              <a:t>只有你在說話，</a:t>
            </a:r>
            <a:endParaRPr lang="en-US" sz="1275" dirty="0"/>
          </a:p>
          <a:p>
            <a:pPr algn="ctr" indent="0" marL="0">
              <a:lnSpc>
                <a:spcPts val="2066"/>
              </a:lnSpc>
              <a:buNone/>
            </a:pPr>
            <a:r>
              <a:rPr lang="en-US" sz="1275" b="1" dirty="0">
                <a:solidFill>
                  <a:srgbClr val="4A3C33"/>
                </a:solidFill>
                <a:latin typeface="Noto Sans TC" pitchFamily="34" charset="0"/>
                <a:ea typeface="Noto Sans TC" pitchFamily="34" charset="-122"/>
                <a:cs typeface="Noto Sans TC" pitchFamily="34" charset="-120"/>
              </a:rPr>
              <a:t>沒有人想回應。</a:t>
            </a:r>
            <a:endParaRPr lang="en-US" sz="1275" dirty="0"/>
          </a:p>
        </p:txBody>
      </p:sp>
      <p:sp>
        <p:nvSpPr>
          <p:cNvPr id="12" name="Text 9"/>
          <p:cNvSpPr txBox="1"/>
          <p:nvPr/>
        </p:nvSpPr>
        <p:spPr>
          <a:xfrm>
            <a:off x="6524610" y="1442740"/>
            <a:ext cx="1000445" cy="200071"/>
          </a:xfrm>
          <a:prstGeom prst="rect">
            <a:avLst/>
          </a:prstGeom>
          <a:noFill/>
          <a:ln/>
        </p:spPr>
        <p:txBody>
          <a:bodyPr wrap="square" lIns="0" tIns="0" rIns="0" bIns="0" rtlCol="0" anchor="t"/>
          <a:lstStyle/>
          <a:p>
            <a:pPr algn="l" indent="0" marL="0">
              <a:buNone/>
            </a:pPr>
            <a:r>
              <a:rPr lang="en-US" sz="975" b="1" spc="136" kern="0" dirty="0">
                <a:solidFill>
                  <a:srgbClr val="5F7A63"/>
                </a:solidFill>
                <a:latin typeface="Noto Sans TC" pitchFamily="34" charset="0"/>
                <a:ea typeface="Noto Sans TC" pitchFamily="34" charset="-122"/>
                <a:cs typeface="Noto Sans TC" pitchFamily="34" charset="-120"/>
              </a:rPr>
              <a:t>✓ 正確的觀念</a:t>
            </a:r>
            <a:endParaRPr lang="en-US" sz="975" dirty="0"/>
          </a:p>
        </p:txBody>
      </p:sp>
      <p:sp>
        <p:nvSpPr>
          <p:cNvPr id="13" name="Text 10"/>
          <p:cNvSpPr txBox="1"/>
          <p:nvPr/>
        </p:nvSpPr>
        <p:spPr>
          <a:xfrm>
            <a:off x="6524610" y="1838035"/>
            <a:ext cx="379202" cy="200071"/>
          </a:xfrm>
          <a:prstGeom prst="rect">
            <a:avLst/>
          </a:prstGeom>
          <a:noFill/>
          <a:ln/>
        </p:spPr>
        <p:txBody>
          <a:bodyPr wrap="square" lIns="0" tIns="0" rIns="0" bIns="0" rtlCol="0" anchor="t"/>
          <a:lstStyle/>
          <a:p>
            <a:pPr algn="l" indent="0" marL="0">
              <a:buNone/>
            </a:pPr>
            <a:r>
              <a:rPr lang="en-US" sz="975" b="1" dirty="0">
                <a:solidFill>
                  <a:srgbClr val="9C8B7C"/>
                </a:solidFill>
                <a:latin typeface="Noto Sans TC" pitchFamily="34" charset="0"/>
                <a:ea typeface="Noto Sans TC" pitchFamily="34" charset="-122"/>
                <a:cs typeface="Noto Sans TC" pitchFamily="34" charset="-120"/>
              </a:rPr>
              <a:t>今天</a:t>
            </a:r>
            <a:endParaRPr lang="en-US" sz="975" dirty="0"/>
          </a:p>
        </p:txBody>
      </p:sp>
      <p:sp>
        <p:nvSpPr>
          <p:cNvPr id="14" name="Text 11"/>
          <p:cNvSpPr txBox="1"/>
          <p:nvPr/>
        </p:nvSpPr>
        <p:spPr>
          <a:xfrm>
            <a:off x="7143750" y="1823771"/>
            <a:ext cx="1883298" cy="228600"/>
          </a:xfrm>
          <a:prstGeom prst="rect">
            <a:avLst/>
          </a:prstGeom>
          <a:noFill/>
          <a:ln/>
        </p:spPr>
        <p:txBody>
          <a:bodyPr wrap="square" lIns="0" tIns="0" rIns="0" bIns="0" rtlCol="0" anchor="t"/>
          <a:lstStyle/>
          <a:p>
            <a:pPr algn="l" indent="0" marL="0">
              <a:buNone/>
            </a:pPr>
            <a:r>
              <a:rPr lang="en-US" sz="1163" b="1" dirty="0">
                <a:solidFill>
                  <a:srgbClr val="4A3C33"/>
                </a:solidFill>
                <a:latin typeface="Noto Sans TC" pitchFamily="34" charset="0"/>
                <a:ea typeface="Noto Sans TC" pitchFamily="34" charset="-122"/>
                <a:cs typeface="Noto Sans TC" pitchFamily="34" charset="-120"/>
              </a:rPr>
              <a:t>今年的草莓終於進來了 🍓</a:t>
            </a:r>
            <a:endParaRPr lang="en-US" sz="1163" dirty="0"/>
          </a:p>
        </p:txBody>
      </p:sp>
      <p:sp>
        <p:nvSpPr>
          <p:cNvPr id="15" name="Text 12"/>
          <p:cNvSpPr txBox="1"/>
          <p:nvPr/>
        </p:nvSpPr>
        <p:spPr>
          <a:xfrm>
            <a:off x="6524610" y="2371405"/>
            <a:ext cx="379202" cy="200071"/>
          </a:xfrm>
          <a:prstGeom prst="rect">
            <a:avLst/>
          </a:prstGeom>
          <a:noFill/>
          <a:ln/>
        </p:spPr>
        <p:txBody>
          <a:bodyPr wrap="square" lIns="0" tIns="0" rIns="0" bIns="0" rtlCol="0" anchor="t"/>
          <a:lstStyle/>
          <a:p>
            <a:pPr algn="l" indent="0" marL="0">
              <a:buNone/>
            </a:pPr>
            <a:r>
              <a:rPr lang="en-US" sz="975" b="1" dirty="0">
                <a:solidFill>
                  <a:srgbClr val="9C8B7C"/>
                </a:solidFill>
                <a:latin typeface="Noto Sans TC" pitchFamily="34" charset="0"/>
                <a:ea typeface="Noto Sans TC" pitchFamily="34" charset="-122"/>
                <a:cs typeface="Noto Sans TC" pitchFamily="34" charset="-120"/>
              </a:rPr>
              <a:t>明天</a:t>
            </a:r>
            <a:endParaRPr lang="en-US" sz="975" dirty="0"/>
          </a:p>
        </p:txBody>
      </p:sp>
      <p:sp>
        <p:nvSpPr>
          <p:cNvPr id="16" name="Text 13"/>
          <p:cNvSpPr txBox="1"/>
          <p:nvPr/>
        </p:nvSpPr>
        <p:spPr>
          <a:xfrm>
            <a:off x="7143750" y="2357140"/>
            <a:ext cx="1499433" cy="228600"/>
          </a:xfrm>
          <a:prstGeom prst="rect">
            <a:avLst/>
          </a:prstGeom>
          <a:noFill/>
          <a:ln/>
        </p:spPr>
        <p:txBody>
          <a:bodyPr wrap="square" lIns="0" tIns="0" rIns="0" bIns="0" rtlCol="0" anchor="t"/>
          <a:lstStyle/>
          <a:p>
            <a:pPr algn="l" indent="0" marL="0">
              <a:buNone/>
            </a:pPr>
            <a:r>
              <a:rPr lang="en-US" sz="1163" b="1" dirty="0">
                <a:solidFill>
                  <a:srgbClr val="4A3C33"/>
                </a:solidFill>
                <a:latin typeface="Noto Sans TC" pitchFamily="34" charset="0"/>
                <a:ea typeface="Noto Sans TC" pitchFamily="34" charset="-122"/>
                <a:cs typeface="Noto Sans TC" pitchFamily="34" charset="-120"/>
              </a:rPr>
              <a:t>煮果醬時廚房的樣子</a:t>
            </a:r>
            <a:endParaRPr lang="en-US" sz="1163" dirty="0"/>
          </a:p>
        </p:txBody>
      </p:sp>
      <p:sp>
        <p:nvSpPr>
          <p:cNvPr id="17" name="Text 14"/>
          <p:cNvSpPr txBox="1"/>
          <p:nvPr/>
        </p:nvSpPr>
        <p:spPr>
          <a:xfrm>
            <a:off x="6524610" y="2904866"/>
            <a:ext cx="379202" cy="200071"/>
          </a:xfrm>
          <a:prstGeom prst="rect">
            <a:avLst/>
          </a:prstGeom>
          <a:noFill/>
          <a:ln/>
        </p:spPr>
        <p:txBody>
          <a:bodyPr wrap="square" lIns="0" tIns="0" rIns="0" bIns="0" rtlCol="0" anchor="t"/>
          <a:lstStyle/>
          <a:p>
            <a:pPr algn="l" indent="0" marL="0">
              <a:buNone/>
            </a:pPr>
            <a:r>
              <a:rPr lang="en-US" sz="975" b="1" dirty="0">
                <a:solidFill>
                  <a:srgbClr val="9C8B7C"/>
                </a:solidFill>
                <a:latin typeface="Noto Sans TC" pitchFamily="34" charset="0"/>
                <a:ea typeface="Noto Sans TC" pitchFamily="34" charset="-122"/>
                <a:cs typeface="Noto Sans TC" pitchFamily="34" charset="-120"/>
              </a:rPr>
              <a:t>後天</a:t>
            </a:r>
            <a:endParaRPr lang="en-US" sz="975" dirty="0"/>
          </a:p>
        </p:txBody>
      </p:sp>
      <p:sp>
        <p:nvSpPr>
          <p:cNvPr id="18" name="Text 15"/>
          <p:cNvSpPr txBox="1"/>
          <p:nvPr/>
        </p:nvSpPr>
        <p:spPr>
          <a:xfrm>
            <a:off x="7143750" y="2890510"/>
            <a:ext cx="1342979" cy="228600"/>
          </a:xfrm>
          <a:prstGeom prst="rect">
            <a:avLst/>
          </a:prstGeom>
          <a:noFill/>
          <a:ln/>
        </p:spPr>
        <p:txBody>
          <a:bodyPr wrap="square" lIns="0" tIns="0" rIns="0" bIns="0" rtlCol="0" anchor="t"/>
          <a:lstStyle/>
          <a:p>
            <a:pPr algn="l" indent="0" marL="0">
              <a:buNone/>
            </a:pPr>
            <a:r>
              <a:rPr lang="en-US" sz="1163" b="1" dirty="0">
                <a:solidFill>
                  <a:srgbClr val="4A3C33"/>
                </a:solidFill>
                <a:latin typeface="Noto Sans TC" pitchFamily="34" charset="0"/>
                <a:ea typeface="Noto Sans TC" pitchFamily="34" charset="-122"/>
                <a:cs typeface="Noto Sans TC" pitchFamily="34" charset="-120"/>
              </a:rPr>
              <a:t>客人回購的一句話</a:t>
            </a:r>
            <a:endParaRPr lang="en-US" sz="1163" dirty="0"/>
          </a:p>
        </p:txBody>
      </p:sp>
      <p:sp>
        <p:nvSpPr>
          <p:cNvPr id="19" name="Text 16"/>
          <p:cNvSpPr txBox="1"/>
          <p:nvPr/>
        </p:nvSpPr>
        <p:spPr>
          <a:xfrm>
            <a:off x="8035656" y="4052621"/>
            <a:ext cx="1635679" cy="519379"/>
          </a:xfrm>
          <a:prstGeom prst="rect">
            <a:avLst/>
          </a:prstGeom>
          <a:noFill/>
          <a:ln/>
        </p:spPr>
        <p:txBody>
          <a:bodyPr wrap="square" lIns="0" tIns="0" rIns="0" bIns="0" rtlCol="0" anchor="t"/>
          <a:lstStyle/>
          <a:p>
            <a:pPr algn="ctr" indent="0" marL="0">
              <a:lnSpc>
                <a:spcPts val="2066"/>
              </a:lnSpc>
              <a:buNone/>
            </a:pPr>
            <a:r>
              <a:rPr lang="en-US" sz="1275" b="1" dirty="0">
                <a:solidFill>
                  <a:srgbClr val="4A3C33"/>
                </a:solidFill>
                <a:latin typeface="Noto Sans TC" pitchFamily="34" charset="0"/>
                <a:ea typeface="Noto Sans TC" pitchFamily="34" charset="-122"/>
                <a:cs typeface="Noto Sans TC" pitchFamily="34" charset="-120"/>
              </a:rPr>
              <a:t>先讓別人願意看你，</a:t>
            </a:r>
            <a:endParaRPr lang="en-US" sz="1275" dirty="0"/>
          </a:p>
          <a:p>
            <a:pPr algn="ctr" indent="0" marL="0">
              <a:lnSpc>
                <a:spcPts val="2066"/>
              </a:lnSpc>
              <a:buNone/>
            </a:pPr>
            <a:r>
              <a:rPr lang="en-US" sz="1275" b="1" dirty="0">
                <a:solidFill>
                  <a:srgbClr val="4A3C33"/>
                </a:solidFill>
                <a:latin typeface="Noto Sans TC" pitchFamily="34" charset="0"/>
                <a:ea typeface="Noto Sans TC" pitchFamily="34" charset="-122"/>
                <a:cs typeface="Noto Sans TC" pitchFamily="34" charset="-120"/>
              </a:rPr>
              <a:t>再談購買。</a:t>
            </a:r>
            <a:endParaRPr lang="en-US" sz="1275" dirty="0"/>
          </a:p>
        </p:txBody>
      </p:sp>
      <p:sp>
        <p:nvSpPr>
          <p:cNvPr id="20" name="Text 17"/>
          <p:cNvSpPr txBox="1"/>
          <p:nvPr/>
        </p:nvSpPr>
        <p:spPr>
          <a:xfrm>
            <a:off x="1533540" y="5291450"/>
            <a:ext cx="4028572" cy="590520"/>
          </a:xfrm>
          <a:prstGeom prst="rect">
            <a:avLst/>
          </a:prstGeom>
          <a:noFill/>
          <a:ln/>
        </p:spPr>
        <p:txBody>
          <a:bodyPr wrap="square" lIns="0" tIns="0" rIns="0" bIns="0" rtlCol="0" anchor="t"/>
          <a:lstStyle/>
          <a:p>
            <a:pPr algn="l" indent="0" marL="0">
              <a:lnSpc>
                <a:spcPts val="2325"/>
              </a:lnSpc>
              <a:buNone/>
            </a:pPr>
            <a:r>
              <a:rPr lang="en-US" sz="1500" b="1" dirty="0">
                <a:solidFill>
                  <a:srgbClr val="4A3C33"/>
                </a:solidFill>
                <a:latin typeface="Noto Sans TC" pitchFamily="34" charset="0"/>
                <a:ea typeface="Noto Sans TC" pitchFamily="34" charset="-122"/>
                <a:cs typeface="Noto Sans TC" pitchFamily="34" charset="-120"/>
              </a:rPr>
              <a:t>沒有人喜歡天天被推銷，</a:t>
            </a:r>
            <a:endParaRPr lang="en-US" sz="1500" dirty="0"/>
          </a:p>
          <a:p>
            <a:pPr algn="l" indent="0" marL="0">
              <a:lnSpc>
                <a:spcPts val="2325"/>
              </a:lnSpc>
              <a:buNone/>
            </a:pPr>
            <a:r>
              <a:rPr lang="en-US" sz="1500" b="1" dirty="0">
                <a:solidFill>
                  <a:srgbClr val="4A3C33"/>
                </a:solidFill>
                <a:latin typeface="Noto Sans TC" pitchFamily="34" charset="0"/>
                <a:ea typeface="Noto Sans TC" pitchFamily="34" charset="-122"/>
                <a:cs typeface="Noto Sans TC" pitchFamily="34" charset="-120"/>
              </a:rPr>
              <a:t>但大家都喜歡看「有人正在認真做一件事」。</a:t>
            </a:r>
            <a:endParaRPr lang="en-US" sz="1500" dirty="0"/>
          </a:p>
        </p:txBody>
      </p:sp>
      <p:sp>
        <p:nvSpPr>
          <p:cNvPr id="21" name="Text 18"/>
          <p:cNvSpPr txBox="1"/>
          <p:nvPr/>
        </p:nvSpPr>
        <p:spPr>
          <a:xfrm>
            <a:off x="761970" y="6438930"/>
            <a:ext cx="1338042" cy="200071"/>
          </a:xfrm>
          <a:prstGeom prst="rect">
            <a:avLst/>
          </a:prstGeom>
          <a:noFill/>
          <a:ln/>
        </p:spPr>
        <p:txBody>
          <a:bodyPr wrap="square" lIns="0" tIns="0" rIns="0" bIns="0" rtlCol="0" anchor="t"/>
          <a:lstStyle/>
          <a:p>
            <a:pPr algn="l" indent="0" marL="0">
              <a:buNone/>
            </a:pPr>
            <a:r>
              <a:rPr lang="en-US" sz="938" b="1" spc="56" kern="0" dirty="0">
                <a:solidFill>
                  <a:srgbClr val="9C8B7C"/>
                </a:solidFill>
                <a:latin typeface="Noto Sans TC" pitchFamily="34" charset="0"/>
                <a:ea typeface="Noto Sans TC" pitchFamily="34" charset="-122"/>
                <a:cs typeface="Noto Sans TC" pitchFamily="34" charset="-120"/>
              </a:rPr>
              <a:t>PART 1 · 09:10</a:t>
            </a:r>
            <a:endParaRPr lang="en-US" sz="938" dirty="0"/>
          </a:p>
        </p:txBody>
      </p:sp>
      <p:sp>
        <p:nvSpPr>
          <p:cNvPr id="22" name="Text 19"/>
          <p:cNvSpPr txBox="1"/>
          <p:nvPr/>
        </p:nvSpPr>
        <p:spPr>
          <a:xfrm>
            <a:off x="11000049" y="6438930"/>
            <a:ext cx="485181" cy="200071"/>
          </a:xfrm>
          <a:prstGeom prst="rect">
            <a:avLst/>
          </a:prstGeom>
          <a:noFill/>
          <a:ln/>
        </p:spPr>
        <p:txBody>
          <a:bodyPr wrap="square" lIns="0" tIns="0" rIns="0" bIns="0" rtlCol="0" anchor="t"/>
          <a:lstStyle/>
          <a:p>
            <a:pPr algn="l" indent="0" marL="0">
              <a:buNone/>
            </a:pPr>
            <a:r>
              <a:rPr lang="en-US" sz="938" b="1" spc="56" kern="0" dirty="0">
                <a:solidFill>
                  <a:srgbClr val="9C8B7C"/>
                </a:solidFill>
                <a:latin typeface="Noto Sans TC" pitchFamily="34" charset="0"/>
                <a:ea typeface="Noto Sans TC" pitchFamily="34" charset="-122"/>
                <a:cs typeface="Noto Sans TC" pitchFamily="34" charset="-120"/>
              </a:rPr>
              <a:t>6 / 75</a:t>
            </a:r>
            <a:endParaRPr lang="en-US" sz="938"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7F1"/>
        </a:solidFill>
      </p:bgPr>
    </p:bg>
    <p:spTree>
      <p:nvGrpSpPr>
        <p:cNvPr id="1" name=""/>
        <p:cNvGrpSpPr/>
        <p:nvPr/>
      </p:nvGrpSpPr>
      <p:grpSpPr>
        <a:xfrm>
          <a:off x="0" y="0"/>
          <a:ext cx="0" cy="0"/>
          <a:chOff x="0" y="0"/>
          <a:chExt cx="0" cy="0"/>
        </a:xfrm>
      </p:grpSpPr>
      <p:pic>
        <p:nvPicPr>
          <p:cNvPr id="2" name="Image 0" descr="/home/user/gogoeveryday/social-course/export-pptx/build/bg/07.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761970" y="1157448"/>
            <a:ext cx="999714" cy="219090"/>
          </a:xfrm>
          <a:prstGeom prst="rect">
            <a:avLst/>
          </a:prstGeom>
          <a:noFill/>
          <a:ln/>
        </p:spPr>
        <p:txBody>
          <a:bodyPr wrap="square" lIns="0" tIns="0" rIns="0" bIns="0" rtlCol="0" anchor="t"/>
          <a:lstStyle/>
          <a:p>
            <a:pPr algn="l" indent="0" marL="0">
              <a:buNone/>
            </a:pPr>
            <a:r>
              <a:rPr lang="en-US" sz="1125" b="1" spc="225" kern="0" dirty="0">
                <a:solidFill>
                  <a:srgbClr val="C05F3C"/>
                </a:solidFill>
                <a:latin typeface="Noto Sans TC" pitchFamily="34" charset="0"/>
                <a:ea typeface="Noto Sans TC" pitchFamily="34" charset="-122"/>
                <a:cs typeface="Noto Sans TC" pitchFamily="34" charset="-120"/>
              </a:rPr>
              <a:t>整天的主軸</a:t>
            </a:r>
            <a:endParaRPr lang="en-US" sz="1125" dirty="0"/>
          </a:p>
        </p:txBody>
      </p:sp>
      <p:sp>
        <p:nvSpPr>
          <p:cNvPr id="4" name="Text 1"/>
          <p:cNvSpPr txBox="1"/>
          <p:nvPr/>
        </p:nvSpPr>
        <p:spPr>
          <a:xfrm>
            <a:off x="761970" y="1462217"/>
            <a:ext cx="3653028" cy="1036290"/>
          </a:xfrm>
          <a:prstGeom prst="rect">
            <a:avLst/>
          </a:prstGeom>
          <a:noFill/>
          <a:ln/>
        </p:spPr>
        <p:txBody>
          <a:bodyPr wrap="square" lIns="0" tIns="0" rIns="0" bIns="0" rtlCol="0" anchor="t"/>
          <a:lstStyle/>
          <a:p>
            <a:pPr algn="l" indent="0" marL="0">
              <a:lnSpc>
                <a:spcPts val="3660"/>
              </a:lnSpc>
              <a:buNone/>
            </a:pPr>
            <a:r>
              <a:rPr lang="en-US" sz="3000" b="1" spc="-60" kern="0" dirty="0">
                <a:solidFill>
                  <a:srgbClr val="241C17"/>
                </a:solidFill>
                <a:latin typeface="Noto Sans TC" pitchFamily="34" charset="0"/>
                <a:ea typeface="Noto Sans TC" pitchFamily="34" charset="-122"/>
                <a:cs typeface="Noto Sans TC" pitchFamily="34" charset="-120"/>
              </a:rPr>
              <a:t>一個陌生人，</a:t>
            </a:r>
            <a:endParaRPr lang="en-US" sz="3000" dirty="0"/>
          </a:p>
          <a:p>
            <a:pPr algn="l" indent="0" marL="0">
              <a:lnSpc>
                <a:spcPts val="3660"/>
              </a:lnSpc>
              <a:buNone/>
            </a:pPr>
            <a:r>
              <a:rPr lang="en-US" sz="3000" b="1" spc="-60" kern="0" dirty="0">
                <a:solidFill>
                  <a:srgbClr val="241C17"/>
                </a:solidFill>
                <a:latin typeface="Noto Sans TC" pitchFamily="34" charset="0"/>
                <a:ea typeface="Noto Sans TC" pitchFamily="34" charset="-122"/>
                <a:cs typeface="Noto Sans TC" pitchFamily="34" charset="-120"/>
              </a:rPr>
              <a:t>怎麼變成你的客人？</a:t>
            </a:r>
            <a:endParaRPr lang="en-US" sz="3000" dirty="0"/>
          </a:p>
        </p:txBody>
      </p:sp>
      <p:sp>
        <p:nvSpPr>
          <p:cNvPr id="5" name="Text 2"/>
          <p:cNvSpPr txBox="1"/>
          <p:nvPr/>
        </p:nvSpPr>
        <p:spPr>
          <a:xfrm>
            <a:off x="761970" y="2620396"/>
            <a:ext cx="3543940" cy="1833555"/>
          </a:xfrm>
          <a:prstGeom prst="rect">
            <a:avLst/>
          </a:prstGeom>
          <a:noFill/>
          <a:ln/>
        </p:spPr>
        <p:txBody>
          <a:bodyPr wrap="square" lIns="0" tIns="0" rIns="0" bIns="0" rtlCol="0" anchor="t"/>
          <a:lstStyle/>
          <a:p>
            <a:pPr algn="l" indent="0" marL="0">
              <a:lnSpc>
                <a:spcPts val="2916"/>
              </a:lnSpc>
              <a:buNone/>
            </a:pPr>
            <a:r>
              <a:rPr lang="en-US" sz="1800" dirty="0">
                <a:solidFill>
                  <a:srgbClr val="4A3C33"/>
                </a:solidFill>
                <a:latin typeface="Noto Sans TC" pitchFamily="34" charset="0"/>
                <a:ea typeface="Noto Sans TC" pitchFamily="34" charset="-122"/>
                <a:cs typeface="Noto Sans TC" pitchFamily="34" charset="-120"/>
              </a:rPr>
              <a:t> 中間每一層都會流失一些人，</a:t>
            </a:r>
            <a:endParaRPr lang="en-US" sz="1800" dirty="0"/>
          </a:p>
          <a:p>
            <a:pPr algn="l" indent="0" marL="0">
              <a:lnSpc>
                <a:spcPts val="2916"/>
              </a:lnSpc>
              <a:buNone/>
            </a:pPr>
            <a:r>
              <a:rPr lang="en-US" sz="1800" dirty="0">
                <a:solidFill>
                  <a:srgbClr val="4A3C33"/>
                </a:solidFill>
                <a:latin typeface="Noto Sans TC" pitchFamily="34" charset="0"/>
                <a:ea typeface="Noto Sans TC" pitchFamily="34" charset="-122"/>
                <a:cs typeface="Noto Sans TC" pitchFamily="34" charset="-120"/>
              </a:rPr>
              <a:t>這很正常。</a:t>
            </a:r>
            <a:endParaRPr lang="en-US" sz="1800" dirty="0"/>
          </a:p>
          <a:p>
            <a:pPr algn="l" indent="0" marL="0">
              <a:lnSpc>
                <a:spcPts val="2916"/>
              </a:lnSpc>
              <a:buNone/>
            </a:pPr>
            <a:r>
              <a:rPr lang="en-US" sz="1800" dirty="0">
                <a:solidFill>
                  <a:srgbClr val="4A3C33"/>
                </a:solidFill>
                <a:latin typeface="Noto Sans TC" pitchFamily="34" charset="0"/>
                <a:ea typeface="Noto Sans TC" pitchFamily="34" charset="-122"/>
                <a:cs typeface="Noto Sans TC" pitchFamily="34" charset="-120"/>
              </a:rPr>
              <a:t> 我們要做的不是</a:t>
            </a:r>
            <a:pPr algn="l" indent="0" marL="0">
              <a:lnSpc>
                <a:spcPts val="2916"/>
              </a:lnSpc>
              <a:buNone/>
            </a:pPr>
            <a:r>
              <a:rPr lang="en-US" sz="1800" dirty="0">
                <a:solidFill>
                  <a:srgbClr val="4A3C33"/>
                </a:solidFill>
                <a:latin typeface="Noto Sans TC" pitchFamily="34" charset="0"/>
                <a:ea typeface="Noto Sans TC" pitchFamily="34" charset="-122"/>
                <a:cs typeface="Noto Sans TC" pitchFamily="34" charset="-120"/>
              </a:rPr>
              <a:t>逼人買</a:t>
            </a:r>
            <a:pPr algn="l" indent="0" marL="0">
              <a:lnSpc>
                <a:spcPts val="2916"/>
              </a:lnSpc>
              <a:buNone/>
            </a:pPr>
            <a:r>
              <a:rPr lang="en-US" sz="1800" dirty="0">
                <a:solidFill>
                  <a:srgbClr val="4A3C33"/>
                </a:solidFill>
                <a:latin typeface="Noto Sans TC" pitchFamily="34" charset="0"/>
                <a:ea typeface="Noto Sans TC" pitchFamily="34" charset="-122"/>
                <a:cs typeface="Noto Sans TC" pitchFamily="34" charset="-120"/>
              </a:rPr>
              <a:t>，</a:t>
            </a:r>
            <a:endParaRPr lang="en-US" sz="1800" dirty="0"/>
          </a:p>
          <a:p>
            <a:pPr algn="l" indent="0" marL="0">
              <a:lnSpc>
                <a:spcPts val="2916"/>
              </a:lnSpc>
              <a:buNone/>
            </a:pPr>
            <a:r>
              <a:rPr lang="en-US" sz="1800" dirty="0">
                <a:solidFill>
                  <a:srgbClr val="4A3C33"/>
                </a:solidFill>
                <a:latin typeface="Noto Sans TC" pitchFamily="34" charset="0"/>
                <a:ea typeface="Noto Sans TC" pitchFamily="34" charset="-122"/>
                <a:cs typeface="Noto Sans TC" pitchFamily="34" charset="-120"/>
              </a:rPr>
              <a:t> 而是讓願意留下的人</a:t>
            </a:r>
            <a:pPr algn="l" indent="0" marL="0">
              <a:lnSpc>
                <a:spcPts val="2916"/>
              </a:lnSpc>
              <a:buNone/>
            </a:pPr>
            <a:r>
              <a:rPr lang="en-US" sz="1800" dirty="0">
                <a:solidFill>
                  <a:srgbClr val="4A3C33"/>
                </a:solidFill>
                <a:latin typeface="Noto Sans TC" pitchFamily="34" charset="0"/>
                <a:ea typeface="Noto Sans TC" pitchFamily="34" charset="-122"/>
                <a:cs typeface="Noto Sans TC" pitchFamily="34" charset="-120"/>
              </a:rPr>
              <a:t>走得下去</a:t>
            </a:r>
            <a:pPr algn="l" indent="0" marL="0">
              <a:lnSpc>
                <a:spcPts val="2916"/>
              </a:lnSpc>
              <a:buNone/>
            </a:pPr>
            <a:r>
              <a:rPr lang="en-US" sz="1800" dirty="0">
                <a:solidFill>
                  <a:srgbClr val="4A3C33"/>
                </a:solidFill>
                <a:latin typeface="Noto Sans TC" pitchFamily="34" charset="0"/>
                <a:ea typeface="Noto Sans TC" pitchFamily="34" charset="-122"/>
                <a:cs typeface="Noto Sans TC" pitchFamily="34" charset="-120"/>
              </a:rPr>
              <a:t>。</a:t>
            </a:r>
            <a:endParaRPr lang="en-US" sz="1800" dirty="0"/>
          </a:p>
        </p:txBody>
      </p:sp>
      <p:sp>
        <p:nvSpPr>
          <p:cNvPr id="6" name="Text 3"/>
          <p:cNvSpPr txBox="1"/>
          <p:nvPr/>
        </p:nvSpPr>
        <p:spPr>
          <a:xfrm>
            <a:off x="2390790" y="3731301"/>
            <a:ext cx="817839" cy="352410"/>
          </a:xfrm>
          <a:prstGeom prst="rect">
            <a:avLst/>
          </a:prstGeom>
          <a:noFill/>
          <a:ln/>
        </p:spPr>
        <p:txBody>
          <a:bodyPr wrap="square" lIns="0" tIns="0" rIns="0" bIns="0" rtlCol="0" anchor="t"/>
          <a:lstStyle/>
          <a:p>
            <a:pPr algn="l" indent="0" marL="0">
              <a:lnSpc>
                <a:spcPts val="2916"/>
              </a:lnSpc>
              <a:buNone/>
            </a:pPr>
            <a:r>
              <a:rPr lang="en-US" sz="1800" dirty="0">
                <a:solidFill>
                  <a:srgbClr val="4A3C33"/>
                </a:solidFill>
                <a:latin typeface="Noto Sans TC" pitchFamily="34" charset="0"/>
                <a:ea typeface="Noto Sans TC" pitchFamily="34" charset="-122"/>
                <a:cs typeface="Noto Sans TC" pitchFamily="34" charset="-120"/>
              </a:rPr>
              <a:t>逼人買</a:t>
            </a:r>
            <a:endParaRPr lang="en-US" sz="1800" dirty="0"/>
          </a:p>
        </p:txBody>
      </p:sp>
      <p:sp>
        <p:nvSpPr>
          <p:cNvPr id="7" name="Text 4"/>
          <p:cNvSpPr txBox="1"/>
          <p:nvPr/>
        </p:nvSpPr>
        <p:spPr>
          <a:xfrm>
            <a:off x="2847990" y="4101541"/>
            <a:ext cx="1060155" cy="352410"/>
          </a:xfrm>
          <a:prstGeom prst="rect">
            <a:avLst/>
          </a:prstGeom>
          <a:noFill/>
          <a:ln/>
        </p:spPr>
        <p:txBody>
          <a:bodyPr wrap="square" lIns="0" tIns="0" rIns="0" bIns="0" rtlCol="0" anchor="t"/>
          <a:lstStyle/>
          <a:p>
            <a:pPr algn="l" indent="0" marL="0">
              <a:lnSpc>
                <a:spcPts val="2916"/>
              </a:lnSpc>
              <a:buNone/>
            </a:pPr>
            <a:r>
              <a:rPr lang="en-US" sz="1800" dirty="0">
                <a:solidFill>
                  <a:srgbClr val="4A3C33"/>
                </a:solidFill>
                <a:latin typeface="Noto Sans TC" pitchFamily="34" charset="0"/>
                <a:ea typeface="Noto Sans TC" pitchFamily="34" charset="-122"/>
                <a:cs typeface="Noto Sans TC" pitchFamily="34" charset="-120"/>
              </a:rPr>
              <a:t>走得下去</a:t>
            </a:r>
            <a:endParaRPr lang="en-US" sz="1800" dirty="0"/>
          </a:p>
        </p:txBody>
      </p:sp>
      <p:sp>
        <p:nvSpPr>
          <p:cNvPr id="8" name="Text 5"/>
          <p:cNvSpPr txBox="1"/>
          <p:nvPr/>
        </p:nvSpPr>
        <p:spPr>
          <a:xfrm>
            <a:off x="914400" y="4795662"/>
            <a:ext cx="1636136" cy="219090"/>
          </a:xfrm>
          <a:prstGeom prst="rect">
            <a:avLst/>
          </a:prstGeom>
          <a:noFill/>
          <a:ln/>
        </p:spPr>
        <p:txBody>
          <a:bodyPr wrap="square" lIns="0" tIns="0" rIns="0" bIns="0" rtlCol="0" anchor="t"/>
          <a:lstStyle/>
          <a:p>
            <a:pPr algn="l" indent="0" marL="0">
              <a:buNone/>
            </a:pPr>
            <a:r>
              <a:rPr lang="en-US" sz="1088" b="1" spc="43" kern="0" dirty="0">
                <a:solidFill>
                  <a:srgbClr val="1877F2"/>
                </a:solidFill>
                <a:latin typeface="Noto Sans TC" pitchFamily="34" charset="0"/>
                <a:ea typeface="Noto Sans TC" pitchFamily="34" charset="-122"/>
                <a:cs typeface="Noto Sans TC" pitchFamily="34" charset="-120"/>
              </a:rPr>
              <a:t>FB · IG 負責前面三層</a:t>
            </a:r>
            <a:endParaRPr lang="en-US" sz="1088" dirty="0"/>
          </a:p>
        </p:txBody>
      </p:sp>
      <p:sp>
        <p:nvSpPr>
          <p:cNvPr id="9" name="Text 6"/>
          <p:cNvSpPr txBox="1"/>
          <p:nvPr/>
        </p:nvSpPr>
        <p:spPr>
          <a:xfrm>
            <a:off x="914400" y="5262372"/>
            <a:ext cx="1399581" cy="219090"/>
          </a:xfrm>
          <a:prstGeom prst="rect">
            <a:avLst/>
          </a:prstGeom>
          <a:noFill/>
          <a:ln/>
        </p:spPr>
        <p:txBody>
          <a:bodyPr wrap="square" lIns="0" tIns="0" rIns="0" bIns="0" rtlCol="0" anchor="t"/>
          <a:lstStyle/>
          <a:p>
            <a:pPr algn="l" indent="0" marL="0">
              <a:buNone/>
            </a:pPr>
            <a:r>
              <a:rPr lang="en-US" sz="1088" b="1" spc="43" kern="0" dirty="0">
                <a:solidFill>
                  <a:srgbClr val="03934A"/>
                </a:solidFill>
                <a:latin typeface="Noto Sans TC" pitchFamily="34" charset="0"/>
                <a:ea typeface="Noto Sans TC" pitchFamily="34" charset="-122"/>
                <a:cs typeface="Noto Sans TC" pitchFamily="34" charset="-120"/>
              </a:rPr>
              <a:t>LINE 負責後面三層</a:t>
            </a:r>
            <a:endParaRPr lang="en-US" sz="1088" dirty="0"/>
          </a:p>
        </p:txBody>
      </p:sp>
      <p:sp>
        <p:nvSpPr>
          <p:cNvPr id="10" name="Text 7"/>
          <p:cNvSpPr txBox="1"/>
          <p:nvPr/>
        </p:nvSpPr>
        <p:spPr>
          <a:xfrm>
            <a:off x="8144927" y="1238280"/>
            <a:ext cx="743590" cy="304770"/>
          </a:xfrm>
          <a:prstGeom prst="rect">
            <a:avLst/>
          </a:prstGeom>
          <a:noFill/>
          <a:ln/>
        </p:spPr>
        <p:txBody>
          <a:bodyPr wrap="square" lIns="0" tIns="0" rIns="0" bIns="0" rtlCol="0" anchor="t"/>
          <a:lstStyle/>
          <a:p>
            <a:pPr algn="l" indent="0" marL="0">
              <a:buNone/>
            </a:pPr>
            <a:r>
              <a:rPr lang="en-US" sz="1575" b="1" spc="32" kern="0" dirty="0">
                <a:solidFill>
                  <a:srgbClr val="FFFFFF"/>
                </a:solidFill>
                <a:latin typeface="Noto Sans TC" pitchFamily="34" charset="0"/>
                <a:ea typeface="Noto Sans TC" pitchFamily="34" charset="-122"/>
                <a:cs typeface="Noto Sans TC" pitchFamily="34" charset="-120"/>
              </a:rPr>
              <a:t>被看見</a:t>
            </a:r>
            <a:endParaRPr lang="en-US" sz="1575" dirty="0"/>
          </a:p>
        </p:txBody>
      </p:sp>
      <p:sp>
        <p:nvSpPr>
          <p:cNvPr id="11" name="Text 8"/>
          <p:cNvSpPr txBox="1"/>
          <p:nvPr/>
        </p:nvSpPr>
        <p:spPr>
          <a:xfrm>
            <a:off x="8144927" y="1819290"/>
            <a:ext cx="743590" cy="304770"/>
          </a:xfrm>
          <a:prstGeom prst="rect">
            <a:avLst/>
          </a:prstGeom>
          <a:noFill/>
          <a:ln/>
        </p:spPr>
        <p:txBody>
          <a:bodyPr wrap="square" lIns="0" tIns="0" rIns="0" bIns="0" rtlCol="0" anchor="t"/>
          <a:lstStyle/>
          <a:p>
            <a:pPr algn="l" indent="0" marL="0">
              <a:buNone/>
            </a:pPr>
            <a:r>
              <a:rPr lang="en-US" sz="1575" b="1" spc="32" kern="0" dirty="0">
                <a:solidFill>
                  <a:srgbClr val="FFFFFF"/>
                </a:solidFill>
                <a:latin typeface="Noto Sans TC" pitchFamily="34" charset="0"/>
                <a:ea typeface="Noto Sans TC" pitchFamily="34" charset="-122"/>
                <a:cs typeface="Noto Sans TC" pitchFamily="34" charset="-120"/>
              </a:rPr>
              <a:t>被認識</a:t>
            </a:r>
            <a:endParaRPr lang="en-US" sz="1575" dirty="0"/>
          </a:p>
        </p:txBody>
      </p:sp>
      <p:sp>
        <p:nvSpPr>
          <p:cNvPr id="12" name="Text 9"/>
          <p:cNvSpPr txBox="1"/>
          <p:nvPr/>
        </p:nvSpPr>
        <p:spPr>
          <a:xfrm>
            <a:off x="8144927" y="2400300"/>
            <a:ext cx="743590" cy="304770"/>
          </a:xfrm>
          <a:prstGeom prst="rect">
            <a:avLst/>
          </a:prstGeom>
          <a:noFill/>
          <a:ln/>
        </p:spPr>
        <p:txBody>
          <a:bodyPr wrap="square" lIns="0" tIns="0" rIns="0" bIns="0" rtlCol="0" anchor="t"/>
          <a:lstStyle/>
          <a:p>
            <a:pPr algn="l" indent="0" marL="0">
              <a:buNone/>
            </a:pPr>
            <a:r>
              <a:rPr lang="en-US" sz="1575" b="1" spc="32" kern="0" dirty="0">
                <a:solidFill>
                  <a:srgbClr val="FFFFFF"/>
                </a:solidFill>
                <a:latin typeface="Noto Sans TC" pitchFamily="34" charset="0"/>
                <a:ea typeface="Noto Sans TC" pitchFamily="34" charset="-122"/>
                <a:cs typeface="Noto Sans TC" pitchFamily="34" charset="-120"/>
              </a:rPr>
              <a:t>被喜歡</a:t>
            </a:r>
            <a:endParaRPr lang="en-US" sz="1575" dirty="0"/>
          </a:p>
        </p:txBody>
      </p:sp>
      <p:sp>
        <p:nvSpPr>
          <p:cNvPr id="13" name="Text 10"/>
          <p:cNvSpPr txBox="1"/>
          <p:nvPr/>
        </p:nvSpPr>
        <p:spPr>
          <a:xfrm>
            <a:off x="8144927" y="2981310"/>
            <a:ext cx="743590" cy="304770"/>
          </a:xfrm>
          <a:prstGeom prst="rect">
            <a:avLst/>
          </a:prstGeom>
          <a:noFill/>
          <a:ln/>
        </p:spPr>
        <p:txBody>
          <a:bodyPr wrap="square" lIns="0" tIns="0" rIns="0" bIns="0" rtlCol="0" anchor="t"/>
          <a:lstStyle/>
          <a:p>
            <a:pPr algn="l" indent="0" marL="0">
              <a:buNone/>
            </a:pPr>
            <a:r>
              <a:rPr lang="en-US" sz="1575" b="1" spc="32" kern="0" dirty="0">
                <a:solidFill>
                  <a:srgbClr val="FFFFFF"/>
                </a:solidFill>
                <a:latin typeface="Noto Sans TC" pitchFamily="34" charset="0"/>
                <a:ea typeface="Noto Sans TC" pitchFamily="34" charset="-122"/>
                <a:cs typeface="Noto Sans TC" pitchFamily="34" charset="-120"/>
              </a:rPr>
              <a:t>被信任</a:t>
            </a:r>
            <a:endParaRPr lang="en-US" sz="1575" dirty="0"/>
          </a:p>
        </p:txBody>
      </p:sp>
      <p:sp>
        <p:nvSpPr>
          <p:cNvPr id="14" name="Text 11"/>
          <p:cNvSpPr txBox="1"/>
          <p:nvPr/>
        </p:nvSpPr>
        <p:spPr>
          <a:xfrm>
            <a:off x="8246974" y="3562320"/>
            <a:ext cx="539496" cy="304770"/>
          </a:xfrm>
          <a:prstGeom prst="rect">
            <a:avLst/>
          </a:prstGeom>
          <a:noFill/>
          <a:ln/>
        </p:spPr>
        <p:txBody>
          <a:bodyPr wrap="square" lIns="0" tIns="0" rIns="0" bIns="0" rtlCol="0" anchor="t"/>
          <a:lstStyle/>
          <a:p>
            <a:pPr algn="l" indent="0" marL="0">
              <a:buNone/>
            </a:pPr>
            <a:r>
              <a:rPr lang="en-US" sz="1575" b="1" spc="32" kern="0" dirty="0">
                <a:solidFill>
                  <a:srgbClr val="FFFFFF"/>
                </a:solidFill>
                <a:latin typeface="Noto Sans TC" pitchFamily="34" charset="0"/>
                <a:ea typeface="Noto Sans TC" pitchFamily="34" charset="-122"/>
                <a:cs typeface="Noto Sans TC" pitchFamily="34" charset="-120"/>
              </a:rPr>
              <a:t>詢問</a:t>
            </a:r>
            <a:endParaRPr lang="en-US" sz="1575" dirty="0"/>
          </a:p>
        </p:txBody>
      </p:sp>
      <p:sp>
        <p:nvSpPr>
          <p:cNvPr id="15" name="Text 12"/>
          <p:cNvSpPr txBox="1"/>
          <p:nvPr/>
        </p:nvSpPr>
        <p:spPr>
          <a:xfrm>
            <a:off x="8246882" y="4143421"/>
            <a:ext cx="539496" cy="304770"/>
          </a:xfrm>
          <a:prstGeom prst="rect">
            <a:avLst/>
          </a:prstGeom>
          <a:noFill/>
          <a:ln/>
        </p:spPr>
        <p:txBody>
          <a:bodyPr wrap="square" lIns="0" tIns="0" rIns="0" bIns="0" rtlCol="0" anchor="t"/>
          <a:lstStyle/>
          <a:p>
            <a:pPr algn="l" indent="0" marL="0">
              <a:buNone/>
            </a:pPr>
            <a:r>
              <a:rPr lang="en-US" sz="1575" b="1" spc="32" kern="0" dirty="0">
                <a:solidFill>
                  <a:srgbClr val="FFFFFF"/>
                </a:solidFill>
                <a:latin typeface="Noto Sans TC" pitchFamily="34" charset="0"/>
                <a:ea typeface="Noto Sans TC" pitchFamily="34" charset="-122"/>
                <a:cs typeface="Noto Sans TC" pitchFamily="34" charset="-120"/>
              </a:rPr>
              <a:t>購買</a:t>
            </a:r>
            <a:endParaRPr lang="en-US" sz="1575" dirty="0"/>
          </a:p>
        </p:txBody>
      </p:sp>
      <p:sp>
        <p:nvSpPr>
          <p:cNvPr id="16" name="Text 13"/>
          <p:cNvSpPr txBox="1"/>
          <p:nvPr/>
        </p:nvSpPr>
        <p:spPr>
          <a:xfrm>
            <a:off x="7891455" y="4724430"/>
            <a:ext cx="1276960" cy="304770"/>
          </a:xfrm>
          <a:prstGeom prst="rect">
            <a:avLst/>
          </a:prstGeom>
          <a:noFill/>
          <a:ln/>
        </p:spPr>
        <p:txBody>
          <a:bodyPr wrap="square" lIns="0" tIns="0" rIns="0" bIns="0" rtlCol="0" anchor="t"/>
          <a:lstStyle/>
          <a:p>
            <a:pPr algn="l" indent="0" marL="0">
              <a:buNone/>
            </a:pPr>
            <a:r>
              <a:rPr lang="en-US" sz="1575" b="1" spc="32" kern="0" dirty="0">
                <a:solidFill>
                  <a:srgbClr val="FFFFFF"/>
                </a:solidFill>
                <a:latin typeface="Noto Sans TC" pitchFamily="34" charset="0"/>
                <a:ea typeface="Noto Sans TC" pitchFamily="34" charset="-122"/>
                <a:cs typeface="Noto Sans TC" pitchFamily="34" charset="-120"/>
              </a:rPr>
              <a:t>回購 · 推薦</a:t>
            </a:r>
            <a:endParaRPr lang="en-US" sz="1575" dirty="0"/>
          </a:p>
        </p:txBody>
      </p:sp>
      <p:sp>
        <p:nvSpPr>
          <p:cNvPr id="17" name="Text 14"/>
          <p:cNvSpPr txBox="1"/>
          <p:nvPr/>
        </p:nvSpPr>
        <p:spPr>
          <a:xfrm>
            <a:off x="6584686" y="5248290"/>
            <a:ext cx="3818443" cy="209580"/>
          </a:xfrm>
          <a:prstGeom prst="rect">
            <a:avLst/>
          </a:prstGeom>
          <a:noFill/>
          <a:ln/>
        </p:spPr>
        <p:txBody>
          <a:bodyPr wrap="square" lIns="0" tIns="0" rIns="0" bIns="0" rtlCol="0" anchor="t"/>
          <a:lstStyle/>
          <a:p>
            <a:pPr algn="ctr" indent="0" marL="0">
              <a:buNone/>
            </a:pPr>
            <a:r>
              <a:rPr lang="en-US" sz="1050" b="1" spc="105" kern="0" dirty="0">
                <a:solidFill>
                  <a:srgbClr val="9C8B7C"/>
                </a:solidFill>
                <a:latin typeface="Noto Sans TC" pitchFamily="34" charset="0"/>
                <a:ea typeface="Noto Sans TC" pitchFamily="34" charset="-122"/>
                <a:cs typeface="Noto Sans TC" pitchFamily="34" charset="-120"/>
              </a:rPr>
              <a:t>被看見 → 被認識 → 被喜歡 → 被信任 → 詢問 → 購買</a:t>
            </a:r>
            <a:endParaRPr lang="en-US" sz="1050" dirty="0"/>
          </a:p>
        </p:txBody>
      </p:sp>
      <p:sp>
        <p:nvSpPr>
          <p:cNvPr id="18" name="Text 15"/>
          <p:cNvSpPr txBox="1"/>
          <p:nvPr/>
        </p:nvSpPr>
        <p:spPr>
          <a:xfrm>
            <a:off x="761970" y="6438930"/>
            <a:ext cx="1338042" cy="200071"/>
          </a:xfrm>
          <a:prstGeom prst="rect">
            <a:avLst/>
          </a:prstGeom>
          <a:noFill/>
          <a:ln/>
        </p:spPr>
        <p:txBody>
          <a:bodyPr wrap="square" lIns="0" tIns="0" rIns="0" bIns="0" rtlCol="0" anchor="t"/>
          <a:lstStyle/>
          <a:p>
            <a:pPr algn="l" indent="0" marL="0">
              <a:buNone/>
            </a:pPr>
            <a:r>
              <a:rPr lang="en-US" sz="938" b="1" spc="56" kern="0" dirty="0">
                <a:solidFill>
                  <a:srgbClr val="9C8B7C"/>
                </a:solidFill>
                <a:latin typeface="Noto Sans TC" pitchFamily="34" charset="0"/>
                <a:ea typeface="Noto Sans TC" pitchFamily="34" charset="-122"/>
                <a:cs typeface="Noto Sans TC" pitchFamily="34" charset="-120"/>
              </a:rPr>
              <a:t>PART 1 · 09:15</a:t>
            </a:r>
            <a:endParaRPr lang="en-US" sz="938" dirty="0"/>
          </a:p>
        </p:txBody>
      </p:sp>
      <p:sp>
        <p:nvSpPr>
          <p:cNvPr id="19" name="Text 16"/>
          <p:cNvSpPr txBox="1"/>
          <p:nvPr/>
        </p:nvSpPr>
        <p:spPr>
          <a:xfrm>
            <a:off x="11000049" y="6438930"/>
            <a:ext cx="485181" cy="200071"/>
          </a:xfrm>
          <a:prstGeom prst="rect">
            <a:avLst/>
          </a:prstGeom>
          <a:noFill/>
          <a:ln/>
        </p:spPr>
        <p:txBody>
          <a:bodyPr wrap="square" lIns="0" tIns="0" rIns="0" bIns="0" rtlCol="0" anchor="t"/>
          <a:lstStyle/>
          <a:p>
            <a:pPr algn="l" indent="0" marL="0">
              <a:buNone/>
            </a:pPr>
            <a:r>
              <a:rPr lang="en-US" sz="938" b="1" spc="56" kern="0" dirty="0">
                <a:solidFill>
                  <a:srgbClr val="9C8B7C"/>
                </a:solidFill>
                <a:latin typeface="Noto Sans TC" pitchFamily="34" charset="0"/>
                <a:ea typeface="Noto Sans TC" pitchFamily="34" charset="-122"/>
                <a:cs typeface="Noto Sans TC" pitchFamily="34" charset="-120"/>
              </a:rPr>
              <a:t>7 / 75</a:t>
            </a:r>
            <a:endParaRPr lang="en-US" sz="938"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7F1"/>
        </a:solidFill>
      </p:bgPr>
    </p:bg>
    <p:spTree>
      <p:nvGrpSpPr>
        <p:cNvPr id="1" name=""/>
        <p:cNvGrpSpPr/>
        <p:nvPr/>
      </p:nvGrpSpPr>
      <p:grpSpPr>
        <a:xfrm>
          <a:off x="0" y="0"/>
          <a:ext cx="0" cy="0"/>
          <a:chOff x="0" y="0"/>
          <a:chExt cx="0" cy="0"/>
        </a:xfrm>
      </p:grpSpPr>
      <p:pic>
        <p:nvPicPr>
          <p:cNvPr id="2" name="Image 0" descr="/home/user/gogoeveryday/social-course/export-pptx/build/bg/08.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733715" y="1099566"/>
            <a:ext cx="999714" cy="219090"/>
          </a:xfrm>
          <a:prstGeom prst="rect">
            <a:avLst/>
          </a:prstGeom>
          <a:noFill/>
          <a:ln/>
        </p:spPr>
        <p:txBody>
          <a:bodyPr wrap="square" lIns="0" tIns="0" rIns="0" bIns="0" rtlCol="0" anchor="t"/>
          <a:lstStyle/>
          <a:p>
            <a:pPr algn="ctr" indent="0" marL="0">
              <a:buNone/>
            </a:pPr>
            <a:r>
              <a:rPr lang="en-US" sz="1125" b="1" spc="225" kern="0" dirty="0">
                <a:solidFill>
                  <a:srgbClr val="C05F3C"/>
                </a:solidFill>
                <a:latin typeface="Noto Sans TC" pitchFamily="34" charset="0"/>
                <a:ea typeface="Noto Sans TC" pitchFamily="34" charset="-122"/>
                <a:cs typeface="Noto Sans TC" pitchFamily="34" charset="-120"/>
              </a:rPr>
              <a:t>換個方式想</a:t>
            </a:r>
            <a:endParaRPr lang="en-US" sz="1125" dirty="0"/>
          </a:p>
        </p:txBody>
      </p:sp>
      <p:sp>
        <p:nvSpPr>
          <p:cNvPr id="4" name="Text 1"/>
          <p:cNvSpPr txBox="1"/>
          <p:nvPr/>
        </p:nvSpPr>
        <p:spPr>
          <a:xfrm>
            <a:off x="2647097" y="1385316"/>
            <a:ext cx="6907286" cy="819120"/>
          </a:xfrm>
          <a:prstGeom prst="rect">
            <a:avLst/>
          </a:prstGeom>
          <a:noFill/>
          <a:ln/>
        </p:spPr>
        <p:txBody>
          <a:bodyPr wrap="square" lIns="0" tIns="0" rIns="0" bIns="0" rtlCol="0" anchor="t"/>
          <a:lstStyle/>
          <a:p>
            <a:pPr algn="ctr" indent="0" marL="0">
              <a:lnSpc>
                <a:spcPts val="5394"/>
              </a:lnSpc>
              <a:buNone/>
            </a:pPr>
            <a:r>
              <a:rPr lang="en-US" sz="4350" b="1" spc="-130" kern="0" dirty="0">
                <a:solidFill>
                  <a:srgbClr val="241C17"/>
                </a:solidFill>
                <a:latin typeface="Noto Sans TC" pitchFamily="34" charset="0"/>
                <a:ea typeface="Noto Sans TC" pitchFamily="34" charset="-122"/>
                <a:cs typeface="Noto Sans TC" pitchFamily="34" charset="-120"/>
              </a:rPr>
              <a:t>引流，只是把人帶到門口。</a:t>
            </a:r>
            <a:endParaRPr lang="en-US" sz="4350" dirty="0"/>
          </a:p>
        </p:txBody>
      </p:sp>
      <p:sp>
        <p:nvSpPr>
          <p:cNvPr id="5" name="Text 2"/>
          <p:cNvSpPr txBox="1"/>
          <p:nvPr/>
        </p:nvSpPr>
        <p:spPr>
          <a:xfrm>
            <a:off x="2418771" y="5282214"/>
            <a:ext cx="1801277" cy="209580"/>
          </a:xfrm>
          <a:prstGeom prst="rect">
            <a:avLst/>
          </a:prstGeom>
          <a:noFill/>
          <a:ln/>
        </p:spPr>
        <p:txBody>
          <a:bodyPr wrap="square" lIns="0" tIns="0" rIns="0" bIns="0" rtlCol="0" anchor="t"/>
          <a:lstStyle/>
          <a:p>
            <a:pPr algn="ctr" indent="0" marL="0">
              <a:buNone/>
            </a:pPr>
            <a:r>
              <a:rPr lang="en-US" sz="1050" b="1" spc="105" kern="0" dirty="0">
                <a:solidFill>
                  <a:srgbClr val="9C8B7C"/>
                </a:solidFill>
                <a:latin typeface="Noto Sans TC" pitchFamily="34" charset="0"/>
                <a:ea typeface="Noto Sans TC" pitchFamily="34" charset="-122"/>
                <a:cs typeface="Noto Sans TC" pitchFamily="34" charset="-120"/>
              </a:rPr>
              <a:t>一家店，每天很多人經過</a:t>
            </a:r>
            <a:endParaRPr lang="en-US" sz="1050" dirty="0"/>
          </a:p>
        </p:txBody>
      </p:sp>
      <p:sp>
        <p:nvSpPr>
          <p:cNvPr id="6" name="Text 3"/>
          <p:cNvSpPr txBox="1"/>
          <p:nvPr/>
        </p:nvSpPr>
        <p:spPr>
          <a:xfrm>
            <a:off x="6324630" y="2634661"/>
            <a:ext cx="938997" cy="304770"/>
          </a:xfrm>
          <a:prstGeom prst="rect">
            <a:avLst/>
          </a:prstGeom>
          <a:noFill/>
          <a:ln/>
        </p:spPr>
        <p:txBody>
          <a:bodyPr wrap="square" lIns="0" tIns="0" rIns="0" bIns="0" rtlCol="0" anchor="t"/>
          <a:lstStyle/>
          <a:p>
            <a:pPr algn="l" indent="0" marL="0">
              <a:lnSpc>
                <a:spcPts val="2520"/>
              </a:lnSpc>
              <a:buNone/>
            </a:pPr>
            <a:r>
              <a:rPr lang="en-US" sz="1575" b="1" dirty="0">
                <a:solidFill>
                  <a:srgbClr val="241C17"/>
                </a:solidFill>
                <a:latin typeface="Noto Sans TC" pitchFamily="34" charset="0"/>
                <a:ea typeface="Noto Sans TC" pitchFamily="34" charset="-122"/>
                <a:cs typeface="Noto Sans TC" pitchFamily="34" charset="-120"/>
              </a:rPr>
              <a:t>但是……</a:t>
            </a:r>
            <a:endParaRPr lang="en-US" sz="1575" dirty="0"/>
          </a:p>
        </p:txBody>
      </p:sp>
      <p:sp>
        <p:nvSpPr>
          <p:cNvPr id="7" name="Text 4"/>
          <p:cNvSpPr txBox="1"/>
          <p:nvPr/>
        </p:nvSpPr>
        <p:spPr>
          <a:xfrm>
            <a:off x="6324630" y="3116641"/>
            <a:ext cx="283830" cy="276240"/>
          </a:xfrm>
          <a:prstGeom prst="rect">
            <a:avLst/>
          </a:prstGeom>
          <a:noFill/>
          <a:ln/>
        </p:spPr>
        <p:txBody>
          <a:bodyPr wrap="square" lIns="0" tIns="0" rIns="0" bIns="0" rtlCol="0" anchor="t"/>
          <a:lstStyle/>
          <a:p>
            <a:pPr algn="l" indent="0" marL="0">
              <a:lnSpc>
                <a:spcPts val="2066"/>
              </a:lnSpc>
              <a:buNone/>
            </a:pPr>
            <a:r>
              <a:rPr lang="en-US" sz="1425" b="1" dirty="0">
                <a:solidFill>
                  <a:srgbClr val="C05F3C"/>
                </a:solidFill>
                <a:latin typeface="Noto Sans TC" pitchFamily="34" charset="0"/>
                <a:ea typeface="Noto Sans TC" pitchFamily="34" charset="-122"/>
                <a:cs typeface="Noto Sans TC" pitchFamily="34" charset="-120"/>
              </a:rPr>
              <a:t>✕</a:t>
            </a:r>
            <a:endParaRPr lang="en-US" sz="1425" dirty="0"/>
          </a:p>
        </p:txBody>
      </p:sp>
      <p:sp>
        <p:nvSpPr>
          <p:cNvPr id="8" name="Text 5"/>
          <p:cNvSpPr txBox="1"/>
          <p:nvPr/>
        </p:nvSpPr>
        <p:spPr>
          <a:xfrm>
            <a:off x="6591270" y="3116641"/>
            <a:ext cx="1050188" cy="276240"/>
          </a:xfrm>
          <a:prstGeom prst="rect">
            <a:avLst/>
          </a:prstGeom>
          <a:noFill/>
          <a:ln/>
        </p:spPr>
        <p:txBody>
          <a:bodyPr wrap="square" lIns="0" tIns="0" rIns="0" bIns="0" rtlCol="0" anchor="t"/>
          <a:lstStyle/>
          <a:p>
            <a:pPr algn="l" indent="0" marL="0">
              <a:lnSpc>
                <a:spcPts val="2138"/>
              </a:lnSpc>
              <a:buNone/>
            </a:pPr>
            <a:r>
              <a:rPr lang="en-US" sz="1425" b="1" dirty="0">
                <a:solidFill>
                  <a:srgbClr val="4A3C33"/>
                </a:solidFill>
                <a:latin typeface="Noto Sans TC" pitchFamily="34" charset="0"/>
                <a:ea typeface="Noto Sans TC" pitchFamily="34" charset="-122"/>
                <a:cs typeface="Noto Sans TC" pitchFamily="34" charset="-120"/>
              </a:rPr>
              <a:t>東西看不懂</a:t>
            </a:r>
            <a:endParaRPr lang="en-US" sz="1425" dirty="0"/>
          </a:p>
        </p:txBody>
      </p:sp>
      <p:sp>
        <p:nvSpPr>
          <p:cNvPr id="9" name="Text 6"/>
          <p:cNvSpPr txBox="1"/>
          <p:nvPr/>
        </p:nvSpPr>
        <p:spPr>
          <a:xfrm>
            <a:off x="6324630" y="3502335"/>
            <a:ext cx="283830" cy="276240"/>
          </a:xfrm>
          <a:prstGeom prst="rect">
            <a:avLst/>
          </a:prstGeom>
          <a:noFill/>
          <a:ln/>
        </p:spPr>
        <p:txBody>
          <a:bodyPr wrap="square" lIns="0" tIns="0" rIns="0" bIns="0" rtlCol="0" anchor="t"/>
          <a:lstStyle/>
          <a:p>
            <a:pPr algn="l" indent="0" marL="0">
              <a:lnSpc>
                <a:spcPts val="2066"/>
              </a:lnSpc>
              <a:buNone/>
            </a:pPr>
            <a:r>
              <a:rPr lang="en-US" sz="1425" b="1" dirty="0">
                <a:solidFill>
                  <a:srgbClr val="C05F3C"/>
                </a:solidFill>
                <a:latin typeface="Noto Sans TC" pitchFamily="34" charset="0"/>
                <a:ea typeface="Noto Sans TC" pitchFamily="34" charset="-122"/>
                <a:cs typeface="Noto Sans TC" pitchFamily="34" charset="-120"/>
              </a:rPr>
              <a:t>✕</a:t>
            </a:r>
            <a:endParaRPr lang="en-US" sz="1425" dirty="0"/>
          </a:p>
        </p:txBody>
      </p:sp>
      <p:sp>
        <p:nvSpPr>
          <p:cNvPr id="10" name="Text 7"/>
          <p:cNvSpPr txBox="1"/>
          <p:nvPr/>
        </p:nvSpPr>
        <p:spPr>
          <a:xfrm>
            <a:off x="6591270" y="3502335"/>
            <a:ext cx="858347" cy="276240"/>
          </a:xfrm>
          <a:prstGeom prst="rect">
            <a:avLst/>
          </a:prstGeom>
          <a:noFill/>
          <a:ln/>
        </p:spPr>
        <p:txBody>
          <a:bodyPr wrap="square" lIns="0" tIns="0" rIns="0" bIns="0" rtlCol="0" anchor="t"/>
          <a:lstStyle/>
          <a:p>
            <a:pPr algn="l" indent="0" marL="0">
              <a:lnSpc>
                <a:spcPts val="2138"/>
              </a:lnSpc>
              <a:buNone/>
            </a:pPr>
            <a:r>
              <a:rPr lang="en-US" sz="1425" b="1" dirty="0">
                <a:solidFill>
                  <a:srgbClr val="4A3C33"/>
                </a:solidFill>
                <a:latin typeface="Noto Sans TC" pitchFamily="34" charset="0"/>
                <a:ea typeface="Noto Sans TC" pitchFamily="34" charset="-122"/>
                <a:cs typeface="Noto Sans TC" pitchFamily="34" charset="-120"/>
              </a:rPr>
              <a:t>內容很亂</a:t>
            </a:r>
            <a:endParaRPr lang="en-US" sz="1425" dirty="0"/>
          </a:p>
        </p:txBody>
      </p:sp>
      <p:sp>
        <p:nvSpPr>
          <p:cNvPr id="11" name="Text 8"/>
          <p:cNvSpPr txBox="1"/>
          <p:nvPr/>
        </p:nvSpPr>
        <p:spPr>
          <a:xfrm>
            <a:off x="6324630" y="3888120"/>
            <a:ext cx="283830" cy="276240"/>
          </a:xfrm>
          <a:prstGeom prst="rect">
            <a:avLst/>
          </a:prstGeom>
          <a:noFill/>
          <a:ln/>
        </p:spPr>
        <p:txBody>
          <a:bodyPr wrap="square" lIns="0" tIns="0" rIns="0" bIns="0" rtlCol="0" anchor="t"/>
          <a:lstStyle/>
          <a:p>
            <a:pPr algn="l" indent="0" marL="0">
              <a:lnSpc>
                <a:spcPts val="2066"/>
              </a:lnSpc>
              <a:buNone/>
            </a:pPr>
            <a:r>
              <a:rPr lang="en-US" sz="1425" b="1" dirty="0">
                <a:solidFill>
                  <a:srgbClr val="C05F3C"/>
                </a:solidFill>
                <a:latin typeface="Noto Sans TC" pitchFamily="34" charset="0"/>
                <a:ea typeface="Noto Sans TC" pitchFamily="34" charset="-122"/>
                <a:cs typeface="Noto Sans TC" pitchFamily="34" charset="-120"/>
              </a:rPr>
              <a:t>✕</a:t>
            </a:r>
            <a:endParaRPr lang="en-US" sz="1425" dirty="0"/>
          </a:p>
        </p:txBody>
      </p:sp>
      <p:sp>
        <p:nvSpPr>
          <p:cNvPr id="12" name="Text 9"/>
          <p:cNvSpPr txBox="1"/>
          <p:nvPr/>
        </p:nvSpPr>
        <p:spPr>
          <a:xfrm>
            <a:off x="6591270" y="3888120"/>
            <a:ext cx="1433871" cy="276240"/>
          </a:xfrm>
          <a:prstGeom prst="rect">
            <a:avLst/>
          </a:prstGeom>
          <a:noFill/>
          <a:ln/>
        </p:spPr>
        <p:txBody>
          <a:bodyPr wrap="square" lIns="0" tIns="0" rIns="0" bIns="0" rtlCol="0" anchor="t"/>
          <a:lstStyle/>
          <a:p>
            <a:pPr algn="l" indent="0" marL="0">
              <a:lnSpc>
                <a:spcPts val="2138"/>
              </a:lnSpc>
              <a:buNone/>
            </a:pPr>
            <a:r>
              <a:rPr lang="en-US" sz="1425" b="1" dirty="0">
                <a:solidFill>
                  <a:srgbClr val="4A3C33"/>
                </a:solidFill>
                <a:latin typeface="Noto Sans TC" pitchFamily="34" charset="0"/>
                <a:ea typeface="Noto Sans TC" pitchFamily="34" charset="-122"/>
                <a:cs typeface="Noto Sans TC" pitchFamily="34" charset="-120"/>
              </a:rPr>
              <a:t>不知道在賣什麼</a:t>
            </a:r>
            <a:endParaRPr lang="en-US" sz="1425" dirty="0"/>
          </a:p>
        </p:txBody>
      </p:sp>
      <p:sp>
        <p:nvSpPr>
          <p:cNvPr id="13" name="Text 10"/>
          <p:cNvSpPr txBox="1"/>
          <p:nvPr/>
        </p:nvSpPr>
        <p:spPr>
          <a:xfrm>
            <a:off x="6324630" y="4273906"/>
            <a:ext cx="283830" cy="276240"/>
          </a:xfrm>
          <a:prstGeom prst="rect">
            <a:avLst/>
          </a:prstGeom>
          <a:noFill/>
          <a:ln/>
        </p:spPr>
        <p:txBody>
          <a:bodyPr wrap="square" lIns="0" tIns="0" rIns="0" bIns="0" rtlCol="0" anchor="t"/>
          <a:lstStyle/>
          <a:p>
            <a:pPr algn="l" indent="0" marL="0">
              <a:lnSpc>
                <a:spcPts val="2066"/>
              </a:lnSpc>
              <a:buNone/>
            </a:pPr>
            <a:r>
              <a:rPr lang="en-US" sz="1425" b="1" dirty="0">
                <a:solidFill>
                  <a:srgbClr val="C05F3C"/>
                </a:solidFill>
                <a:latin typeface="Noto Sans TC" pitchFamily="34" charset="0"/>
                <a:ea typeface="Noto Sans TC" pitchFamily="34" charset="-122"/>
                <a:cs typeface="Noto Sans TC" pitchFamily="34" charset="-120"/>
              </a:rPr>
              <a:t>✕</a:t>
            </a:r>
            <a:endParaRPr lang="en-US" sz="1425" dirty="0"/>
          </a:p>
        </p:txBody>
      </p:sp>
      <p:sp>
        <p:nvSpPr>
          <p:cNvPr id="14" name="Text 11"/>
          <p:cNvSpPr txBox="1"/>
          <p:nvPr/>
        </p:nvSpPr>
        <p:spPr>
          <a:xfrm>
            <a:off x="6591270" y="4273906"/>
            <a:ext cx="1433871" cy="276240"/>
          </a:xfrm>
          <a:prstGeom prst="rect">
            <a:avLst/>
          </a:prstGeom>
          <a:noFill/>
          <a:ln/>
        </p:spPr>
        <p:txBody>
          <a:bodyPr wrap="square" lIns="0" tIns="0" rIns="0" bIns="0" rtlCol="0" anchor="t"/>
          <a:lstStyle/>
          <a:p>
            <a:pPr algn="l" indent="0" marL="0">
              <a:lnSpc>
                <a:spcPts val="2138"/>
              </a:lnSpc>
              <a:buNone/>
            </a:pPr>
            <a:r>
              <a:rPr lang="en-US" sz="1425" b="1" dirty="0">
                <a:solidFill>
                  <a:srgbClr val="4A3C33"/>
                </a:solidFill>
                <a:latin typeface="Noto Sans TC" pitchFamily="34" charset="0"/>
                <a:ea typeface="Noto Sans TC" pitchFamily="34" charset="-122"/>
                <a:cs typeface="Noto Sans TC" pitchFamily="34" charset="-120"/>
              </a:rPr>
              <a:t>找不到聯絡方式</a:t>
            </a:r>
            <a:endParaRPr lang="en-US" sz="1425" dirty="0"/>
          </a:p>
        </p:txBody>
      </p:sp>
      <p:sp>
        <p:nvSpPr>
          <p:cNvPr id="15" name="Text 12"/>
          <p:cNvSpPr txBox="1"/>
          <p:nvPr/>
        </p:nvSpPr>
        <p:spPr>
          <a:xfrm>
            <a:off x="6581760" y="4954951"/>
            <a:ext cx="979505" cy="323880"/>
          </a:xfrm>
          <a:prstGeom prst="rect">
            <a:avLst/>
          </a:prstGeom>
          <a:noFill/>
          <a:ln/>
        </p:spPr>
        <p:txBody>
          <a:bodyPr wrap="square" lIns="0" tIns="0" rIns="0" bIns="0" rtlCol="0" anchor="t"/>
          <a:lstStyle/>
          <a:p>
            <a:pPr algn="l" indent="0" marL="0">
              <a:lnSpc>
                <a:spcPts val="2558"/>
              </a:lnSpc>
              <a:buNone/>
            </a:pPr>
            <a:r>
              <a:rPr lang="en-US" sz="1650" b="1" dirty="0">
                <a:solidFill>
                  <a:srgbClr val="4A3C33"/>
                </a:solidFill>
                <a:latin typeface="Noto Sans TC" pitchFamily="34" charset="0"/>
                <a:ea typeface="Noto Sans TC" pitchFamily="34" charset="-122"/>
                <a:cs typeface="Noto Sans TC" pitchFamily="34" charset="-120"/>
              </a:rPr>
              <a:t>會買嗎？</a:t>
            </a:r>
            <a:endParaRPr lang="en-US" sz="1650" dirty="0"/>
          </a:p>
        </p:txBody>
      </p:sp>
      <p:sp>
        <p:nvSpPr>
          <p:cNvPr id="16" name="Text 13"/>
          <p:cNvSpPr txBox="1"/>
          <p:nvPr/>
        </p:nvSpPr>
        <p:spPr>
          <a:xfrm>
            <a:off x="10312329" y="304770"/>
            <a:ext cx="1023214" cy="209580"/>
          </a:xfrm>
          <a:prstGeom prst="rect">
            <a:avLst/>
          </a:prstGeom>
          <a:noFill/>
          <a:ln/>
        </p:spPr>
        <p:txBody>
          <a:bodyPr wrap="square" lIns="0" tIns="0" rIns="0" bIns="0" rtlCol="0" anchor="t"/>
          <a:lstStyle/>
          <a:p>
            <a:pPr algn="l" indent="0" marL="0">
              <a:buNone/>
            </a:pPr>
            <a:r>
              <a:rPr lang="en-US" sz="1013" b="1" spc="142" kern="0" dirty="0">
                <a:solidFill>
                  <a:srgbClr val="FBF7F1"/>
                </a:solidFill>
                <a:latin typeface="Noto Sans TC" pitchFamily="34" charset="0"/>
                <a:ea typeface="Noto Sans TC" pitchFamily="34" charset="-122"/>
                <a:cs typeface="Noto Sans TC" pitchFamily="34" charset="-120"/>
              </a:rPr>
              <a:t>生活經驗連結</a:t>
            </a:r>
            <a:endParaRPr lang="en-US" sz="1013" dirty="0"/>
          </a:p>
        </p:txBody>
      </p:sp>
      <p:sp>
        <p:nvSpPr>
          <p:cNvPr id="17" name="Text 14"/>
          <p:cNvSpPr txBox="1"/>
          <p:nvPr/>
        </p:nvSpPr>
        <p:spPr>
          <a:xfrm>
            <a:off x="761970" y="6438930"/>
            <a:ext cx="1338042" cy="200071"/>
          </a:xfrm>
          <a:prstGeom prst="rect">
            <a:avLst/>
          </a:prstGeom>
          <a:noFill/>
          <a:ln/>
        </p:spPr>
        <p:txBody>
          <a:bodyPr wrap="square" lIns="0" tIns="0" rIns="0" bIns="0" rtlCol="0" anchor="t"/>
          <a:lstStyle/>
          <a:p>
            <a:pPr algn="l" indent="0" marL="0">
              <a:buNone/>
            </a:pPr>
            <a:r>
              <a:rPr lang="en-US" sz="938" b="1" spc="56" kern="0" dirty="0">
                <a:solidFill>
                  <a:srgbClr val="9C8B7C"/>
                </a:solidFill>
                <a:latin typeface="Noto Sans TC" pitchFamily="34" charset="0"/>
                <a:ea typeface="Noto Sans TC" pitchFamily="34" charset="-122"/>
                <a:cs typeface="Noto Sans TC" pitchFamily="34" charset="-120"/>
              </a:rPr>
              <a:t>PART 1 · 09:20</a:t>
            </a:r>
            <a:endParaRPr lang="en-US" sz="938" dirty="0"/>
          </a:p>
        </p:txBody>
      </p:sp>
      <p:sp>
        <p:nvSpPr>
          <p:cNvPr id="18" name="Text 15"/>
          <p:cNvSpPr txBox="1"/>
          <p:nvPr/>
        </p:nvSpPr>
        <p:spPr>
          <a:xfrm>
            <a:off x="11000049" y="6438930"/>
            <a:ext cx="485181" cy="200071"/>
          </a:xfrm>
          <a:prstGeom prst="rect">
            <a:avLst/>
          </a:prstGeom>
          <a:noFill/>
          <a:ln/>
        </p:spPr>
        <p:txBody>
          <a:bodyPr wrap="square" lIns="0" tIns="0" rIns="0" bIns="0" rtlCol="0" anchor="t"/>
          <a:lstStyle/>
          <a:p>
            <a:pPr algn="l" indent="0" marL="0">
              <a:buNone/>
            </a:pPr>
            <a:r>
              <a:rPr lang="en-US" sz="938" b="1" spc="56" kern="0" dirty="0">
                <a:solidFill>
                  <a:srgbClr val="9C8B7C"/>
                </a:solidFill>
                <a:latin typeface="Noto Sans TC" pitchFamily="34" charset="0"/>
                <a:ea typeface="Noto Sans TC" pitchFamily="34" charset="-122"/>
                <a:cs typeface="Noto Sans TC" pitchFamily="34" charset="-120"/>
              </a:rPr>
              <a:t>8 / 75</a:t>
            </a:r>
            <a:endParaRPr lang="en-US" sz="938"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7F1"/>
        </a:solidFill>
      </p:bgPr>
    </p:bg>
    <p:spTree>
      <p:nvGrpSpPr>
        <p:cNvPr id="1" name=""/>
        <p:cNvGrpSpPr/>
        <p:nvPr/>
      </p:nvGrpSpPr>
      <p:grpSpPr>
        <a:xfrm>
          <a:off x="0" y="0"/>
          <a:ext cx="0" cy="0"/>
          <a:chOff x="0" y="0"/>
          <a:chExt cx="0" cy="0"/>
        </a:xfrm>
      </p:grpSpPr>
      <p:pic>
        <p:nvPicPr>
          <p:cNvPr id="2" name="Image 0" descr="/home/user/gogoeveryday/social-course/export-pptx/build/bg/09.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5452750" y="1434694"/>
            <a:ext cx="1181405" cy="219090"/>
          </a:xfrm>
          <a:prstGeom prst="rect">
            <a:avLst/>
          </a:prstGeom>
          <a:noFill/>
          <a:ln/>
        </p:spPr>
        <p:txBody>
          <a:bodyPr wrap="square" lIns="0" tIns="0" rIns="0" bIns="0" rtlCol="0" anchor="t"/>
          <a:lstStyle/>
          <a:p>
            <a:pPr algn="ctr" indent="0" marL="0">
              <a:buNone/>
            </a:pPr>
            <a:r>
              <a:rPr lang="en-US" sz="1125" b="1" spc="225" kern="0" dirty="0">
                <a:solidFill>
                  <a:srgbClr val="C05F3C"/>
                </a:solidFill>
                <a:latin typeface="Noto Sans TC" pitchFamily="34" charset="0"/>
                <a:ea typeface="Noto Sans TC" pitchFamily="34" charset="-122"/>
                <a:cs typeface="Noto Sans TC" pitchFamily="34" charset="-120"/>
              </a:rPr>
              <a:t>請記住這句話</a:t>
            </a:r>
            <a:endParaRPr lang="en-US" sz="1125" dirty="0"/>
          </a:p>
        </p:txBody>
      </p:sp>
      <p:sp>
        <p:nvSpPr>
          <p:cNvPr id="4" name="Text 1"/>
          <p:cNvSpPr txBox="1"/>
          <p:nvPr/>
        </p:nvSpPr>
        <p:spPr>
          <a:xfrm>
            <a:off x="2280696" y="3301624"/>
            <a:ext cx="413766" cy="200071"/>
          </a:xfrm>
          <a:prstGeom prst="rect">
            <a:avLst/>
          </a:prstGeom>
          <a:noFill/>
          <a:ln/>
        </p:spPr>
        <p:txBody>
          <a:bodyPr wrap="square" lIns="0" tIns="0" rIns="0" bIns="0" rtlCol="0" anchor="t"/>
          <a:lstStyle/>
          <a:p>
            <a:pPr algn="ctr" indent="0" marL="0">
              <a:buNone/>
            </a:pPr>
            <a:r>
              <a:rPr lang="en-US" sz="975" b="1" spc="136" kern="0" dirty="0">
                <a:solidFill>
                  <a:srgbClr val="D99A4E"/>
                </a:solidFill>
                <a:latin typeface="Noto Sans TC" pitchFamily="34" charset="0"/>
                <a:ea typeface="Noto Sans TC" pitchFamily="34" charset="-122"/>
                <a:cs typeface="Noto Sans TC" pitchFamily="34" charset="-120"/>
              </a:rPr>
              <a:t>引流</a:t>
            </a:r>
            <a:endParaRPr lang="en-US" sz="975" dirty="0"/>
          </a:p>
        </p:txBody>
      </p:sp>
      <p:sp>
        <p:nvSpPr>
          <p:cNvPr id="5" name="Text 2"/>
          <p:cNvSpPr txBox="1"/>
          <p:nvPr/>
        </p:nvSpPr>
        <p:spPr>
          <a:xfrm>
            <a:off x="1810878" y="3549244"/>
            <a:ext cx="1353403" cy="361920"/>
          </a:xfrm>
          <a:prstGeom prst="rect">
            <a:avLst/>
          </a:prstGeom>
          <a:noFill/>
          <a:ln/>
        </p:spPr>
        <p:txBody>
          <a:bodyPr wrap="square" lIns="0" tIns="0" rIns="0" bIns="0" rtlCol="0" anchor="t"/>
          <a:lstStyle/>
          <a:p>
            <a:pPr algn="ctr" indent="0" marL="0">
              <a:lnSpc>
                <a:spcPts val="2625"/>
              </a:lnSpc>
              <a:buNone/>
            </a:pPr>
            <a:r>
              <a:rPr lang="en-US" sz="1875" b="1" dirty="0">
                <a:solidFill>
                  <a:srgbClr val="241C17"/>
                </a:solidFill>
                <a:latin typeface="Noto Sans TC" pitchFamily="34" charset="0"/>
                <a:ea typeface="Noto Sans TC" pitchFamily="34" charset="-122"/>
                <a:cs typeface="Noto Sans TC" pitchFamily="34" charset="-120"/>
              </a:rPr>
              <a:t>讓人</a:t>
            </a:r>
            <a:pPr algn="ctr" indent="0" marL="0">
              <a:lnSpc>
                <a:spcPts val="2625"/>
              </a:lnSpc>
              <a:buNone/>
            </a:pPr>
            <a:r>
              <a:rPr lang="en-US" sz="1875" b="1" dirty="0">
                <a:solidFill>
                  <a:srgbClr val="241C17"/>
                </a:solidFill>
                <a:latin typeface="Noto Sans TC" pitchFamily="34" charset="0"/>
                <a:ea typeface="Noto Sans TC" pitchFamily="34" charset="-122"/>
                <a:cs typeface="Noto Sans TC" pitchFamily="34" charset="-120"/>
              </a:rPr>
              <a:t>看見</a:t>
            </a:r>
            <a:pPr algn="ctr" indent="0" marL="0">
              <a:lnSpc>
                <a:spcPts val="2625"/>
              </a:lnSpc>
              <a:buNone/>
            </a:pPr>
            <a:r>
              <a:rPr lang="en-US" sz="1875" b="1" dirty="0">
                <a:solidFill>
                  <a:srgbClr val="241C17"/>
                </a:solidFill>
                <a:latin typeface="Noto Sans TC" pitchFamily="34" charset="0"/>
                <a:ea typeface="Noto Sans TC" pitchFamily="34" charset="-122"/>
                <a:cs typeface="Noto Sans TC" pitchFamily="34" charset="-120"/>
              </a:rPr>
              <a:t>你</a:t>
            </a:r>
            <a:endParaRPr lang="en-US" sz="1875" dirty="0"/>
          </a:p>
        </p:txBody>
      </p:sp>
      <p:sp>
        <p:nvSpPr>
          <p:cNvPr id="6" name="Text 3"/>
          <p:cNvSpPr txBox="1"/>
          <p:nvPr/>
        </p:nvSpPr>
        <p:spPr>
          <a:xfrm>
            <a:off x="2302734" y="3549244"/>
            <a:ext cx="607802" cy="361920"/>
          </a:xfrm>
          <a:prstGeom prst="rect">
            <a:avLst/>
          </a:prstGeom>
          <a:noFill/>
          <a:ln/>
        </p:spPr>
        <p:txBody>
          <a:bodyPr wrap="square" lIns="0" tIns="0" rIns="0" bIns="0" rtlCol="0" anchor="t"/>
          <a:lstStyle/>
          <a:p>
            <a:pPr algn="ctr" indent="0" marL="0">
              <a:lnSpc>
                <a:spcPts val="2625"/>
              </a:lnSpc>
              <a:buNone/>
            </a:pPr>
            <a:r>
              <a:rPr lang="en-US" sz="1875" b="1" dirty="0">
                <a:solidFill>
                  <a:srgbClr val="241C17"/>
                </a:solidFill>
                <a:latin typeface="Noto Sans TC" pitchFamily="34" charset="0"/>
                <a:ea typeface="Noto Sans TC" pitchFamily="34" charset="-122"/>
                <a:cs typeface="Noto Sans TC" pitchFamily="34" charset="-120"/>
              </a:rPr>
              <a:t>看見</a:t>
            </a:r>
            <a:endParaRPr lang="en-US" sz="1875" dirty="0"/>
          </a:p>
        </p:txBody>
      </p:sp>
      <p:sp>
        <p:nvSpPr>
          <p:cNvPr id="7" name="Text 4"/>
          <p:cNvSpPr txBox="1"/>
          <p:nvPr/>
        </p:nvSpPr>
        <p:spPr>
          <a:xfrm>
            <a:off x="5752582" y="3301624"/>
            <a:ext cx="696133" cy="200071"/>
          </a:xfrm>
          <a:prstGeom prst="rect">
            <a:avLst/>
          </a:prstGeom>
          <a:noFill/>
          <a:ln/>
        </p:spPr>
        <p:txBody>
          <a:bodyPr wrap="square" lIns="0" tIns="0" rIns="0" bIns="0" rtlCol="0" anchor="t"/>
          <a:lstStyle/>
          <a:p>
            <a:pPr algn="ctr" indent="0" marL="0">
              <a:buNone/>
            </a:pPr>
            <a:r>
              <a:rPr lang="en-US" sz="975" b="1" spc="136" kern="0" dirty="0">
                <a:solidFill>
                  <a:srgbClr val="C05F3C"/>
                </a:solidFill>
                <a:latin typeface="Noto Sans TC" pitchFamily="34" charset="0"/>
                <a:ea typeface="Noto Sans TC" pitchFamily="34" charset="-122"/>
                <a:cs typeface="Noto Sans TC" pitchFamily="34" charset="-120"/>
              </a:rPr>
              <a:t>好的內容</a:t>
            </a:r>
            <a:endParaRPr lang="en-US" sz="975" dirty="0"/>
          </a:p>
        </p:txBody>
      </p:sp>
      <p:sp>
        <p:nvSpPr>
          <p:cNvPr id="8" name="Text 5"/>
          <p:cNvSpPr txBox="1"/>
          <p:nvPr/>
        </p:nvSpPr>
        <p:spPr>
          <a:xfrm>
            <a:off x="5423946" y="3549244"/>
            <a:ext cx="1353403" cy="361920"/>
          </a:xfrm>
          <a:prstGeom prst="rect">
            <a:avLst/>
          </a:prstGeom>
          <a:noFill/>
          <a:ln/>
        </p:spPr>
        <p:txBody>
          <a:bodyPr wrap="square" lIns="0" tIns="0" rIns="0" bIns="0" rtlCol="0" anchor="t"/>
          <a:lstStyle/>
          <a:p>
            <a:pPr algn="ctr" indent="0" marL="0">
              <a:lnSpc>
                <a:spcPts val="2625"/>
              </a:lnSpc>
              <a:buNone/>
            </a:pPr>
            <a:r>
              <a:rPr lang="en-US" sz="1875" b="1" dirty="0">
                <a:solidFill>
                  <a:srgbClr val="241C17"/>
                </a:solidFill>
                <a:latin typeface="Noto Sans TC" pitchFamily="34" charset="0"/>
                <a:ea typeface="Noto Sans TC" pitchFamily="34" charset="-122"/>
                <a:cs typeface="Noto Sans TC" pitchFamily="34" charset="-120"/>
              </a:rPr>
              <a:t>讓人</a:t>
            </a:r>
            <a:pPr algn="ctr" indent="0" marL="0">
              <a:lnSpc>
                <a:spcPts val="2625"/>
              </a:lnSpc>
              <a:buNone/>
            </a:pPr>
            <a:r>
              <a:rPr lang="en-US" sz="1875" b="1" dirty="0">
                <a:solidFill>
                  <a:srgbClr val="241C17"/>
                </a:solidFill>
                <a:latin typeface="Noto Sans TC" pitchFamily="34" charset="0"/>
                <a:ea typeface="Noto Sans TC" pitchFamily="34" charset="-122"/>
                <a:cs typeface="Noto Sans TC" pitchFamily="34" charset="-120"/>
              </a:rPr>
              <a:t>喜歡</a:t>
            </a:r>
            <a:pPr algn="ctr" indent="0" marL="0">
              <a:lnSpc>
                <a:spcPts val="2625"/>
              </a:lnSpc>
              <a:buNone/>
            </a:pPr>
            <a:r>
              <a:rPr lang="en-US" sz="1875" b="1" dirty="0">
                <a:solidFill>
                  <a:srgbClr val="241C17"/>
                </a:solidFill>
                <a:latin typeface="Noto Sans TC" pitchFamily="34" charset="0"/>
                <a:ea typeface="Noto Sans TC" pitchFamily="34" charset="-122"/>
                <a:cs typeface="Noto Sans TC" pitchFamily="34" charset="-120"/>
              </a:rPr>
              <a:t>你</a:t>
            </a:r>
            <a:endParaRPr lang="en-US" sz="1875" dirty="0"/>
          </a:p>
        </p:txBody>
      </p:sp>
      <p:sp>
        <p:nvSpPr>
          <p:cNvPr id="9" name="Text 6"/>
          <p:cNvSpPr txBox="1"/>
          <p:nvPr/>
        </p:nvSpPr>
        <p:spPr>
          <a:xfrm>
            <a:off x="5915802" y="3549244"/>
            <a:ext cx="607802" cy="361920"/>
          </a:xfrm>
          <a:prstGeom prst="rect">
            <a:avLst/>
          </a:prstGeom>
          <a:noFill/>
          <a:ln/>
        </p:spPr>
        <p:txBody>
          <a:bodyPr wrap="square" lIns="0" tIns="0" rIns="0" bIns="0" rtlCol="0" anchor="t"/>
          <a:lstStyle/>
          <a:p>
            <a:pPr algn="ctr" indent="0" marL="0">
              <a:lnSpc>
                <a:spcPts val="2625"/>
              </a:lnSpc>
              <a:buNone/>
            </a:pPr>
            <a:r>
              <a:rPr lang="en-US" sz="1875" b="1" dirty="0">
                <a:solidFill>
                  <a:srgbClr val="241C17"/>
                </a:solidFill>
                <a:latin typeface="Noto Sans TC" pitchFamily="34" charset="0"/>
                <a:ea typeface="Noto Sans TC" pitchFamily="34" charset="-122"/>
                <a:cs typeface="Noto Sans TC" pitchFamily="34" charset="-120"/>
              </a:rPr>
              <a:t>喜歡</a:t>
            </a:r>
            <a:endParaRPr lang="en-US" sz="1875" dirty="0"/>
          </a:p>
        </p:txBody>
      </p:sp>
      <p:sp>
        <p:nvSpPr>
          <p:cNvPr id="10" name="Text 7"/>
          <p:cNvSpPr txBox="1"/>
          <p:nvPr/>
        </p:nvSpPr>
        <p:spPr>
          <a:xfrm>
            <a:off x="9365833" y="3301624"/>
            <a:ext cx="696133" cy="200071"/>
          </a:xfrm>
          <a:prstGeom prst="rect">
            <a:avLst/>
          </a:prstGeom>
          <a:noFill/>
          <a:ln/>
        </p:spPr>
        <p:txBody>
          <a:bodyPr wrap="square" lIns="0" tIns="0" rIns="0" bIns="0" rtlCol="0" anchor="t"/>
          <a:lstStyle/>
          <a:p>
            <a:pPr algn="ctr" indent="0" marL="0">
              <a:buNone/>
            </a:pPr>
            <a:r>
              <a:rPr lang="en-US" sz="975" b="1" spc="136" kern="0" dirty="0">
                <a:solidFill>
                  <a:srgbClr val="5F7A63"/>
                </a:solidFill>
                <a:latin typeface="Noto Sans TC" pitchFamily="34" charset="0"/>
                <a:ea typeface="Noto Sans TC" pitchFamily="34" charset="-122"/>
                <a:cs typeface="Noto Sans TC" pitchFamily="34" charset="-120"/>
              </a:rPr>
              <a:t>持續互動</a:t>
            </a:r>
            <a:endParaRPr lang="en-US" sz="975" dirty="0"/>
          </a:p>
        </p:txBody>
      </p:sp>
      <p:sp>
        <p:nvSpPr>
          <p:cNvPr id="11" name="Text 8"/>
          <p:cNvSpPr txBox="1"/>
          <p:nvPr/>
        </p:nvSpPr>
        <p:spPr>
          <a:xfrm>
            <a:off x="9037107" y="3549244"/>
            <a:ext cx="1353403" cy="361920"/>
          </a:xfrm>
          <a:prstGeom prst="rect">
            <a:avLst/>
          </a:prstGeom>
          <a:noFill/>
          <a:ln/>
        </p:spPr>
        <p:txBody>
          <a:bodyPr wrap="square" lIns="0" tIns="0" rIns="0" bIns="0" rtlCol="0" anchor="t"/>
          <a:lstStyle/>
          <a:p>
            <a:pPr algn="ctr" indent="0" marL="0">
              <a:lnSpc>
                <a:spcPts val="2625"/>
              </a:lnSpc>
              <a:buNone/>
            </a:pPr>
            <a:r>
              <a:rPr lang="en-US" sz="1875" b="1" dirty="0">
                <a:solidFill>
                  <a:srgbClr val="241C17"/>
                </a:solidFill>
                <a:latin typeface="Noto Sans TC" pitchFamily="34" charset="0"/>
                <a:ea typeface="Noto Sans TC" pitchFamily="34" charset="-122"/>
                <a:cs typeface="Noto Sans TC" pitchFamily="34" charset="-120"/>
              </a:rPr>
              <a:t>讓人</a:t>
            </a:r>
            <a:pPr algn="ctr" indent="0" marL="0">
              <a:lnSpc>
                <a:spcPts val="2625"/>
              </a:lnSpc>
              <a:buNone/>
            </a:pPr>
            <a:r>
              <a:rPr lang="en-US" sz="1875" b="1" dirty="0">
                <a:solidFill>
                  <a:srgbClr val="241C17"/>
                </a:solidFill>
                <a:latin typeface="Noto Sans TC" pitchFamily="34" charset="0"/>
                <a:ea typeface="Noto Sans TC" pitchFamily="34" charset="-122"/>
                <a:cs typeface="Noto Sans TC" pitchFamily="34" charset="-120"/>
              </a:rPr>
              <a:t>信任</a:t>
            </a:r>
            <a:pPr algn="ctr" indent="0" marL="0">
              <a:lnSpc>
                <a:spcPts val="2625"/>
              </a:lnSpc>
              <a:buNone/>
            </a:pPr>
            <a:r>
              <a:rPr lang="en-US" sz="1875" b="1" dirty="0">
                <a:solidFill>
                  <a:srgbClr val="241C17"/>
                </a:solidFill>
                <a:latin typeface="Noto Sans TC" pitchFamily="34" charset="0"/>
                <a:ea typeface="Noto Sans TC" pitchFamily="34" charset="-122"/>
                <a:cs typeface="Noto Sans TC" pitchFamily="34" charset="-120"/>
              </a:rPr>
              <a:t>你</a:t>
            </a:r>
            <a:endParaRPr lang="en-US" sz="1875" dirty="0"/>
          </a:p>
        </p:txBody>
      </p:sp>
      <p:sp>
        <p:nvSpPr>
          <p:cNvPr id="12" name="Text 9"/>
          <p:cNvSpPr txBox="1"/>
          <p:nvPr/>
        </p:nvSpPr>
        <p:spPr>
          <a:xfrm>
            <a:off x="9528962" y="3549244"/>
            <a:ext cx="607802" cy="361920"/>
          </a:xfrm>
          <a:prstGeom prst="rect">
            <a:avLst/>
          </a:prstGeom>
          <a:noFill/>
          <a:ln/>
        </p:spPr>
        <p:txBody>
          <a:bodyPr wrap="square" lIns="0" tIns="0" rIns="0" bIns="0" rtlCol="0" anchor="t"/>
          <a:lstStyle/>
          <a:p>
            <a:pPr algn="ctr" indent="0" marL="0">
              <a:lnSpc>
                <a:spcPts val="2625"/>
              </a:lnSpc>
              <a:buNone/>
            </a:pPr>
            <a:r>
              <a:rPr lang="en-US" sz="1875" b="1" dirty="0">
                <a:solidFill>
                  <a:srgbClr val="241C17"/>
                </a:solidFill>
                <a:latin typeface="Noto Sans TC" pitchFamily="34" charset="0"/>
                <a:ea typeface="Noto Sans TC" pitchFamily="34" charset="-122"/>
                <a:cs typeface="Noto Sans TC" pitchFamily="34" charset="-120"/>
              </a:rPr>
              <a:t>信任</a:t>
            </a:r>
            <a:endParaRPr lang="en-US" sz="1875" dirty="0"/>
          </a:p>
        </p:txBody>
      </p:sp>
      <p:sp>
        <p:nvSpPr>
          <p:cNvPr id="13" name="Text 10"/>
          <p:cNvSpPr txBox="1"/>
          <p:nvPr/>
        </p:nvSpPr>
        <p:spPr>
          <a:xfrm>
            <a:off x="3713287" y="4539813"/>
            <a:ext cx="4774905" cy="722742"/>
          </a:xfrm>
          <a:prstGeom prst="rect">
            <a:avLst/>
          </a:prstGeom>
          <a:noFill/>
          <a:ln/>
        </p:spPr>
        <p:txBody>
          <a:bodyPr wrap="square" lIns="0" tIns="0" rIns="0" bIns="0" rtlCol="0" anchor="t"/>
          <a:lstStyle/>
          <a:p>
            <a:pPr algn="ctr" indent="0" marL="0">
              <a:lnSpc>
                <a:spcPts val="2916"/>
              </a:lnSpc>
              <a:buNone/>
            </a:pPr>
            <a:r>
              <a:rPr lang="en-US" sz="1800" dirty="0">
                <a:solidFill>
                  <a:srgbClr val="4A3C33"/>
                </a:solidFill>
                <a:latin typeface="Noto Sans TC" pitchFamily="34" charset="0"/>
                <a:ea typeface="Noto Sans TC" pitchFamily="34" charset="-122"/>
                <a:cs typeface="Noto Sans TC" pitchFamily="34" charset="-120"/>
              </a:rPr>
              <a:t> 今天所有的操作、字數、Hashtag、Reels，</a:t>
            </a:r>
            <a:endParaRPr lang="en-US" sz="1800" dirty="0"/>
          </a:p>
          <a:p>
            <a:pPr algn="ctr" indent="0" marL="0">
              <a:lnSpc>
                <a:spcPts val="2916"/>
              </a:lnSpc>
              <a:buNone/>
            </a:pPr>
            <a:r>
              <a:rPr lang="en-US" sz="1800" dirty="0">
                <a:solidFill>
                  <a:srgbClr val="4A3C33"/>
                </a:solidFill>
                <a:latin typeface="Noto Sans TC" pitchFamily="34" charset="0"/>
                <a:ea typeface="Noto Sans TC" pitchFamily="34" charset="-122"/>
                <a:cs typeface="Noto Sans TC" pitchFamily="34" charset="-120"/>
              </a:rPr>
              <a:t>都只是為了完成上面這三件事。</a:t>
            </a:r>
            <a:endParaRPr lang="en-US" sz="1800" dirty="0"/>
          </a:p>
        </p:txBody>
      </p:sp>
      <p:sp>
        <p:nvSpPr>
          <p:cNvPr id="14" name="Text 11"/>
          <p:cNvSpPr txBox="1"/>
          <p:nvPr/>
        </p:nvSpPr>
        <p:spPr>
          <a:xfrm>
            <a:off x="761970" y="6438930"/>
            <a:ext cx="1338042" cy="200071"/>
          </a:xfrm>
          <a:prstGeom prst="rect">
            <a:avLst/>
          </a:prstGeom>
          <a:noFill/>
          <a:ln/>
        </p:spPr>
        <p:txBody>
          <a:bodyPr wrap="square" lIns="0" tIns="0" rIns="0" bIns="0" rtlCol="0" anchor="t"/>
          <a:lstStyle/>
          <a:p>
            <a:pPr algn="l" indent="0" marL="0">
              <a:buNone/>
            </a:pPr>
            <a:r>
              <a:rPr lang="en-US" sz="938" b="1" spc="56" kern="0" dirty="0">
                <a:solidFill>
                  <a:srgbClr val="9C8B7C"/>
                </a:solidFill>
                <a:latin typeface="Noto Sans TC" pitchFamily="34" charset="0"/>
                <a:ea typeface="Noto Sans TC" pitchFamily="34" charset="-122"/>
                <a:cs typeface="Noto Sans TC" pitchFamily="34" charset="-120"/>
              </a:rPr>
              <a:t>PART 1 · 09:25</a:t>
            </a:r>
            <a:endParaRPr lang="en-US" sz="938" dirty="0"/>
          </a:p>
        </p:txBody>
      </p:sp>
      <p:sp>
        <p:nvSpPr>
          <p:cNvPr id="15" name="Text 12"/>
          <p:cNvSpPr txBox="1"/>
          <p:nvPr/>
        </p:nvSpPr>
        <p:spPr>
          <a:xfrm>
            <a:off x="11000049" y="6438930"/>
            <a:ext cx="485181" cy="200071"/>
          </a:xfrm>
          <a:prstGeom prst="rect">
            <a:avLst/>
          </a:prstGeom>
          <a:noFill/>
          <a:ln/>
        </p:spPr>
        <p:txBody>
          <a:bodyPr wrap="square" lIns="0" tIns="0" rIns="0" bIns="0" rtlCol="0" anchor="t"/>
          <a:lstStyle/>
          <a:p>
            <a:pPr algn="l" indent="0" marL="0">
              <a:buNone/>
            </a:pPr>
            <a:r>
              <a:rPr lang="en-US" sz="938" b="1" spc="56" kern="0" dirty="0">
                <a:solidFill>
                  <a:srgbClr val="9C8B7C"/>
                </a:solidFill>
                <a:latin typeface="Noto Sans TC" pitchFamily="34" charset="0"/>
                <a:ea typeface="Noto Sans TC" pitchFamily="34" charset="-122"/>
                <a:cs typeface="Noto Sans TC" pitchFamily="34" charset="-120"/>
              </a:rPr>
              <a:t>9 / 75</a:t>
            </a:r>
            <a:endParaRPr lang="en-US" sz="938"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7F1"/>
        </a:solidFill>
      </p:bgPr>
    </p:bg>
    <p:spTree>
      <p:nvGrpSpPr>
        <p:cNvPr id="1" name=""/>
        <p:cNvGrpSpPr/>
        <p:nvPr/>
      </p:nvGrpSpPr>
      <p:grpSpPr>
        <a:xfrm>
          <a:off x="0" y="0"/>
          <a:ext cx="0" cy="0"/>
          <a:chOff x="0" y="0"/>
          <a:chExt cx="0" cy="0"/>
        </a:xfrm>
      </p:grpSpPr>
      <p:pic>
        <p:nvPicPr>
          <p:cNvPr id="2" name="Image 0" descr="/home/user/gogoeveryday/social-course/export-pptx/build/bg/10.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876270" y="1373520"/>
            <a:ext cx="2230862" cy="209580"/>
          </a:xfrm>
          <a:prstGeom prst="rect">
            <a:avLst/>
          </a:prstGeom>
          <a:noFill/>
          <a:ln/>
        </p:spPr>
        <p:txBody>
          <a:bodyPr wrap="square" lIns="0" tIns="0" rIns="0" bIns="0" rtlCol="0" anchor="t"/>
          <a:lstStyle/>
          <a:p>
            <a:pPr algn="l" indent="0" marL="0">
              <a:buNone/>
            </a:pPr>
            <a:r>
              <a:rPr lang="en-US" sz="1050" b="1" spc="189" kern="0" dirty="0">
                <a:solidFill>
                  <a:srgbClr val="D99A4E"/>
                </a:solidFill>
                <a:latin typeface="Noto Sans TC" pitchFamily="34" charset="0"/>
                <a:ea typeface="Noto Sans TC" pitchFamily="34" charset="-122"/>
                <a:cs typeface="Noto Sans TC" pitchFamily="34" charset="-120"/>
              </a:rPr>
              <a:t>09:30 – 10:10 ｜ PART 2</a:t>
            </a:r>
            <a:endParaRPr lang="en-US" sz="1050" dirty="0"/>
          </a:p>
        </p:txBody>
      </p:sp>
      <p:sp>
        <p:nvSpPr>
          <p:cNvPr id="4" name="Text 1"/>
          <p:cNvSpPr txBox="1"/>
          <p:nvPr/>
        </p:nvSpPr>
        <p:spPr>
          <a:xfrm>
            <a:off x="876270" y="1487820"/>
            <a:ext cx="1726662" cy="2086021"/>
          </a:xfrm>
          <a:prstGeom prst="rect">
            <a:avLst/>
          </a:prstGeom>
          <a:noFill/>
          <a:ln/>
        </p:spPr>
        <p:txBody>
          <a:bodyPr wrap="square" lIns="0" tIns="0" rIns="0" bIns="0" rtlCol="0" anchor="t"/>
          <a:lstStyle/>
          <a:p>
            <a:pPr algn="l" indent="0" marL="0">
              <a:lnSpc>
                <a:spcPts val="11250"/>
              </a:lnSpc>
              <a:buNone/>
            </a:pPr>
            <a:r>
              <a:rPr lang="en-US" sz="11250" b="1" spc="-563" kern="0" dirty="0">
                <a:solidFill>
                  <a:srgbClr val="FFFFFF"/>
                </a:solidFill>
                <a:latin typeface="Noto Sans TC" pitchFamily="34" charset="0"/>
                <a:ea typeface="Noto Sans TC" pitchFamily="34" charset="-122"/>
                <a:cs typeface="Noto Sans TC" pitchFamily="34" charset="-120"/>
              </a:rPr>
              <a:t>02</a:t>
            </a:r>
            <a:endParaRPr lang="en-US" sz="11250" dirty="0"/>
          </a:p>
        </p:txBody>
      </p:sp>
      <p:sp>
        <p:nvSpPr>
          <p:cNvPr id="5" name="Text 2"/>
          <p:cNvSpPr txBox="1"/>
          <p:nvPr/>
        </p:nvSpPr>
        <p:spPr>
          <a:xfrm>
            <a:off x="876270" y="3030870"/>
            <a:ext cx="3644524" cy="1562070"/>
          </a:xfrm>
          <a:prstGeom prst="rect">
            <a:avLst/>
          </a:prstGeom>
          <a:noFill/>
          <a:ln/>
        </p:spPr>
        <p:txBody>
          <a:bodyPr wrap="square" lIns="0" tIns="0" rIns="0" bIns="0" rtlCol="0" anchor="t"/>
          <a:lstStyle/>
          <a:p>
            <a:pPr algn="l" indent="0" marL="0">
              <a:buNone/>
            </a:pPr>
            <a:r>
              <a:rPr lang="en-US" sz="4200" b="1" spc="-126" kern="0" dirty="0">
                <a:solidFill>
                  <a:srgbClr val="FFFFFF"/>
                </a:solidFill>
                <a:latin typeface="Noto Sans TC" pitchFamily="34" charset="0"/>
                <a:ea typeface="Noto Sans TC" pitchFamily="34" charset="-122"/>
                <a:cs typeface="Noto Sans TC" pitchFamily="34" charset="-120"/>
              </a:rPr>
              <a:t>FB、IG、LINE</a:t>
            </a:r>
            <a:endParaRPr lang="en-US" sz="4200" dirty="0"/>
          </a:p>
          <a:p>
            <a:pPr algn="l" indent="0" marL="0">
              <a:buNone/>
            </a:pPr>
            <a:r>
              <a:rPr lang="en-US" sz="4200" b="1" spc="-126" kern="0" dirty="0">
                <a:solidFill>
                  <a:srgbClr val="FFFFFF"/>
                </a:solidFill>
                <a:latin typeface="Noto Sans TC" pitchFamily="34" charset="0"/>
                <a:ea typeface="Noto Sans TC" pitchFamily="34" charset="-122"/>
                <a:cs typeface="Noto Sans TC" pitchFamily="34" charset="-120"/>
              </a:rPr>
              <a:t>到底差在哪？</a:t>
            </a:r>
            <a:endParaRPr lang="en-US" sz="4200" dirty="0"/>
          </a:p>
        </p:txBody>
      </p:sp>
      <p:sp>
        <p:nvSpPr>
          <p:cNvPr id="6" name="Text 3"/>
          <p:cNvSpPr txBox="1"/>
          <p:nvPr/>
        </p:nvSpPr>
        <p:spPr>
          <a:xfrm>
            <a:off x="876270" y="4954951"/>
            <a:ext cx="4755520" cy="304770"/>
          </a:xfrm>
          <a:prstGeom prst="rect">
            <a:avLst/>
          </a:prstGeom>
          <a:noFill/>
          <a:ln/>
        </p:spPr>
        <p:txBody>
          <a:bodyPr wrap="square" lIns="0" tIns="0" rIns="0" bIns="0" rtlCol="0" anchor="t"/>
          <a:lstStyle/>
          <a:p>
            <a:pPr algn="l" indent="0" marL="0">
              <a:lnSpc>
                <a:spcPts val="2520"/>
              </a:lnSpc>
              <a:buNone/>
            </a:pPr>
            <a:r>
              <a:rPr lang="en-US" sz="1575" dirty="0">
                <a:solidFill>
                  <a:srgbClr val="FFFFFF"/>
                </a:solidFill>
                <a:latin typeface="Noto Sans TC" pitchFamily="34" charset="0"/>
                <a:ea typeface="Noto Sans TC" pitchFamily="34" charset="-122"/>
                <a:cs typeface="Noto Sans TC" pitchFamily="34" charset="-120"/>
              </a:rPr>
              <a:t>不是三個都要做。先知道它們各自負責什麼工作。</a:t>
            </a:r>
            <a:endParaRPr lang="en-US" sz="1575" dirty="0"/>
          </a:p>
        </p:txBody>
      </p:sp>
      <p:sp>
        <p:nvSpPr>
          <p:cNvPr id="7" name="Text 4"/>
          <p:cNvSpPr txBox="1"/>
          <p:nvPr/>
        </p:nvSpPr>
        <p:spPr>
          <a:xfrm>
            <a:off x="761970" y="6438930"/>
            <a:ext cx="1791035" cy="200071"/>
          </a:xfrm>
          <a:prstGeom prst="rect">
            <a:avLst/>
          </a:prstGeom>
          <a:noFill/>
          <a:ln/>
        </p:spPr>
        <p:txBody>
          <a:bodyPr wrap="square" lIns="0" tIns="0" rIns="0" bIns="0" rtlCol="0" anchor="t"/>
          <a:lstStyle/>
          <a:p>
            <a:pPr algn="l" indent="0" marL="0">
              <a:buNone/>
            </a:pPr>
            <a:r>
              <a:rPr lang="en-US" sz="938" b="1" spc="56" kern="0" dirty="0">
                <a:solidFill>
                  <a:srgbClr val="FFFFFF"/>
                </a:solidFill>
                <a:latin typeface="Noto Sans TC" pitchFamily="34" charset="0"/>
                <a:ea typeface="Noto Sans TC" pitchFamily="34" charset="-122"/>
                <a:cs typeface="Noto Sans TC" pitchFamily="34" charset="-120"/>
              </a:rPr>
              <a:t>PART 2 · 09:30–10:10</a:t>
            </a:r>
            <a:endParaRPr lang="en-US" sz="938" dirty="0"/>
          </a:p>
        </p:txBody>
      </p:sp>
      <p:sp>
        <p:nvSpPr>
          <p:cNvPr id="8" name="Text 5"/>
          <p:cNvSpPr txBox="1"/>
          <p:nvPr/>
        </p:nvSpPr>
        <p:spPr>
          <a:xfrm>
            <a:off x="10922599" y="6438930"/>
            <a:ext cx="562630" cy="200071"/>
          </a:xfrm>
          <a:prstGeom prst="rect">
            <a:avLst/>
          </a:prstGeom>
          <a:noFill/>
          <a:ln/>
        </p:spPr>
        <p:txBody>
          <a:bodyPr wrap="square" lIns="0" tIns="0" rIns="0" bIns="0" rtlCol="0" anchor="t"/>
          <a:lstStyle/>
          <a:p>
            <a:pPr algn="l" indent="0" marL="0">
              <a:buNone/>
            </a:pPr>
            <a:r>
              <a:rPr lang="en-US" sz="938" b="1" spc="56" kern="0" dirty="0">
                <a:solidFill>
                  <a:srgbClr val="FFFFFF"/>
                </a:solidFill>
                <a:latin typeface="Noto Sans TC" pitchFamily="34" charset="0"/>
                <a:ea typeface="Noto Sans TC" pitchFamily="34" charset="-122"/>
                <a:cs typeface="Noto Sans TC" pitchFamily="34" charset="-120"/>
              </a:rPr>
              <a:t>10 / 75</a:t>
            </a:r>
            <a:endParaRPr lang="en-US" sz="938"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BF7F1"/>
        </a:solidFill>
      </p:bgPr>
    </p:bg>
    <p:spTree>
      <p:nvGrpSpPr>
        <p:cNvPr id="1" name=""/>
        <p:cNvGrpSpPr/>
        <p:nvPr/>
      </p:nvGrpSpPr>
      <p:grpSpPr>
        <a:xfrm>
          <a:off x="0" y="0"/>
          <a:ext cx="0" cy="0"/>
          <a:chOff x="0" y="0"/>
          <a:chExt cx="0" cy="0"/>
        </a:xfrm>
      </p:grpSpPr>
      <p:pic>
        <p:nvPicPr>
          <p:cNvPr id="2" name="Image 0" descr="/home/user/gogoeveryday/social-course/export-pptx/build/bg/11.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761970" y="988101"/>
            <a:ext cx="1544879" cy="219090"/>
          </a:xfrm>
          <a:prstGeom prst="rect">
            <a:avLst/>
          </a:prstGeom>
          <a:noFill/>
          <a:ln/>
        </p:spPr>
        <p:txBody>
          <a:bodyPr wrap="square" lIns="0" tIns="0" rIns="0" bIns="0" rtlCol="0" anchor="t"/>
          <a:lstStyle/>
          <a:p>
            <a:pPr algn="l" indent="0" marL="0">
              <a:buNone/>
            </a:pPr>
            <a:r>
              <a:rPr lang="en-US" sz="1125" b="1" spc="225" kern="0" dirty="0">
                <a:solidFill>
                  <a:srgbClr val="C05F3C"/>
                </a:solidFill>
                <a:latin typeface="Noto Sans TC" pitchFamily="34" charset="0"/>
                <a:ea typeface="Noto Sans TC" pitchFamily="34" charset="-122"/>
                <a:cs typeface="Noto Sans TC" pitchFamily="34" charset="-120"/>
              </a:rPr>
              <a:t>用開店來想就懂了</a:t>
            </a:r>
            <a:endParaRPr lang="en-US" sz="1125" dirty="0"/>
          </a:p>
        </p:txBody>
      </p:sp>
      <p:sp>
        <p:nvSpPr>
          <p:cNvPr id="4" name="Text 1"/>
          <p:cNvSpPr txBox="1"/>
          <p:nvPr/>
        </p:nvSpPr>
        <p:spPr>
          <a:xfrm>
            <a:off x="761970" y="1292870"/>
            <a:ext cx="4840285" cy="571500"/>
          </a:xfrm>
          <a:prstGeom prst="rect">
            <a:avLst/>
          </a:prstGeom>
          <a:noFill/>
          <a:ln/>
        </p:spPr>
        <p:txBody>
          <a:bodyPr wrap="square" lIns="0" tIns="0" rIns="0" bIns="0" rtlCol="0" anchor="t"/>
          <a:lstStyle/>
          <a:p>
            <a:pPr algn="l" indent="0" marL="0">
              <a:lnSpc>
                <a:spcPts val="3660"/>
              </a:lnSpc>
              <a:buNone/>
            </a:pPr>
            <a:r>
              <a:rPr lang="en-US" sz="3000" b="1" spc="-60" kern="0" dirty="0">
                <a:solidFill>
                  <a:srgbClr val="241C17"/>
                </a:solidFill>
                <a:latin typeface="Noto Sans TC" pitchFamily="34" charset="0"/>
                <a:ea typeface="Noto Sans TC" pitchFamily="34" charset="-122"/>
                <a:cs typeface="Noto Sans TC" pitchFamily="34" charset="-120"/>
              </a:rPr>
              <a:t>三個平台，三種不同的店面</a:t>
            </a:r>
            <a:endParaRPr lang="en-US" sz="3000" dirty="0"/>
          </a:p>
        </p:txBody>
      </p:sp>
      <p:sp>
        <p:nvSpPr>
          <p:cNvPr id="5" name="Text 2"/>
          <p:cNvSpPr txBox="1"/>
          <p:nvPr/>
        </p:nvSpPr>
        <p:spPr>
          <a:xfrm>
            <a:off x="1019190" y="4230929"/>
            <a:ext cx="939912" cy="200071"/>
          </a:xfrm>
          <a:prstGeom prst="rect">
            <a:avLst/>
          </a:prstGeom>
          <a:noFill/>
          <a:ln/>
        </p:spPr>
        <p:txBody>
          <a:bodyPr wrap="square" lIns="0" tIns="0" rIns="0" bIns="0" rtlCol="0" anchor="t"/>
          <a:lstStyle/>
          <a:p>
            <a:pPr algn="l" indent="0" marL="0">
              <a:buNone/>
            </a:pPr>
            <a:r>
              <a:rPr lang="en-US" sz="975" b="1" spc="136" kern="0" dirty="0">
                <a:solidFill>
                  <a:srgbClr val="1877F2"/>
                </a:solidFill>
                <a:latin typeface="Noto Sans TC" pitchFamily="34" charset="0"/>
                <a:ea typeface="Noto Sans TC" pitchFamily="34" charset="-122"/>
                <a:cs typeface="Noto Sans TC" pitchFamily="34" charset="-120"/>
              </a:rPr>
              <a:t>FACEBOOK</a:t>
            </a:r>
            <a:endParaRPr lang="en-US" sz="975" dirty="0"/>
          </a:p>
        </p:txBody>
      </p:sp>
      <p:sp>
        <p:nvSpPr>
          <p:cNvPr id="6" name="Text 3"/>
          <p:cNvSpPr txBox="1"/>
          <p:nvPr/>
        </p:nvSpPr>
        <p:spPr>
          <a:xfrm>
            <a:off x="1019190" y="4507078"/>
            <a:ext cx="1050463" cy="352410"/>
          </a:xfrm>
          <a:prstGeom prst="rect">
            <a:avLst/>
          </a:prstGeom>
          <a:noFill/>
          <a:ln/>
        </p:spPr>
        <p:txBody>
          <a:bodyPr wrap="square" lIns="0" tIns="0" rIns="0" bIns="0" rtlCol="0" anchor="t"/>
          <a:lstStyle/>
          <a:p>
            <a:pPr algn="l" indent="0" marL="0">
              <a:buNone/>
            </a:pPr>
            <a:r>
              <a:rPr lang="en-US" sz="1800" b="1" spc="-18" kern="0" dirty="0">
                <a:solidFill>
                  <a:srgbClr val="241C17"/>
                </a:solidFill>
                <a:latin typeface="Noto Sans TC" pitchFamily="34" charset="0"/>
                <a:ea typeface="Noto Sans TC" pitchFamily="34" charset="-122"/>
                <a:cs typeface="Noto Sans TC" pitchFamily="34" charset="-120"/>
              </a:rPr>
              <a:t>社區廣場</a:t>
            </a:r>
            <a:endParaRPr lang="en-US" sz="1800" dirty="0"/>
          </a:p>
        </p:txBody>
      </p:sp>
      <p:sp>
        <p:nvSpPr>
          <p:cNvPr id="7" name="Text 4"/>
          <p:cNvSpPr txBox="1"/>
          <p:nvPr/>
        </p:nvSpPr>
        <p:spPr>
          <a:xfrm>
            <a:off x="1019190" y="4926239"/>
            <a:ext cx="3008833" cy="519379"/>
          </a:xfrm>
          <a:prstGeom prst="rect">
            <a:avLst/>
          </a:prstGeom>
          <a:noFill/>
          <a:ln/>
        </p:spPr>
        <p:txBody>
          <a:bodyPr wrap="square" lIns="0" tIns="0" rIns="0" bIns="0" rtlCol="0" anchor="t"/>
          <a:lstStyle/>
          <a:p>
            <a:pPr algn="l" indent="0" marL="0">
              <a:lnSpc>
                <a:spcPts val="2066"/>
              </a:lnSpc>
              <a:buNone/>
            </a:pPr>
            <a:r>
              <a:rPr lang="en-US" sz="1275" dirty="0">
                <a:solidFill>
                  <a:srgbClr val="4A3C33"/>
                </a:solidFill>
                <a:latin typeface="Noto Sans TC" pitchFamily="34" charset="0"/>
                <a:ea typeface="Noto Sans TC" pitchFamily="34" charset="-122"/>
                <a:cs typeface="Noto Sans TC" pitchFamily="34" charset="-120"/>
              </a:rPr>
              <a:t>大家會在這裡聊天、分享、看見鄰居在做什麼。</a:t>
            </a:r>
            <a:pPr algn="l" indent="0" marL="0">
              <a:lnSpc>
                <a:spcPts val="2066"/>
              </a:lnSpc>
              <a:buNone/>
            </a:pPr>
            <a:r>
              <a:rPr lang="en-US" sz="1275" b="1" dirty="0">
                <a:solidFill>
                  <a:srgbClr val="4A3C33"/>
                </a:solidFill>
                <a:latin typeface="Noto Sans TC" pitchFamily="34" charset="0"/>
                <a:ea typeface="Noto Sans TC" pitchFamily="34" charset="-122"/>
                <a:cs typeface="Noto Sans TC" pitchFamily="34" charset="-120"/>
              </a:rPr>
              <a:t>建立關係</a:t>
            </a:r>
            <a:pPr algn="l" indent="0" marL="0">
              <a:lnSpc>
                <a:spcPts val="2066"/>
              </a:lnSpc>
              <a:buNone/>
            </a:pPr>
            <a:r>
              <a:rPr lang="en-US" sz="1275" dirty="0">
                <a:solidFill>
                  <a:srgbClr val="4A3C33"/>
                </a:solidFill>
                <a:latin typeface="Noto Sans TC" pitchFamily="34" charset="0"/>
                <a:ea typeface="Noto Sans TC" pitchFamily="34" charset="-122"/>
                <a:cs typeface="Noto Sans TC" pitchFamily="34" charset="-120"/>
              </a:rPr>
              <a:t>的地方。</a:t>
            </a:r>
            <a:endParaRPr lang="en-US" sz="1275" dirty="0"/>
          </a:p>
        </p:txBody>
      </p:sp>
      <p:sp>
        <p:nvSpPr>
          <p:cNvPr id="8" name="Text 5"/>
          <p:cNvSpPr txBox="1"/>
          <p:nvPr/>
        </p:nvSpPr>
        <p:spPr>
          <a:xfrm>
            <a:off x="1666860" y="5188488"/>
            <a:ext cx="779160" cy="257221"/>
          </a:xfrm>
          <a:prstGeom prst="rect">
            <a:avLst/>
          </a:prstGeom>
          <a:noFill/>
          <a:ln/>
        </p:spPr>
        <p:txBody>
          <a:bodyPr wrap="square" lIns="0" tIns="0" rIns="0" bIns="0" rtlCol="0" anchor="t"/>
          <a:lstStyle/>
          <a:p>
            <a:pPr algn="l" indent="0" marL="0">
              <a:lnSpc>
                <a:spcPts val="2066"/>
              </a:lnSpc>
              <a:buNone/>
            </a:pPr>
            <a:r>
              <a:rPr lang="en-US" sz="1275" b="1" dirty="0">
                <a:solidFill>
                  <a:srgbClr val="4A3C33"/>
                </a:solidFill>
                <a:latin typeface="Noto Sans TC" pitchFamily="34" charset="0"/>
                <a:ea typeface="Noto Sans TC" pitchFamily="34" charset="-122"/>
                <a:cs typeface="Noto Sans TC" pitchFamily="34" charset="-120"/>
              </a:rPr>
              <a:t>建立關係</a:t>
            </a:r>
            <a:endParaRPr lang="en-US" sz="1275" dirty="0"/>
          </a:p>
        </p:txBody>
      </p:sp>
      <p:sp>
        <p:nvSpPr>
          <p:cNvPr id="9" name="Text 6"/>
          <p:cNvSpPr txBox="1"/>
          <p:nvPr/>
        </p:nvSpPr>
        <p:spPr>
          <a:xfrm>
            <a:off x="4625858" y="4230929"/>
            <a:ext cx="1014252" cy="200071"/>
          </a:xfrm>
          <a:prstGeom prst="rect">
            <a:avLst/>
          </a:prstGeom>
          <a:noFill/>
          <a:ln/>
        </p:spPr>
        <p:txBody>
          <a:bodyPr wrap="square" lIns="0" tIns="0" rIns="0" bIns="0" rtlCol="0" anchor="t"/>
          <a:lstStyle/>
          <a:p>
            <a:pPr algn="l" indent="0" marL="0">
              <a:buNone/>
            </a:pPr>
            <a:r>
              <a:rPr lang="en-US" sz="975" b="1" spc="136" kern="0" dirty="0">
                <a:solidFill>
                  <a:srgbClr val="E1306C"/>
                </a:solidFill>
                <a:latin typeface="Noto Sans TC" pitchFamily="34" charset="0"/>
                <a:ea typeface="Noto Sans TC" pitchFamily="34" charset="-122"/>
                <a:cs typeface="Noto Sans TC" pitchFamily="34" charset="-120"/>
              </a:rPr>
              <a:t>INSTAGRAM</a:t>
            </a:r>
            <a:endParaRPr lang="en-US" sz="975" dirty="0"/>
          </a:p>
        </p:txBody>
      </p:sp>
      <p:sp>
        <p:nvSpPr>
          <p:cNvPr id="10" name="Text 7"/>
          <p:cNvSpPr txBox="1"/>
          <p:nvPr/>
        </p:nvSpPr>
        <p:spPr>
          <a:xfrm>
            <a:off x="4625858" y="4507078"/>
            <a:ext cx="1050463" cy="352410"/>
          </a:xfrm>
          <a:prstGeom prst="rect">
            <a:avLst/>
          </a:prstGeom>
          <a:noFill/>
          <a:ln/>
        </p:spPr>
        <p:txBody>
          <a:bodyPr wrap="square" lIns="0" tIns="0" rIns="0" bIns="0" rtlCol="0" anchor="t"/>
          <a:lstStyle/>
          <a:p>
            <a:pPr algn="l" indent="0" marL="0">
              <a:buNone/>
            </a:pPr>
            <a:r>
              <a:rPr lang="en-US" sz="1800" b="1" spc="-18" kern="0" dirty="0">
                <a:solidFill>
                  <a:srgbClr val="241C17"/>
                </a:solidFill>
                <a:latin typeface="Noto Sans TC" pitchFamily="34" charset="0"/>
                <a:ea typeface="Noto Sans TC" pitchFamily="34" charset="-122"/>
                <a:cs typeface="Noto Sans TC" pitchFamily="34" charset="-120"/>
              </a:rPr>
              <a:t>展示櫥窗</a:t>
            </a:r>
            <a:endParaRPr lang="en-US" sz="1800" dirty="0"/>
          </a:p>
        </p:txBody>
      </p:sp>
      <p:sp>
        <p:nvSpPr>
          <p:cNvPr id="11" name="Text 8"/>
          <p:cNvSpPr txBox="1"/>
          <p:nvPr/>
        </p:nvSpPr>
        <p:spPr>
          <a:xfrm>
            <a:off x="4625858" y="4926239"/>
            <a:ext cx="3008833" cy="519379"/>
          </a:xfrm>
          <a:prstGeom prst="rect">
            <a:avLst/>
          </a:prstGeom>
          <a:noFill/>
          <a:ln/>
        </p:spPr>
        <p:txBody>
          <a:bodyPr wrap="square" lIns="0" tIns="0" rIns="0" bIns="0" rtlCol="0" anchor="t"/>
          <a:lstStyle/>
          <a:p>
            <a:pPr algn="l" indent="0" marL="0">
              <a:lnSpc>
                <a:spcPts val="2066"/>
              </a:lnSpc>
              <a:buNone/>
            </a:pPr>
            <a:r>
              <a:rPr lang="en-US" sz="1275" dirty="0">
                <a:solidFill>
                  <a:srgbClr val="4A3C33"/>
                </a:solidFill>
                <a:latin typeface="Noto Sans TC" pitchFamily="34" charset="0"/>
                <a:ea typeface="Noto Sans TC" pitchFamily="34" charset="-122"/>
                <a:cs typeface="Noto Sans TC" pitchFamily="34" charset="-120"/>
              </a:rPr>
              <a:t>路過的人被作品吸引而停下來。</a:t>
            </a:r>
            <a:pPr algn="l" indent="0" marL="0">
              <a:lnSpc>
                <a:spcPts val="2066"/>
              </a:lnSpc>
              <a:buNone/>
            </a:pPr>
            <a:r>
              <a:rPr lang="en-US" sz="1275" b="1" dirty="0">
                <a:solidFill>
                  <a:srgbClr val="4A3C33"/>
                </a:solidFill>
                <a:latin typeface="Noto Sans TC" pitchFamily="34" charset="0"/>
                <a:ea typeface="Noto Sans TC" pitchFamily="34" charset="-122"/>
                <a:cs typeface="Noto Sans TC" pitchFamily="34" charset="-120"/>
              </a:rPr>
              <a:t>吸引新的人</a:t>
            </a:r>
            <a:pPr algn="l" indent="0" marL="0">
              <a:lnSpc>
                <a:spcPts val="2066"/>
              </a:lnSpc>
              <a:buNone/>
            </a:pPr>
            <a:r>
              <a:rPr lang="en-US" sz="1275" dirty="0">
                <a:solidFill>
                  <a:srgbClr val="4A3C33"/>
                </a:solidFill>
                <a:latin typeface="Noto Sans TC" pitchFamily="34" charset="0"/>
                <a:ea typeface="Noto Sans TC" pitchFamily="34" charset="-122"/>
                <a:cs typeface="Noto Sans TC" pitchFamily="34" charset="-120"/>
              </a:rPr>
              <a:t>的地方。</a:t>
            </a:r>
            <a:endParaRPr lang="en-US" sz="1275" dirty="0"/>
          </a:p>
        </p:txBody>
      </p:sp>
      <p:sp>
        <p:nvSpPr>
          <p:cNvPr id="12" name="Text 9"/>
          <p:cNvSpPr txBox="1"/>
          <p:nvPr/>
        </p:nvSpPr>
        <p:spPr>
          <a:xfrm>
            <a:off x="4625858" y="4926239"/>
            <a:ext cx="3008833" cy="519379"/>
          </a:xfrm>
          <a:prstGeom prst="rect">
            <a:avLst/>
          </a:prstGeom>
          <a:noFill/>
          <a:ln/>
        </p:spPr>
        <p:txBody>
          <a:bodyPr wrap="square" lIns="0" tIns="0" rIns="0" bIns="0" rtlCol="0" anchor="t"/>
          <a:lstStyle/>
          <a:p>
            <a:pPr algn="l" indent="0" marL="0">
              <a:lnSpc>
                <a:spcPts val="2066"/>
              </a:lnSpc>
              <a:buNone/>
            </a:pPr>
            <a:r>
              <a:rPr lang="en-US" sz="1275" b="1" dirty="0">
                <a:solidFill>
                  <a:srgbClr val="4A3C33"/>
                </a:solidFill>
                <a:latin typeface="Noto Sans TC" pitchFamily="34" charset="0"/>
                <a:ea typeface="Noto Sans TC" pitchFamily="34" charset="-122"/>
                <a:cs typeface="Noto Sans TC" pitchFamily="34" charset="-120"/>
              </a:rPr>
              <a:t>吸引新的人</a:t>
            </a:r>
            <a:endParaRPr lang="en-US" sz="1275" dirty="0"/>
          </a:p>
        </p:txBody>
      </p:sp>
      <p:sp>
        <p:nvSpPr>
          <p:cNvPr id="13" name="Text 10"/>
          <p:cNvSpPr txBox="1"/>
          <p:nvPr/>
        </p:nvSpPr>
        <p:spPr>
          <a:xfrm>
            <a:off x="8232709" y="4230929"/>
            <a:ext cx="1109350" cy="200071"/>
          </a:xfrm>
          <a:prstGeom prst="rect">
            <a:avLst/>
          </a:prstGeom>
          <a:noFill/>
          <a:ln/>
        </p:spPr>
        <p:txBody>
          <a:bodyPr wrap="square" lIns="0" tIns="0" rIns="0" bIns="0" rtlCol="0" anchor="t"/>
          <a:lstStyle/>
          <a:p>
            <a:pPr algn="l" indent="0" marL="0">
              <a:buNone/>
            </a:pPr>
            <a:r>
              <a:rPr lang="en-US" sz="975" b="1" spc="136" kern="0" dirty="0">
                <a:solidFill>
                  <a:srgbClr val="03934A"/>
                </a:solidFill>
                <a:latin typeface="Noto Sans TC" pitchFamily="34" charset="0"/>
                <a:ea typeface="Noto Sans TC" pitchFamily="34" charset="-122"/>
                <a:cs typeface="Noto Sans TC" pitchFamily="34" charset="-120"/>
              </a:rPr>
              <a:t>LINE 官方帳號</a:t>
            </a:r>
            <a:endParaRPr lang="en-US" sz="975" dirty="0"/>
          </a:p>
        </p:txBody>
      </p:sp>
      <p:sp>
        <p:nvSpPr>
          <p:cNvPr id="14" name="Text 11"/>
          <p:cNvSpPr txBox="1"/>
          <p:nvPr/>
        </p:nvSpPr>
        <p:spPr>
          <a:xfrm>
            <a:off x="8232709" y="4507078"/>
            <a:ext cx="1770187" cy="352410"/>
          </a:xfrm>
          <a:prstGeom prst="rect">
            <a:avLst/>
          </a:prstGeom>
          <a:noFill/>
          <a:ln/>
        </p:spPr>
        <p:txBody>
          <a:bodyPr wrap="square" lIns="0" tIns="0" rIns="0" bIns="0" rtlCol="0" anchor="t"/>
          <a:lstStyle/>
          <a:p>
            <a:pPr algn="l" indent="0" marL="0">
              <a:buNone/>
            </a:pPr>
            <a:r>
              <a:rPr lang="en-US" sz="1800" b="1" spc="-18" kern="0" dirty="0">
                <a:solidFill>
                  <a:srgbClr val="241C17"/>
                </a:solidFill>
                <a:latin typeface="Noto Sans TC" pitchFamily="34" charset="0"/>
                <a:ea typeface="Noto Sans TC" pitchFamily="34" charset="-122"/>
                <a:cs typeface="Noto Sans TC" pitchFamily="34" charset="-120"/>
              </a:rPr>
              <a:t>會員／客服櫃台</a:t>
            </a:r>
            <a:endParaRPr lang="en-US" sz="1800" dirty="0"/>
          </a:p>
        </p:txBody>
      </p:sp>
      <p:sp>
        <p:nvSpPr>
          <p:cNvPr id="15" name="Text 12"/>
          <p:cNvSpPr txBox="1"/>
          <p:nvPr/>
        </p:nvSpPr>
        <p:spPr>
          <a:xfrm>
            <a:off x="8232709" y="4926239"/>
            <a:ext cx="3008833" cy="519379"/>
          </a:xfrm>
          <a:prstGeom prst="rect">
            <a:avLst/>
          </a:prstGeom>
          <a:noFill/>
          <a:ln/>
        </p:spPr>
        <p:txBody>
          <a:bodyPr wrap="square" lIns="0" tIns="0" rIns="0" bIns="0" rtlCol="0" anchor="t"/>
          <a:lstStyle/>
          <a:p>
            <a:pPr algn="l" indent="0" marL="0">
              <a:lnSpc>
                <a:spcPts val="2066"/>
              </a:lnSpc>
              <a:buNone/>
            </a:pPr>
            <a:r>
              <a:rPr lang="en-US" sz="1275" dirty="0">
                <a:solidFill>
                  <a:srgbClr val="4A3C33"/>
                </a:solidFill>
                <a:latin typeface="Noto Sans TC" pitchFamily="34" charset="0"/>
                <a:ea typeface="Noto Sans TC" pitchFamily="34" charset="-122"/>
                <a:cs typeface="Noto Sans TC" pitchFamily="34" charset="-120"/>
              </a:rPr>
              <a:t>有興趣的人來問、來訂、來回購。</a:t>
            </a:r>
            <a:pPr algn="l" indent="0" marL="0">
              <a:lnSpc>
                <a:spcPts val="2066"/>
              </a:lnSpc>
              <a:buNone/>
            </a:pPr>
            <a:r>
              <a:rPr lang="en-US" sz="1275" b="1" dirty="0">
                <a:solidFill>
                  <a:srgbClr val="4A3C33"/>
                </a:solidFill>
                <a:latin typeface="Noto Sans TC" pitchFamily="34" charset="0"/>
                <a:ea typeface="Noto Sans TC" pitchFamily="34" charset="-122"/>
                <a:cs typeface="Noto Sans TC" pitchFamily="34" charset="-120"/>
              </a:rPr>
              <a:t>留下顧客</a:t>
            </a:r>
            <a:pPr algn="l" indent="0" marL="0">
              <a:lnSpc>
                <a:spcPts val="2066"/>
              </a:lnSpc>
              <a:buNone/>
            </a:pPr>
            <a:r>
              <a:rPr lang="en-US" sz="1275" dirty="0">
                <a:solidFill>
                  <a:srgbClr val="4A3C33"/>
                </a:solidFill>
                <a:latin typeface="Noto Sans TC" pitchFamily="34" charset="0"/>
                <a:ea typeface="Noto Sans TC" pitchFamily="34" charset="-122"/>
                <a:cs typeface="Noto Sans TC" pitchFamily="34" charset="-120"/>
              </a:rPr>
              <a:t>的地方。</a:t>
            </a:r>
            <a:endParaRPr lang="en-US" sz="1275" dirty="0"/>
          </a:p>
        </p:txBody>
      </p:sp>
      <p:sp>
        <p:nvSpPr>
          <p:cNvPr id="16" name="Text 13"/>
          <p:cNvSpPr txBox="1"/>
          <p:nvPr/>
        </p:nvSpPr>
        <p:spPr>
          <a:xfrm>
            <a:off x="8232709" y="4926239"/>
            <a:ext cx="3008833" cy="519379"/>
          </a:xfrm>
          <a:prstGeom prst="rect">
            <a:avLst/>
          </a:prstGeom>
          <a:noFill/>
          <a:ln/>
        </p:spPr>
        <p:txBody>
          <a:bodyPr wrap="square" lIns="0" tIns="0" rIns="0" bIns="0" rtlCol="0" anchor="t"/>
          <a:lstStyle/>
          <a:p>
            <a:pPr algn="l" indent="0" marL="0">
              <a:lnSpc>
                <a:spcPts val="2066"/>
              </a:lnSpc>
              <a:buNone/>
            </a:pPr>
            <a:r>
              <a:rPr lang="en-US" sz="1275" b="1" dirty="0">
                <a:solidFill>
                  <a:srgbClr val="4A3C33"/>
                </a:solidFill>
                <a:latin typeface="Noto Sans TC" pitchFamily="34" charset="0"/>
                <a:ea typeface="Noto Sans TC" pitchFamily="34" charset="-122"/>
                <a:cs typeface="Noto Sans TC" pitchFamily="34" charset="-120"/>
              </a:rPr>
              <a:t>留下顧客</a:t>
            </a:r>
            <a:endParaRPr lang="en-US" sz="1275" dirty="0"/>
          </a:p>
        </p:txBody>
      </p:sp>
      <p:sp>
        <p:nvSpPr>
          <p:cNvPr id="17" name="Text 14"/>
          <p:cNvSpPr txBox="1"/>
          <p:nvPr/>
        </p:nvSpPr>
        <p:spPr>
          <a:xfrm>
            <a:off x="761970" y="6438930"/>
            <a:ext cx="1338042" cy="200071"/>
          </a:xfrm>
          <a:prstGeom prst="rect">
            <a:avLst/>
          </a:prstGeom>
          <a:noFill/>
          <a:ln/>
        </p:spPr>
        <p:txBody>
          <a:bodyPr wrap="square" lIns="0" tIns="0" rIns="0" bIns="0" rtlCol="0" anchor="t"/>
          <a:lstStyle/>
          <a:p>
            <a:pPr algn="l" indent="0" marL="0">
              <a:buNone/>
            </a:pPr>
            <a:r>
              <a:rPr lang="en-US" sz="938" b="1" spc="56" kern="0" dirty="0">
                <a:solidFill>
                  <a:srgbClr val="9C8B7C"/>
                </a:solidFill>
                <a:latin typeface="Noto Sans TC" pitchFamily="34" charset="0"/>
                <a:ea typeface="Noto Sans TC" pitchFamily="34" charset="-122"/>
                <a:cs typeface="Noto Sans TC" pitchFamily="34" charset="-120"/>
              </a:rPr>
              <a:t>PART 2 · 09:30</a:t>
            </a:r>
            <a:endParaRPr lang="en-US" sz="938" dirty="0"/>
          </a:p>
        </p:txBody>
      </p:sp>
      <p:sp>
        <p:nvSpPr>
          <p:cNvPr id="18" name="Text 15"/>
          <p:cNvSpPr txBox="1"/>
          <p:nvPr/>
        </p:nvSpPr>
        <p:spPr>
          <a:xfrm>
            <a:off x="10922599" y="6438930"/>
            <a:ext cx="562630" cy="200071"/>
          </a:xfrm>
          <a:prstGeom prst="rect">
            <a:avLst/>
          </a:prstGeom>
          <a:noFill/>
          <a:ln/>
        </p:spPr>
        <p:txBody>
          <a:bodyPr wrap="square" lIns="0" tIns="0" rIns="0" bIns="0" rtlCol="0" anchor="t"/>
          <a:lstStyle/>
          <a:p>
            <a:pPr algn="l" indent="0" marL="0">
              <a:buNone/>
            </a:pPr>
            <a:r>
              <a:rPr lang="en-US" sz="938" b="1" spc="56" kern="0" dirty="0">
                <a:solidFill>
                  <a:srgbClr val="9C8B7C"/>
                </a:solidFill>
                <a:latin typeface="Noto Sans TC" pitchFamily="34" charset="0"/>
                <a:ea typeface="Noto Sans TC" pitchFamily="34" charset="-122"/>
                <a:cs typeface="Noto Sans TC" pitchFamily="34" charset="-120"/>
              </a:rPr>
              <a:t>11 / 75</a:t>
            </a:r>
            <a:endParaRPr lang="en-US" sz="938"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BF7F1"/>
        </a:solidFill>
      </p:bgPr>
    </p:bg>
    <p:spTree>
      <p:nvGrpSpPr>
        <p:cNvPr id="1" name=""/>
        <p:cNvGrpSpPr/>
        <p:nvPr/>
      </p:nvGrpSpPr>
      <p:grpSpPr>
        <a:xfrm>
          <a:off x="0" y="0"/>
          <a:ext cx="0" cy="0"/>
          <a:chOff x="0" y="0"/>
          <a:chExt cx="0" cy="0"/>
        </a:xfrm>
      </p:grpSpPr>
      <p:pic>
        <p:nvPicPr>
          <p:cNvPr id="2" name="Image 0" descr="/home/user/gogoeveryday/social-course/export-pptx/build/bg/12.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761970" y="1061710"/>
            <a:ext cx="817931" cy="219090"/>
          </a:xfrm>
          <a:prstGeom prst="rect">
            <a:avLst/>
          </a:prstGeom>
          <a:noFill/>
          <a:ln/>
        </p:spPr>
        <p:txBody>
          <a:bodyPr wrap="square" lIns="0" tIns="0" rIns="0" bIns="0" rtlCol="0" anchor="t"/>
          <a:lstStyle/>
          <a:p>
            <a:pPr algn="l" indent="0" marL="0">
              <a:buNone/>
            </a:pPr>
            <a:r>
              <a:rPr lang="en-US" sz="1125" b="1" spc="225" kern="0" dirty="0">
                <a:solidFill>
                  <a:srgbClr val="C05F3C"/>
                </a:solidFill>
                <a:latin typeface="Noto Sans TC" pitchFamily="34" charset="0"/>
                <a:ea typeface="Noto Sans TC" pitchFamily="34" charset="-122"/>
                <a:cs typeface="Noto Sans TC" pitchFamily="34" charset="-120"/>
              </a:rPr>
              <a:t>社區廣場</a:t>
            </a:r>
            <a:endParaRPr lang="en-US" sz="1125" dirty="0"/>
          </a:p>
        </p:txBody>
      </p:sp>
      <p:sp>
        <p:nvSpPr>
          <p:cNvPr id="4" name="Text 1"/>
          <p:cNvSpPr txBox="1"/>
          <p:nvPr/>
        </p:nvSpPr>
        <p:spPr>
          <a:xfrm>
            <a:off x="1295430" y="1366571"/>
            <a:ext cx="3596061" cy="571500"/>
          </a:xfrm>
          <a:prstGeom prst="rect">
            <a:avLst/>
          </a:prstGeom>
          <a:noFill/>
          <a:ln/>
        </p:spPr>
        <p:txBody>
          <a:bodyPr wrap="square" lIns="0" tIns="0" rIns="0" bIns="0" rtlCol="0" anchor="t"/>
          <a:lstStyle/>
          <a:p>
            <a:pPr algn="l" indent="0" marL="0">
              <a:lnSpc>
                <a:spcPts val="3660"/>
              </a:lnSpc>
              <a:buNone/>
            </a:pPr>
            <a:r>
              <a:rPr lang="en-US" sz="3000" b="1" spc="-60" kern="0" dirty="0">
                <a:solidFill>
                  <a:srgbClr val="241C17"/>
                </a:solidFill>
                <a:latin typeface="Noto Sans TC" pitchFamily="34" charset="0"/>
                <a:ea typeface="Noto Sans TC" pitchFamily="34" charset="-122"/>
                <a:cs typeface="Noto Sans TC" pitchFamily="34" charset="-120"/>
              </a:rPr>
              <a:t> Facebook 粉絲專頁</a:t>
            </a:r>
            <a:endParaRPr lang="en-US" sz="3000" dirty="0"/>
          </a:p>
        </p:txBody>
      </p:sp>
      <p:sp>
        <p:nvSpPr>
          <p:cNvPr id="5" name="Text 2"/>
          <p:cNvSpPr txBox="1"/>
          <p:nvPr/>
        </p:nvSpPr>
        <p:spPr>
          <a:xfrm>
            <a:off x="761970" y="2059960"/>
            <a:ext cx="2083826" cy="352410"/>
          </a:xfrm>
          <a:prstGeom prst="rect">
            <a:avLst/>
          </a:prstGeom>
          <a:noFill/>
          <a:ln/>
        </p:spPr>
        <p:txBody>
          <a:bodyPr wrap="square" lIns="0" tIns="0" rIns="0" bIns="0" rtlCol="0" anchor="t"/>
          <a:lstStyle/>
          <a:p>
            <a:pPr algn="l" indent="0" marL="0">
              <a:lnSpc>
                <a:spcPts val="2916"/>
              </a:lnSpc>
              <a:buNone/>
            </a:pPr>
            <a:r>
              <a:rPr lang="en-US" sz="1800" dirty="0">
                <a:solidFill>
                  <a:srgbClr val="4A3C33"/>
                </a:solidFill>
                <a:latin typeface="Noto Sans TC" pitchFamily="34" charset="0"/>
                <a:ea typeface="Noto Sans TC" pitchFamily="34" charset="-122"/>
                <a:cs typeface="Noto Sans TC" pitchFamily="34" charset="-120"/>
              </a:rPr>
              <a:t>適合這些情況 ——</a:t>
            </a:r>
            <a:endParaRPr lang="en-US" sz="1800" dirty="0"/>
          </a:p>
        </p:txBody>
      </p:sp>
      <p:sp>
        <p:nvSpPr>
          <p:cNvPr id="6" name="Text 3"/>
          <p:cNvSpPr txBox="1"/>
          <p:nvPr/>
        </p:nvSpPr>
        <p:spPr>
          <a:xfrm>
            <a:off x="943021" y="2801722"/>
            <a:ext cx="779160" cy="257221"/>
          </a:xfrm>
          <a:prstGeom prst="rect">
            <a:avLst/>
          </a:prstGeom>
          <a:noFill/>
          <a:ln/>
        </p:spPr>
        <p:txBody>
          <a:bodyPr wrap="square" lIns="0" tIns="0" rIns="0" bIns="0" rtlCol="0" anchor="t"/>
          <a:lstStyle/>
          <a:p>
            <a:pPr algn="l" indent="0" marL="0">
              <a:lnSpc>
                <a:spcPts val="2066"/>
              </a:lnSpc>
              <a:buNone/>
            </a:pPr>
            <a:r>
              <a:rPr lang="en-US" sz="1275" b="1" dirty="0">
                <a:solidFill>
                  <a:srgbClr val="241C17"/>
                </a:solidFill>
                <a:latin typeface="Noto Sans TC" pitchFamily="34" charset="0"/>
                <a:ea typeface="Noto Sans TC" pitchFamily="34" charset="-122"/>
                <a:cs typeface="Noto Sans TC" pitchFamily="34" charset="-120"/>
              </a:rPr>
              <a:t>在地客群</a:t>
            </a:r>
            <a:endParaRPr lang="en-US" sz="1275" dirty="0"/>
          </a:p>
        </p:txBody>
      </p:sp>
      <p:sp>
        <p:nvSpPr>
          <p:cNvPr id="7" name="Text 4"/>
          <p:cNvSpPr txBox="1"/>
          <p:nvPr/>
        </p:nvSpPr>
        <p:spPr>
          <a:xfrm>
            <a:off x="3650468" y="2801722"/>
            <a:ext cx="949147" cy="257221"/>
          </a:xfrm>
          <a:prstGeom prst="rect">
            <a:avLst/>
          </a:prstGeom>
          <a:noFill/>
          <a:ln/>
        </p:spPr>
        <p:txBody>
          <a:bodyPr wrap="square" lIns="0" tIns="0" rIns="0" bIns="0" rtlCol="0" anchor="t"/>
          <a:lstStyle/>
          <a:p>
            <a:pPr algn="l" indent="0" marL="0">
              <a:lnSpc>
                <a:spcPts val="2066"/>
              </a:lnSpc>
              <a:buNone/>
            </a:pPr>
            <a:r>
              <a:rPr lang="en-US" sz="1275" b="1" dirty="0">
                <a:solidFill>
                  <a:srgbClr val="241C17"/>
                </a:solidFill>
                <a:latin typeface="Noto Sans TC" pitchFamily="34" charset="0"/>
                <a:ea typeface="Noto Sans TC" pitchFamily="34" charset="-122"/>
                <a:cs typeface="Noto Sans TC" pitchFamily="34" charset="-120"/>
              </a:rPr>
              <a:t>中高齡族群</a:t>
            </a:r>
            <a:endParaRPr lang="en-US" sz="1275" dirty="0"/>
          </a:p>
        </p:txBody>
      </p:sp>
      <p:sp>
        <p:nvSpPr>
          <p:cNvPr id="8" name="Text 5"/>
          <p:cNvSpPr txBox="1"/>
          <p:nvPr/>
        </p:nvSpPr>
        <p:spPr>
          <a:xfrm>
            <a:off x="943021" y="3463930"/>
            <a:ext cx="949147" cy="257221"/>
          </a:xfrm>
          <a:prstGeom prst="rect">
            <a:avLst/>
          </a:prstGeom>
          <a:noFill/>
          <a:ln/>
        </p:spPr>
        <p:txBody>
          <a:bodyPr wrap="square" lIns="0" tIns="0" rIns="0" bIns="0" rtlCol="0" anchor="t"/>
          <a:lstStyle/>
          <a:p>
            <a:pPr algn="l" indent="0" marL="0">
              <a:lnSpc>
                <a:spcPts val="2066"/>
              </a:lnSpc>
              <a:buNone/>
            </a:pPr>
            <a:r>
              <a:rPr lang="en-US" sz="1275" b="1" dirty="0">
                <a:solidFill>
                  <a:srgbClr val="241C17"/>
                </a:solidFill>
                <a:latin typeface="Noto Sans TC" pitchFamily="34" charset="0"/>
                <a:ea typeface="Noto Sans TC" pitchFamily="34" charset="-122"/>
                <a:cs typeface="Noto Sans TC" pitchFamily="34" charset="-120"/>
              </a:rPr>
              <a:t>社團與社區</a:t>
            </a:r>
            <a:endParaRPr lang="en-US" sz="1275" dirty="0"/>
          </a:p>
        </p:txBody>
      </p:sp>
      <p:sp>
        <p:nvSpPr>
          <p:cNvPr id="9" name="Text 6"/>
          <p:cNvSpPr txBox="1"/>
          <p:nvPr/>
        </p:nvSpPr>
        <p:spPr>
          <a:xfrm>
            <a:off x="3650468" y="3463930"/>
            <a:ext cx="779160" cy="257221"/>
          </a:xfrm>
          <a:prstGeom prst="rect">
            <a:avLst/>
          </a:prstGeom>
          <a:noFill/>
          <a:ln/>
        </p:spPr>
        <p:txBody>
          <a:bodyPr wrap="square" lIns="0" tIns="0" rIns="0" bIns="0" rtlCol="0" anchor="t"/>
          <a:lstStyle/>
          <a:p>
            <a:pPr algn="l" indent="0" marL="0">
              <a:lnSpc>
                <a:spcPts val="2066"/>
              </a:lnSpc>
              <a:buNone/>
            </a:pPr>
            <a:r>
              <a:rPr lang="en-US" sz="1275" b="1" dirty="0">
                <a:solidFill>
                  <a:srgbClr val="241C17"/>
                </a:solidFill>
                <a:latin typeface="Noto Sans TC" pitchFamily="34" charset="0"/>
                <a:ea typeface="Noto Sans TC" pitchFamily="34" charset="-122"/>
                <a:cs typeface="Noto Sans TC" pitchFamily="34" charset="-120"/>
              </a:rPr>
              <a:t>活動資訊</a:t>
            </a:r>
            <a:endParaRPr lang="en-US" sz="1275" dirty="0"/>
          </a:p>
        </p:txBody>
      </p:sp>
      <p:sp>
        <p:nvSpPr>
          <p:cNvPr id="10" name="Text 7"/>
          <p:cNvSpPr txBox="1"/>
          <p:nvPr/>
        </p:nvSpPr>
        <p:spPr>
          <a:xfrm>
            <a:off x="943021" y="4126230"/>
            <a:ext cx="1120780" cy="257221"/>
          </a:xfrm>
          <a:prstGeom prst="rect">
            <a:avLst/>
          </a:prstGeom>
          <a:noFill/>
          <a:ln/>
        </p:spPr>
        <p:txBody>
          <a:bodyPr wrap="square" lIns="0" tIns="0" rIns="0" bIns="0" rtlCol="0" anchor="t"/>
          <a:lstStyle/>
          <a:p>
            <a:pPr algn="l" indent="0" marL="0">
              <a:lnSpc>
                <a:spcPts val="2066"/>
              </a:lnSpc>
              <a:buNone/>
            </a:pPr>
            <a:r>
              <a:rPr lang="en-US" sz="1275" b="1" dirty="0">
                <a:solidFill>
                  <a:srgbClr val="241C17"/>
                </a:solidFill>
                <a:latin typeface="Noto Sans TC" pitchFamily="34" charset="0"/>
                <a:ea typeface="Noto Sans TC" pitchFamily="34" charset="-122"/>
                <a:cs typeface="Noto Sans TC" pitchFamily="34" charset="-120"/>
              </a:rPr>
              <a:t>完整內容分享</a:t>
            </a:r>
            <a:endParaRPr lang="en-US" sz="1275" dirty="0"/>
          </a:p>
        </p:txBody>
      </p:sp>
      <p:sp>
        <p:nvSpPr>
          <p:cNvPr id="11" name="Text 8"/>
          <p:cNvSpPr txBox="1"/>
          <p:nvPr/>
        </p:nvSpPr>
        <p:spPr>
          <a:xfrm>
            <a:off x="3650468" y="4126230"/>
            <a:ext cx="949147" cy="257221"/>
          </a:xfrm>
          <a:prstGeom prst="rect">
            <a:avLst/>
          </a:prstGeom>
          <a:noFill/>
          <a:ln/>
        </p:spPr>
        <p:txBody>
          <a:bodyPr wrap="square" lIns="0" tIns="0" rIns="0" bIns="0" rtlCol="0" anchor="t"/>
          <a:lstStyle/>
          <a:p>
            <a:pPr algn="l" indent="0" marL="0">
              <a:lnSpc>
                <a:spcPts val="2066"/>
              </a:lnSpc>
              <a:buNone/>
            </a:pPr>
            <a:r>
              <a:rPr lang="en-US" sz="1275" b="1" dirty="0">
                <a:solidFill>
                  <a:srgbClr val="241C17"/>
                </a:solidFill>
                <a:latin typeface="Noto Sans TC" pitchFamily="34" charset="0"/>
                <a:ea typeface="Noto Sans TC" pitchFamily="34" charset="-122"/>
                <a:cs typeface="Noto Sans TC" pitchFamily="34" charset="-120"/>
              </a:rPr>
              <a:t>建立熟悉感</a:t>
            </a:r>
            <a:endParaRPr lang="en-US" sz="1275" dirty="0"/>
          </a:p>
        </p:txBody>
      </p:sp>
      <p:sp>
        <p:nvSpPr>
          <p:cNvPr id="12" name="Text 9"/>
          <p:cNvSpPr txBox="1"/>
          <p:nvPr/>
        </p:nvSpPr>
        <p:spPr>
          <a:xfrm>
            <a:off x="1704990" y="4921849"/>
            <a:ext cx="3714567" cy="532364"/>
          </a:xfrm>
          <a:prstGeom prst="rect">
            <a:avLst/>
          </a:prstGeom>
          <a:noFill/>
          <a:ln/>
        </p:spPr>
        <p:txBody>
          <a:bodyPr wrap="square" lIns="0" tIns="0" rIns="0" bIns="0" rtlCol="0" anchor="t"/>
          <a:lstStyle/>
          <a:p>
            <a:pPr algn="l" indent="0" marL="0">
              <a:lnSpc>
                <a:spcPts val="2092"/>
              </a:lnSpc>
              <a:buNone/>
            </a:pPr>
            <a:r>
              <a:rPr lang="en-US" sz="1350" b="1" dirty="0">
                <a:solidFill>
                  <a:srgbClr val="4A3C33"/>
                </a:solidFill>
                <a:latin typeface="Noto Sans TC" pitchFamily="34" charset="0"/>
                <a:ea typeface="Noto Sans TC" pitchFamily="34" charset="-122"/>
                <a:cs typeface="Noto Sans TC" pitchFamily="34" charset="-120"/>
              </a:rPr>
              <a:t> 手作品 · 市集 · 農產品 · 社區活動 · 課程</a:t>
            </a:r>
            <a:endParaRPr lang="en-US" sz="1350" dirty="0"/>
          </a:p>
          <a:p>
            <a:pPr algn="l" indent="0" marL="0">
              <a:lnSpc>
                <a:spcPts val="2092"/>
              </a:lnSpc>
              <a:buNone/>
            </a:pPr>
            <a:r>
              <a:rPr lang="en-US" sz="1350" b="1" dirty="0">
                <a:solidFill>
                  <a:srgbClr val="1877F2"/>
                </a:solidFill>
                <a:latin typeface="Noto Sans TC" pitchFamily="34" charset="0"/>
                <a:ea typeface="Noto Sans TC" pitchFamily="34" charset="-122"/>
                <a:cs typeface="Noto Sans TC" pitchFamily="34" charset="-120"/>
              </a:rPr>
              <a:t>客人年紀偏長、住在附近，就用 Facebook。</a:t>
            </a:r>
            <a:endParaRPr lang="en-US" sz="1350" dirty="0"/>
          </a:p>
        </p:txBody>
      </p:sp>
      <p:sp>
        <p:nvSpPr>
          <p:cNvPr id="13" name="Text 10"/>
          <p:cNvSpPr txBox="1"/>
          <p:nvPr/>
        </p:nvSpPr>
        <p:spPr>
          <a:xfrm>
            <a:off x="1704990" y="5187574"/>
            <a:ext cx="3714567" cy="266730"/>
          </a:xfrm>
          <a:prstGeom prst="rect">
            <a:avLst/>
          </a:prstGeom>
          <a:noFill/>
          <a:ln/>
        </p:spPr>
        <p:txBody>
          <a:bodyPr wrap="square" lIns="0" tIns="0" rIns="0" bIns="0" rtlCol="0" anchor="t"/>
          <a:lstStyle/>
          <a:p>
            <a:pPr algn="l" indent="0" marL="0">
              <a:lnSpc>
                <a:spcPts val="2092"/>
              </a:lnSpc>
              <a:buNone/>
            </a:pPr>
            <a:r>
              <a:rPr lang="en-US" sz="1350" b="1" dirty="0">
                <a:solidFill>
                  <a:srgbClr val="1877F2"/>
                </a:solidFill>
                <a:latin typeface="Noto Sans TC" pitchFamily="34" charset="0"/>
                <a:ea typeface="Noto Sans TC" pitchFamily="34" charset="-122"/>
                <a:cs typeface="Noto Sans TC" pitchFamily="34" charset="-120"/>
              </a:rPr>
              <a:t>客人年紀偏長、住在附近，就用 Facebook。</a:t>
            </a:r>
            <a:endParaRPr lang="en-US" sz="1350" dirty="0"/>
          </a:p>
        </p:txBody>
      </p:sp>
      <p:sp>
        <p:nvSpPr>
          <p:cNvPr id="14" name="Text 11"/>
          <p:cNvSpPr txBox="1"/>
          <p:nvPr/>
        </p:nvSpPr>
        <p:spPr>
          <a:xfrm>
            <a:off x="7840797" y="5886450"/>
            <a:ext cx="2315809" cy="209580"/>
          </a:xfrm>
          <a:prstGeom prst="rect">
            <a:avLst/>
          </a:prstGeom>
          <a:noFill/>
          <a:ln/>
        </p:spPr>
        <p:txBody>
          <a:bodyPr wrap="square" lIns="0" tIns="0" rIns="0" bIns="0" rtlCol="0" anchor="t"/>
          <a:lstStyle/>
          <a:p>
            <a:pPr algn="ctr" indent="0" marL="0">
              <a:buNone/>
            </a:pPr>
            <a:r>
              <a:rPr lang="en-US" sz="1050" b="1" spc="105" kern="0" dirty="0">
                <a:solidFill>
                  <a:srgbClr val="9C8B7C"/>
                </a:solidFill>
                <a:latin typeface="Noto Sans TC" pitchFamily="34" charset="0"/>
                <a:ea typeface="Noto Sans TC" pitchFamily="34" charset="-122"/>
                <a:cs typeface="Noto Sans TC" pitchFamily="34" charset="-120"/>
              </a:rPr>
              <a:t>Facebook 可以講比較完整的事</a:t>
            </a:r>
            <a:endParaRPr lang="en-US" sz="1050" dirty="0"/>
          </a:p>
        </p:txBody>
      </p:sp>
      <p:sp>
        <p:nvSpPr>
          <p:cNvPr id="15" name="Text 12"/>
          <p:cNvSpPr txBox="1"/>
          <p:nvPr/>
        </p:nvSpPr>
        <p:spPr>
          <a:xfrm>
            <a:off x="761970" y="6438930"/>
            <a:ext cx="1338042" cy="200071"/>
          </a:xfrm>
          <a:prstGeom prst="rect">
            <a:avLst/>
          </a:prstGeom>
          <a:noFill/>
          <a:ln/>
        </p:spPr>
        <p:txBody>
          <a:bodyPr wrap="square" lIns="0" tIns="0" rIns="0" bIns="0" rtlCol="0" anchor="t"/>
          <a:lstStyle/>
          <a:p>
            <a:pPr algn="l" indent="0" marL="0">
              <a:buNone/>
            </a:pPr>
            <a:r>
              <a:rPr lang="en-US" sz="938" b="1" spc="56" kern="0" dirty="0">
                <a:solidFill>
                  <a:srgbClr val="9C8B7C"/>
                </a:solidFill>
                <a:latin typeface="Noto Sans TC" pitchFamily="34" charset="0"/>
                <a:ea typeface="Noto Sans TC" pitchFamily="34" charset="-122"/>
                <a:cs typeface="Noto Sans TC" pitchFamily="34" charset="-120"/>
              </a:rPr>
              <a:t>PART 2 · 09:38</a:t>
            </a:r>
            <a:endParaRPr lang="en-US" sz="938" dirty="0"/>
          </a:p>
        </p:txBody>
      </p:sp>
      <p:sp>
        <p:nvSpPr>
          <p:cNvPr id="16" name="Text 13"/>
          <p:cNvSpPr txBox="1"/>
          <p:nvPr/>
        </p:nvSpPr>
        <p:spPr>
          <a:xfrm>
            <a:off x="10922599" y="6438930"/>
            <a:ext cx="562630" cy="200071"/>
          </a:xfrm>
          <a:prstGeom prst="rect">
            <a:avLst/>
          </a:prstGeom>
          <a:noFill/>
          <a:ln/>
        </p:spPr>
        <p:txBody>
          <a:bodyPr wrap="square" lIns="0" tIns="0" rIns="0" bIns="0" rtlCol="0" anchor="t"/>
          <a:lstStyle/>
          <a:p>
            <a:pPr algn="l" indent="0" marL="0">
              <a:buNone/>
            </a:pPr>
            <a:r>
              <a:rPr lang="en-US" sz="938" b="1" spc="56" kern="0" dirty="0">
                <a:solidFill>
                  <a:srgbClr val="9C8B7C"/>
                </a:solidFill>
                <a:latin typeface="Noto Sans TC" pitchFamily="34" charset="0"/>
                <a:ea typeface="Noto Sans TC" pitchFamily="34" charset="-122"/>
                <a:cs typeface="Noto Sans TC" pitchFamily="34" charset="-120"/>
              </a:rPr>
              <a:t>12 / 75</a:t>
            </a:r>
            <a:endParaRPr lang="en-US" sz="938"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BF7F1"/>
        </a:solidFill>
      </p:bgPr>
    </p:bg>
    <p:spTree>
      <p:nvGrpSpPr>
        <p:cNvPr id="1" name=""/>
        <p:cNvGrpSpPr/>
        <p:nvPr/>
      </p:nvGrpSpPr>
      <p:grpSpPr>
        <a:xfrm>
          <a:off x="0" y="0"/>
          <a:ext cx="0" cy="0"/>
          <a:chOff x="0" y="0"/>
          <a:chExt cx="0" cy="0"/>
        </a:xfrm>
      </p:grpSpPr>
      <p:pic>
        <p:nvPicPr>
          <p:cNvPr id="2" name="Image 0" descr="/home/user/gogoeveryday/social-course/export-pptx/build/bg/13.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761970" y="1046988"/>
            <a:ext cx="817931" cy="219090"/>
          </a:xfrm>
          <a:prstGeom prst="rect">
            <a:avLst/>
          </a:prstGeom>
          <a:noFill/>
          <a:ln/>
        </p:spPr>
        <p:txBody>
          <a:bodyPr wrap="square" lIns="0" tIns="0" rIns="0" bIns="0" rtlCol="0" anchor="t"/>
          <a:lstStyle/>
          <a:p>
            <a:pPr algn="l" indent="0" marL="0">
              <a:buNone/>
            </a:pPr>
            <a:r>
              <a:rPr lang="en-US" sz="1125" b="1" spc="225" kern="0" dirty="0">
                <a:solidFill>
                  <a:srgbClr val="8A5A6D"/>
                </a:solidFill>
                <a:latin typeface="Noto Sans TC" pitchFamily="34" charset="0"/>
                <a:ea typeface="Noto Sans TC" pitchFamily="34" charset="-122"/>
                <a:cs typeface="Noto Sans TC" pitchFamily="34" charset="-120"/>
              </a:rPr>
              <a:t>展示櫥窗</a:t>
            </a:r>
            <a:endParaRPr lang="en-US" sz="1125" dirty="0"/>
          </a:p>
        </p:txBody>
      </p:sp>
      <p:sp>
        <p:nvSpPr>
          <p:cNvPr id="4" name="Text 1"/>
          <p:cNvSpPr txBox="1"/>
          <p:nvPr/>
        </p:nvSpPr>
        <p:spPr>
          <a:xfrm>
            <a:off x="1295430" y="1351849"/>
            <a:ext cx="2033260" cy="571500"/>
          </a:xfrm>
          <a:prstGeom prst="rect">
            <a:avLst/>
          </a:prstGeom>
          <a:noFill/>
          <a:ln/>
        </p:spPr>
        <p:txBody>
          <a:bodyPr wrap="square" lIns="0" tIns="0" rIns="0" bIns="0" rtlCol="0" anchor="t"/>
          <a:lstStyle/>
          <a:p>
            <a:pPr algn="l" indent="0" marL="0">
              <a:lnSpc>
                <a:spcPts val="3660"/>
              </a:lnSpc>
              <a:buNone/>
            </a:pPr>
            <a:r>
              <a:rPr lang="en-US" sz="3000" b="1" spc="-60" kern="0" dirty="0">
                <a:solidFill>
                  <a:srgbClr val="241C17"/>
                </a:solidFill>
                <a:latin typeface="Noto Sans TC" pitchFamily="34" charset="0"/>
                <a:ea typeface="Noto Sans TC" pitchFamily="34" charset="-122"/>
                <a:cs typeface="Noto Sans TC" pitchFamily="34" charset="-120"/>
              </a:rPr>
              <a:t> Instagram</a:t>
            </a:r>
            <a:endParaRPr lang="en-US" sz="3000" dirty="0"/>
          </a:p>
        </p:txBody>
      </p:sp>
      <p:sp>
        <p:nvSpPr>
          <p:cNvPr id="5" name="Text 2"/>
          <p:cNvSpPr txBox="1"/>
          <p:nvPr/>
        </p:nvSpPr>
        <p:spPr>
          <a:xfrm>
            <a:off x="761970" y="2045238"/>
            <a:ext cx="2083826" cy="352410"/>
          </a:xfrm>
          <a:prstGeom prst="rect">
            <a:avLst/>
          </a:prstGeom>
          <a:noFill/>
          <a:ln/>
        </p:spPr>
        <p:txBody>
          <a:bodyPr wrap="square" lIns="0" tIns="0" rIns="0" bIns="0" rtlCol="0" anchor="t"/>
          <a:lstStyle/>
          <a:p>
            <a:pPr algn="l" indent="0" marL="0">
              <a:lnSpc>
                <a:spcPts val="2916"/>
              </a:lnSpc>
              <a:buNone/>
            </a:pPr>
            <a:r>
              <a:rPr lang="en-US" sz="1800" dirty="0">
                <a:solidFill>
                  <a:srgbClr val="4A3C33"/>
                </a:solidFill>
                <a:latin typeface="Noto Sans TC" pitchFamily="34" charset="0"/>
                <a:ea typeface="Noto Sans TC" pitchFamily="34" charset="-122"/>
                <a:cs typeface="Noto Sans TC" pitchFamily="34" charset="-120"/>
              </a:rPr>
              <a:t>適合這些情況 ——</a:t>
            </a:r>
            <a:endParaRPr lang="en-US" sz="1800" dirty="0"/>
          </a:p>
        </p:txBody>
      </p:sp>
      <p:sp>
        <p:nvSpPr>
          <p:cNvPr id="6" name="Text 3"/>
          <p:cNvSpPr txBox="1"/>
          <p:nvPr/>
        </p:nvSpPr>
        <p:spPr>
          <a:xfrm>
            <a:off x="943021" y="2787000"/>
            <a:ext cx="1120780" cy="257221"/>
          </a:xfrm>
          <a:prstGeom prst="rect">
            <a:avLst/>
          </a:prstGeom>
          <a:noFill/>
          <a:ln/>
        </p:spPr>
        <p:txBody>
          <a:bodyPr wrap="square" lIns="0" tIns="0" rIns="0" bIns="0" rtlCol="0" anchor="t"/>
          <a:lstStyle/>
          <a:p>
            <a:pPr algn="l" indent="0" marL="0">
              <a:lnSpc>
                <a:spcPts val="2066"/>
              </a:lnSpc>
              <a:buNone/>
            </a:pPr>
            <a:r>
              <a:rPr lang="en-US" sz="1275" b="1" dirty="0">
                <a:solidFill>
                  <a:srgbClr val="241C17"/>
                </a:solidFill>
                <a:latin typeface="Noto Sans TC" pitchFamily="34" charset="0"/>
                <a:ea typeface="Noto Sans TC" pitchFamily="34" charset="-122"/>
                <a:cs typeface="Noto Sans TC" pitchFamily="34" charset="-120"/>
              </a:rPr>
              <a:t>商品作品展示</a:t>
            </a:r>
            <a:endParaRPr lang="en-US" sz="1275" dirty="0"/>
          </a:p>
        </p:txBody>
      </p:sp>
      <p:sp>
        <p:nvSpPr>
          <p:cNvPr id="7" name="Text 4"/>
          <p:cNvSpPr txBox="1"/>
          <p:nvPr/>
        </p:nvSpPr>
        <p:spPr>
          <a:xfrm>
            <a:off x="3650468" y="2787000"/>
            <a:ext cx="779160" cy="257221"/>
          </a:xfrm>
          <a:prstGeom prst="rect">
            <a:avLst/>
          </a:prstGeom>
          <a:noFill/>
          <a:ln/>
        </p:spPr>
        <p:txBody>
          <a:bodyPr wrap="square" lIns="0" tIns="0" rIns="0" bIns="0" rtlCol="0" anchor="t"/>
          <a:lstStyle/>
          <a:p>
            <a:pPr algn="l" indent="0" marL="0">
              <a:lnSpc>
                <a:spcPts val="2066"/>
              </a:lnSpc>
              <a:buNone/>
            </a:pPr>
            <a:r>
              <a:rPr lang="en-US" sz="1275" b="1" dirty="0">
                <a:solidFill>
                  <a:srgbClr val="241C17"/>
                </a:solidFill>
                <a:latin typeface="Noto Sans TC" pitchFamily="34" charset="0"/>
                <a:ea typeface="Noto Sans TC" pitchFamily="34" charset="-122"/>
                <a:cs typeface="Noto Sans TC" pitchFamily="34" charset="-120"/>
              </a:rPr>
              <a:t>個人風格</a:t>
            </a:r>
            <a:endParaRPr lang="en-US" sz="1275" dirty="0"/>
          </a:p>
        </p:txBody>
      </p:sp>
      <p:sp>
        <p:nvSpPr>
          <p:cNvPr id="8" name="Text 5"/>
          <p:cNvSpPr txBox="1"/>
          <p:nvPr/>
        </p:nvSpPr>
        <p:spPr>
          <a:xfrm>
            <a:off x="943021" y="3449208"/>
            <a:ext cx="779160" cy="257221"/>
          </a:xfrm>
          <a:prstGeom prst="rect">
            <a:avLst/>
          </a:prstGeom>
          <a:noFill/>
          <a:ln/>
        </p:spPr>
        <p:txBody>
          <a:bodyPr wrap="square" lIns="0" tIns="0" rIns="0" bIns="0" rtlCol="0" anchor="t"/>
          <a:lstStyle/>
          <a:p>
            <a:pPr algn="l" indent="0" marL="0">
              <a:lnSpc>
                <a:spcPts val="2066"/>
              </a:lnSpc>
              <a:buNone/>
            </a:pPr>
            <a:r>
              <a:rPr lang="en-US" sz="1275" b="1" dirty="0">
                <a:solidFill>
                  <a:srgbClr val="241C17"/>
                </a:solidFill>
                <a:latin typeface="Noto Sans TC" pitchFamily="34" charset="0"/>
                <a:ea typeface="Noto Sans TC" pitchFamily="34" charset="-122"/>
                <a:cs typeface="Noto Sans TC" pitchFamily="34" charset="-120"/>
              </a:rPr>
              <a:t>照片為主</a:t>
            </a:r>
            <a:endParaRPr lang="en-US" sz="1275" dirty="0"/>
          </a:p>
        </p:txBody>
      </p:sp>
      <p:sp>
        <p:nvSpPr>
          <p:cNvPr id="9" name="Text 6"/>
          <p:cNvSpPr txBox="1"/>
          <p:nvPr/>
        </p:nvSpPr>
        <p:spPr>
          <a:xfrm>
            <a:off x="3650468" y="3449208"/>
            <a:ext cx="617220" cy="257221"/>
          </a:xfrm>
          <a:prstGeom prst="rect">
            <a:avLst/>
          </a:prstGeom>
          <a:noFill/>
          <a:ln/>
        </p:spPr>
        <p:txBody>
          <a:bodyPr wrap="square" lIns="0" tIns="0" rIns="0" bIns="0" rtlCol="0" anchor="t"/>
          <a:lstStyle/>
          <a:p>
            <a:pPr algn="l" indent="0" marL="0">
              <a:lnSpc>
                <a:spcPts val="2066"/>
              </a:lnSpc>
              <a:buNone/>
            </a:pPr>
            <a:r>
              <a:rPr lang="en-US" sz="1275" b="1" dirty="0">
                <a:solidFill>
                  <a:srgbClr val="241C17"/>
                </a:solidFill>
                <a:latin typeface="Noto Sans TC" pitchFamily="34" charset="0"/>
                <a:ea typeface="Noto Sans TC" pitchFamily="34" charset="-122"/>
                <a:cs typeface="Noto Sans TC" pitchFamily="34" charset="-120"/>
              </a:rPr>
              <a:t>短影片</a:t>
            </a:r>
            <a:endParaRPr lang="en-US" sz="1275" dirty="0"/>
          </a:p>
        </p:txBody>
      </p:sp>
      <p:sp>
        <p:nvSpPr>
          <p:cNvPr id="10" name="Text 7"/>
          <p:cNvSpPr txBox="1"/>
          <p:nvPr/>
        </p:nvSpPr>
        <p:spPr>
          <a:xfrm>
            <a:off x="943021" y="4111508"/>
            <a:ext cx="779160" cy="257221"/>
          </a:xfrm>
          <a:prstGeom prst="rect">
            <a:avLst/>
          </a:prstGeom>
          <a:noFill/>
          <a:ln/>
        </p:spPr>
        <p:txBody>
          <a:bodyPr wrap="square" lIns="0" tIns="0" rIns="0" bIns="0" rtlCol="0" anchor="t"/>
          <a:lstStyle/>
          <a:p>
            <a:pPr algn="l" indent="0" marL="0">
              <a:lnSpc>
                <a:spcPts val="2066"/>
              </a:lnSpc>
              <a:buNone/>
            </a:pPr>
            <a:r>
              <a:rPr lang="en-US" sz="1275" b="1" dirty="0">
                <a:solidFill>
                  <a:srgbClr val="241C17"/>
                </a:solidFill>
                <a:latin typeface="Noto Sans TC" pitchFamily="34" charset="0"/>
                <a:ea typeface="Noto Sans TC" pitchFamily="34" charset="-122"/>
                <a:cs typeface="Noto Sans TC" pitchFamily="34" charset="-120"/>
              </a:rPr>
              <a:t>製作過程</a:t>
            </a:r>
            <a:endParaRPr lang="en-US" sz="1275" dirty="0"/>
          </a:p>
        </p:txBody>
      </p:sp>
      <p:sp>
        <p:nvSpPr>
          <p:cNvPr id="11" name="Text 8"/>
          <p:cNvSpPr txBox="1"/>
          <p:nvPr/>
        </p:nvSpPr>
        <p:spPr>
          <a:xfrm>
            <a:off x="3650468" y="4111508"/>
            <a:ext cx="949147" cy="257221"/>
          </a:xfrm>
          <a:prstGeom prst="rect">
            <a:avLst/>
          </a:prstGeom>
          <a:noFill/>
          <a:ln/>
        </p:spPr>
        <p:txBody>
          <a:bodyPr wrap="square" lIns="0" tIns="0" rIns="0" bIns="0" rtlCol="0" anchor="t"/>
          <a:lstStyle/>
          <a:p>
            <a:pPr algn="l" indent="0" marL="0">
              <a:lnSpc>
                <a:spcPts val="2066"/>
              </a:lnSpc>
              <a:buNone/>
            </a:pPr>
            <a:r>
              <a:rPr lang="en-US" sz="1275" b="1" dirty="0">
                <a:solidFill>
                  <a:srgbClr val="241C17"/>
                </a:solidFill>
                <a:latin typeface="Noto Sans TC" pitchFamily="34" charset="0"/>
                <a:ea typeface="Noto Sans TC" pitchFamily="34" charset="-122"/>
                <a:cs typeface="Noto Sans TC" pitchFamily="34" charset="-120"/>
              </a:rPr>
              <a:t>開發新客群</a:t>
            </a:r>
            <a:endParaRPr lang="en-US" sz="1275" dirty="0"/>
          </a:p>
        </p:txBody>
      </p:sp>
      <p:sp>
        <p:nvSpPr>
          <p:cNvPr id="12" name="Text 9"/>
          <p:cNvSpPr txBox="1"/>
          <p:nvPr/>
        </p:nvSpPr>
        <p:spPr>
          <a:xfrm>
            <a:off x="1704990" y="4916729"/>
            <a:ext cx="2445563" cy="556595"/>
          </a:xfrm>
          <a:prstGeom prst="rect">
            <a:avLst/>
          </a:prstGeom>
          <a:noFill/>
          <a:ln/>
        </p:spPr>
        <p:txBody>
          <a:bodyPr wrap="square" lIns="0" tIns="0" rIns="0" bIns="0" rtlCol="0" anchor="t"/>
          <a:lstStyle/>
          <a:p>
            <a:pPr algn="l" indent="0" marL="0">
              <a:lnSpc>
                <a:spcPts val="2209"/>
              </a:lnSpc>
              <a:buNone/>
            </a:pPr>
            <a:r>
              <a:rPr lang="en-US" sz="1425" b="1" dirty="0">
                <a:solidFill>
                  <a:srgbClr val="4A3C33"/>
                </a:solidFill>
                <a:latin typeface="Noto Sans TC" pitchFamily="34" charset="0"/>
                <a:ea typeface="Noto Sans TC" pitchFamily="34" charset="-122"/>
                <a:cs typeface="Noto Sans TC" pitchFamily="34" charset="-120"/>
              </a:rPr>
              <a:t>一句話：</a:t>
            </a:r>
            <a:endParaRPr lang="en-US" sz="1425" dirty="0"/>
          </a:p>
          <a:p>
            <a:pPr algn="l" indent="0" marL="0">
              <a:lnSpc>
                <a:spcPts val="2209"/>
              </a:lnSpc>
              <a:buNone/>
            </a:pPr>
            <a:r>
              <a:rPr lang="en-US" sz="1425" b="1" dirty="0">
                <a:solidFill>
                  <a:srgbClr val="E1306C"/>
                </a:solidFill>
                <a:latin typeface="Noto Sans TC" pitchFamily="34" charset="0"/>
                <a:ea typeface="Noto Sans TC" pitchFamily="34" charset="-122"/>
                <a:cs typeface="Noto Sans TC" pitchFamily="34" charset="-120"/>
              </a:rPr>
              <a:t>IG 就像你的作品展示櫥窗。</a:t>
            </a:r>
            <a:endParaRPr lang="en-US" sz="1425" dirty="0"/>
          </a:p>
        </p:txBody>
      </p:sp>
      <p:sp>
        <p:nvSpPr>
          <p:cNvPr id="13" name="Text 10"/>
          <p:cNvSpPr txBox="1"/>
          <p:nvPr/>
        </p:nvSpPr>
        <p:spPr>
          <a:xfrm>
            <a:off x="1704990" y="5197084"/>
            <a:ext cx="2445563" cy="276240"/>
          </a:xfrm>
          <a:prstGeom prst="rect">
            <a:avLst/>
          </a:prstGeom>
          <a:noFill/>
          <a:ln/>
        </p:spPr>
        <p:txBody>
          <a:bodyPr wrap="square" lIns="0" tIns="0" rIns="0" bIns="0" rtlCol="0" anchor="t"/>
          <a:lstStyle/>
          <a:p>
            <a:pPr algn="l" indent="0" marL="0">
              <a:lnSpc>
                <a:spcPts val="2209"/>
              </a:lnSpc>
              <a:buNone/>
            </a:pPr>
            <a:r>
              <a:rPr lang="en-US" sz="1425" b="1" dirty="0">
                <a:solidFill>
                  <a:srgbClr val="E1306C"/>
                </a:solidFill>
                <a:latin typeface="Noto Sans TC" pitchFamily="34" charset="0"/>
                <a:ea typeface="Noto Sans TC" pitchFamily="34" charset="-122"/>
                <a:cs typeface="Noto Sans TC" pitchFamily="34" charset="-120"/>
              </a:rPr>
              <a:t>IG 就像你的作品展示櫥窗。</a:t>
            </a:r>
            <a:endParaRPr lang="en-US" sz="1425" dirty="0"/>
          </a:p>
        </p:txBody>
      </p:sp>
      <p:sp>
        <p:nvSpPr>
          <p:cNvPr id="14" name="Text 11"/>
          <p:cNvSpPr txBox="1"/>
          <p:nvPr/>
        </p:nvSpPr>
        <p:spPr>
          <a:xfrm>
            <a:off x="7942570" y="5886450"/>
            <a:ext cx="2112264" cy="209580"/>
          </a:xfrm>
          <a:prstGeom prst="rect">
            <a:avLst/>
          </a:prstGeom>
          <a:noFill/>
          <a:ln/>
        </p:spPr>
        <p:txBody>
          <a:bodyPr wrap="square" lIns="0" tIns="0" rIns="0" bIns="0" rtlCol="0" anchor="t"/>
          <a:lstStyle/>
          <a:p>
            <a:pPr algn="ctr" indent="0" marL="0">
              <a:buNone/>
            </a:pPr>
            <a:r>
              <a:rPr lang="en-US" sz="1050" b="1" spc="105" kern="0" dirty="0">
                <a:solidFill>
                  <a:srgbClr val="9C8B7C"/>
                </a:solidFill>
                <a:latin typeface="Noto Sans TC" pitchFamily="34" charset="0"/>
                <a:ea typeface="Noto Sans TC" pitchFamily="34" charset="-122"/>
                <a:cs typeface="Noto Sans TC" pitchFamily="34" charset="-120"/>
              </a:rPr>
              <a:t>九宮格＝別人對你的第一印象</a:t>
            </a:r>
            <a:endParaRPr lang="en-US" sz="1050" dirty="0"/>
          </a:p>
        </p:txBody>
      </p:sp>
      <p:sp>
        <p:nvSpPr>
          <p:cNvPr id="15" name="Text 12"/>
          <p:cNvSpPr txBox="1"/>
          <p:nvPr/>
        </p:nvSpPr>
        <p:spPr>
          <a:xfrm>
            <a:off x="10605486" y="304770"/>
            <a:ext cx="717804" cy="209580"/>
          </a:xfrm>
          <a:prstGeom prst="rect">
            <a:avLst/>
          </a:prstGeom>
          <a:noFill/>
          <a:ln/>
        </p:spPr>
        <p:txBody>
          <a:bodyPr wrap="square" lIns="0" tIns="0" rIns="0" bIns="0" rtlCol="0" anchor="t"/>
          <a:lstStyle/>
          <a:p>
            <a:pPr algn="l" indent="0" marL="0">
              <a:buNone/>
            </a:pPr>
            <a:r>
              <a:rPr lang="en-US" sz="1013" b="1" spc="142" kern="0" dirty="0">
                <a:solidFill>
                  <a:srgbClr val="FBF7F1"/>
                </a:solidFill>
                <a:latin typeface="Noto Sans TC" pitchFamily="34" charset="0"/>
                <a:ea typeface="Noto Sans TC" pitchFamily="34" charset="-122"/>
                <a:cs typeface="Noto Sans TC" pitchFamily="34" charset="-120"/>
              </a:rPr>
              <a:t>舉手調查</a:t>
            </a:r>
            <a:endParaRPr lang="en-US" sz="1013" dirty="0"/>
          </a:p>
        </p:txBody>
      </p:sp>
      <p:sp>
        <p:nvSpPr>
          <p:cNvPr id="16" name="Text 13"/>
          <p:cNvSpPr txBox="1"/>
          <p:nvPr/>
        </p:nvSpPr>
        <p:spPr>
          <a:xfrm>
            <a:off x="761970" y="6438930"/>
            <a:ext cx="1338042" cy="200071"/>
          </a:xfrm>
          <a:prstGeom prst="rect">
            <a:avLst/>
          </a:prstGeom>
          <a:noFill/>
          <a:ln/>
        </p:spPr>
        <p:txBody>
          <a:bodyPr wrap="square" lIns="0" tIns="0" rIns="0" bIns="0" rtlCol="0" anchor="t"/>
          <a:lstStyle/>
          <a:p>
            <a:pPr algn="l" indent="0" marL="0">
              <a:buNone/>
            </a:pPr>
            <a:r>
              <a:rPr lang="en-US" sz="938" b="1" spc="56" kern="0" dirty="0">
                <a:solidFill>
                  <a:srgbClr val="9C8B7C"/>
                </a:solidFill>
                <a:latin typeface="Noto Sans TC" pitchFamily="34" charset="0"/>
                <a:ea typeface="Noto Sans TC" pitchFamily="34" charset="-122"/>
                <a:cs typeface="Noto Sans TC" pitchFamily="34" charset="-120"/>
              </a:rPr>
              <a:t>PART 2 · 09:45</a:t>
            </a:r>
            <a:endParaRPr lang="en-US" sz="938" dirty="0"/>
          </a:p>
        </p:txBody>
      </p:sp>
      <p:sp>
        <p:nvSpPr>
          <p:cNvPr id="17" name="Text 14"/>
          <p:cNvSpPr txBox="1"/>
          <p:nvPr/>
        </p:nvSpPr>
        <p:spPr>
          <a:xfrm>
            <a:off x="10922599" y="6438930"/>
            <a:ext cx="562630" cy="200071"/>
          </a:xfrm>
          <a:prstGeom prst="rect">
            <a:avLst/>
          </a:prstGeom>
          <a:noFill/>
          <a:ln/>
        </p:spPr>
        <p:txBody>
          <a:bodyPr wrap="square" lIns="0" tIns="0" rIns="0" bIns="0" rtlCol="0" anchor="t"/>
          <a:lstStyle/>
          <a:p>
            <a:pPr algn="l" indent="0" marL="0">
              <a:buNone/>
            </a:pPr>
            <a:r>
              <a:rPr lang="en-US" sz="938" b="1" spc="56" kern="0" dirty="0">
                <a:solidFill>
                  <a:srgbClr val="9C8B7C"/>
                </a:solidFill>
                <a:latin typeface="Noto Sans TC" pitchFamily="34" charset="0"/>
                <a:ea typeface="Noto Sans TC" pitchFamily="34" charset="-122"/>
                <a:cs typeface="Noto Sans TC" pitchFamily="34" charset="-120"/>
              </a:rPr>
              <a:t>13 / 75</a:t>
            </a:r>
            <a:endParaRPr lang="en-US" sz="938"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BF7F1"/>
        </a:solidFill>
      </p:bgPr>
    </p:bg>
    <p:spTree>
      <p:nvGrpSpPr>
        <p:cNvPr id="1" name=""/>
        <p:cNvGrpSpPr/>
        <p:nvPr/>
      </p:nvGrpSpPr>
      <p:grpSpPr>
        <a:xfrm>
          <a:off x="0" y="0"/>
          <a:ext cx="0" cy="0"/>
          <a:chOff x="0" y="0"/>
          <a:chExt cx="0" cy="0"/>
        </a:xfrm>
      </p:grpSpPr>
      <p:pic>
        <p:nvPicPr>
          <p:cNvPr id="2" name="Image 0" descr="/home/user/gogoeveryday/social-course/export-pptx/build/bg/14.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761970" y="769468"/>
            <a:ext cx="1363188" cy="219090"/>
          </a:xfrm>
          <a:prstGeom prst="rect">
            <a:avLst/>
          </a:prstGeom>
          <a:noFill/>
          <a:ln/>
        </p:spPr>
        <p:txBody>
          <a:bodyPr wrap="square" lIns="0" tIns="0" rIns="0" bIns="0" rtlCol="0" anchor="t"/>
          <a:lstStyle/>
          <a:p>
            <a:pPr algn="l" indent="0" marL="0">
              <a:buNone/>
            </a:pPr>
            <a:r>
              <a:rPr lang="en-US" sz="1125" b="1" spc="225" kern="0" dirty="0">
                <a:solidFill>
                  <a:srgbClr val="5F7A63"/>
                </a:solidFill>
                <a:latin typeface="Noto Sans TC" pitchFamily="34" charset="0"/>
                <a:ea typeface="Noto Sans TC" pitchFamily="34" charset="-122"/>
                <a:cs typeface="Noto Sans TC" pitchFamily="34" charset="-120"/>
              </a:rPr>
              <a:t>會員／客服櫃台</a:t>
            </a:r>
            <a:endParaRPr lang="en-US" sz="1125" dirty="0"/>
          </a:p>
        </p:txBody>
      </p:sp>
      <p:sp>
        <p:nvSpPr>
          <p:cNvPr id="4" name="Text 1"/>
          <p:cNvSpPr txBox="1"/>
          <p:nvPr/>
        </p:nvSpPr>
        <p:spPr>
          <a:xfrm>
            <a:off x="1295430" y="1074237"/>
            <a:ext cx="2642890" cy="571500"/>
          </a:xfrm>
          <a:prstGeom prst="rect">
            <a:avLst/>
          </a:prstGeom>
          <a:noFill/>
          <a:ln/>
        </p:spPr>
        <p:txBody>
          <a:bodyPr wrap="square" lIns="0" tIns="0" rIns="0" bIns="0" rtlCol="0" anchor="t"/>
          <a:lstStyle/>
          <a:p>
            <a:pPr algn="l" indent="0" marL="0">
              <a:lnSpc>
                <a:spcPts val="3660"/>
              </a:lnSpc>
              <a:buNone/>
            </a:pPr>
            <a:r>
              <a:rPr lang="en-US" sz="3000" b="1" spc="-60" kern="0" dirty="0">
                <a:solidFill>
                  <a:srgbClr val="241C17"/>
                </a:solidFill>
                <a:latin typeface="Noto Sans TC" pitchFamily="34" charset="0"/>
                <a:ea typeface="Noto Sans TC" pitchFamily="34" charset="-122"/>
                <a:cs typeface="Noto Sans TC" pitchFamily="34" charset="-120"/>
              </a:rPr>
              <a:t> LINE 官方帳號</a:t>
            </a:r>
            <a:endParaRPr lang="en-US" sz="3000" dirty="0"/>
          </a:p>
        </p:txBody>
      </p:sp>
      <p:sp>
        <p:nvSpPr>
          <p:cNvPr id="5" name="Text 2"/>
          <p:cNvSpPr txBox="1"/>
          <p:nvPr/>
        </p:nvSpPr>
        <p:spPr>
          <a:xfrm>
            <a:off x="761970" y="1767627"/>
            <a:ext cx="2083826" cy="352410"/>
          </a:xfrm>
          <a:prstGeom prst="rect">
            <a:avLst/>
          </a:prstGeom>
          <a:noFill/>
          <a:ln/>
        </p:spPr>
        <p:txBody>
          <a:bodyPr wrap="square" lIns="0" tIns="0" rIns="0" bIns="0" rtlCol="0" anchor="t"/>
          <a:lstStyle/>
          <a:p>
            <a:pPr algn="l" indent="0" marL="0">
              <a:lnSpc>
                <a:spcPts val="2916"/>
              </a:lnSpc>
              <a:buNone/>
            </a:pPr>
            <a:r>
              <a:rPr lang="en-US" sz="1800" dirty="0">
                <a:solidFill>
                  <a:srgbClr val="4A3C33"/>
                </a:solidFill>
                <a:latin typeface="Noto Sans TC" pitchFamily="34" charset="0"/>
                <a:ea typeface="Noto Sans TC" pitchFamily="34" charset="-122"/>
                <a:cs typeface="Noto Sans TC" pitchFamily="34" charset="-120"/>
              </a:rPr>
              <a:t>適合這些情況 ——</a:t>
            </a:r>
            <a:endParaRPr lang="en-US" sz="1800" dirty="0"/>
          </a:p>
        </p:txBody>
      </p:sp>
      <p:sp>
        <p:nvSpPr>
          <p:cNvPr id="6" name="Text 3"/>
          <p:cNvSpPr txBox="1"/>
          <p:nvPr/>
        </p:nvSpPr>
        <p:spPr>
          <a:xfrm>
            <a:off x="943021" y="2499878"/>
            <a:ext cx="760141" cy="247620"/>
          </a:xfrm>
          <a:prstGeom prst="rect">
            <a:avLst/>
          </a:prstGeom>
          <a:noFill/>
          <a:ln/>
        </p:spPr>
        <p:txBody>
          <a:bodyPr wrap="square" lIns="0" tIns="0" rIns="0" bIns="0" rtlCol="0" anchor="t"/>
          <a:lstStyle/>
          <a:p>
            <a:pPr algn="l" indent="0" marL="0">
              <a:lnSpc>
                <a:spcPts val="2005"/>
              </a:lnSpc>
              <a:buNone/>
            </a:pPr>
            <a:r>
              <a:rPr lang="en-US" sz="1238" b="1" dirty="0">
                <a:solidFill>
                  <a:srgbClr val="241C17"/>
                </a:solidFill>
                <a:latin typeface="Noto Sans TC" pitchFamily="34" charset="0"/>
                <a:ea typeface="Noto Sans TC" pitchFamily="34" charset="-122"/>
                <a:cs typeface="Noto Sans TC" pitchFamily="34" charset="-120"/>
              </a:rPr>
              <a:t>顧客詢問</a:t>
            </a:r>
            <a:endParaRPr lang="en-US" sz="1238" dirty="0"/>
          </a:p>
        </p:txBody>
      </p:sp>
      <p:sp>
        <p:nvSpPr>
          <p:cNvPr id="7" name="Text 4"/>
          <p:cNvSpPr txBox="1"/>
          <p:nvPr/>
        </p:nvSpPr>
        <p:spPr>
          <a:xfrm>
            <a:off x="3650468" y="2499878"/>
            <a:ext cx="445770" cy="247620"/>
          </a:xfrm>
          <a:prstGeom prst="rect">
            <a:avLst/>
          </a:prstGeom>
          <a:noFill/>
          <a:ln/>
        </p:spPr>
        <p:txBody>
          <a:bodyPr wrap="square" lIns="0" tIns="0" rIns="0" bIns="0" rtlCol="0" anchor="t"/>
          <a:lstStyle/>
          <a:p>
            <a:pPr algn="l" indent="0" marL="0">
              <a:lnSpc>
                <a:spcPts val="2005"/>
              </a:lnSpc>
              <a:buNone/>
            </a:pPr>
            <a:r>
              <a:rPr lang="en-US" sz="1238" b="1" dirty="0">
                <a:solidFill>
                  <a:srgbClr val="241C17"/>
                </a:solidFill>
                <a:latin typeface="Noto Sans TC" pitchFamily="34" charset="0"/>
                <a:ea typeface="Noto Sans TC" pitchFamily="34" charset="-122"/>
                <a:cs typeface="Noto Sans TC" pitchFamily="34" charset="-120"/>
              </a:rPr>
              <a:t>預約</a:t>
            </a:r>
            <a:endParaRPr lang="en-US" sz="1238" dirty="0"/>
          </a:p>
        </p:txBody>
      </p:sp>
      <p:sp>
        <p:nvSpPr>
          <p:cNvPr id="8" name="Text 5"/>
          <p:cNvSpPr txBox="1"/>
          <p:nvPr/>
        </p:nvSpPr>
        <p:spPr>
          <a:xfrm>
            <a:off x="943021" y="3135386"/>
            <a:ext cx="445770" cy="247620"/>
          </a:xfrm>
          <a:prstGeom prst="rect">
            <a:avLst/>
          </a:prstGeom>
          <a:noFill/>
          <a:ln/>
        </p:spPr>
        <p:txBody>
          <a:bodyPr wrap="square" lIns="0" tIns="0" rIns="0" bIns="0" rtlCol="0" anchor="t"/>
          <a:lstStyle/>
          <a:p>
            <a:pPr algn="l" indent="0" marL="0">
              <a:lnSpc>
                <a:spcPts val="2005"/>
              </a:lnSpc>
              <a:buNone/>
            </a:pPr>
            <a:r>
              <a:rPr lang="en-US" sz="1238" b="1" dirty="0">
                <a:solidFill>
                  <a:srgbClr val="241C17"/>
                </a:solidFill>
                <a:latin typeface="Noto Sans TC" pitchFamily="34" charset="0"/>
                <a:ea typeface="Noto Sans TC" pitchFamily="34" charset="-122"/>
                <a:cs typeface="Noto Sans TC" pitchFamily="34" charset="-120"/>
              </a:rPr>
              <a:t>接單</a:t>
            </a:r>
            <a:endParaRPr lang="en-US" sz="1238" dirty="0"/>
          </a:p>
        </p:txBody>
      </p:sp>
      <p:sp>
        <p:nvSpPr>
          <p:cNvPr id="9" name="Text 6"/>
          <p:cNvSpPr txBox="1"/>
          <p:nvPr/>
        </p:nvSpPr>
        <p:spPr>
          <a:xfrm>
            <a:off x="3650468" y="3135386"/>
            <a:ext cx="760141" cy="247620"/>
          </a:xfrm>
          <a:prstGeom prst="rect">
            <a:avLst/>
          </a:prstGeom>
          <a:noFill/>
          <a:ln/>
        </p:spPr>
        <p:txBody>
          <a:bodyPr wrap="square" lIns="0" tIns="0" rIns="0" bIns="0" rtlCol="0" anchor="t"/>
          <a:lstStyle/>
          <a:p>
            <a:pPr algn="l" indent="0" marL="0">
              <a:lnSpc>
                <a:spcPts val="2005"/>
              </a:lnSpc>
              <a:buNone/>
            </a:pPr>
            <a:r>
              <a:rPr lang="en-US" sz="1238" b="1" dirty="0">
                <a:solidFill>
                  <a:srgbClr val="241C17"/>
                </a:solidFill>
                <a:latin typeface="Noto Sans TC" pitchFamily="34" charset="0"/>
                <a:ea typeface="Noto Sans TC" pitchFamily="34" charset="-122"/>
                <a:cs typeface="Noto Sans TC" pitchFamily="34" charset="-120"/>
              </a:rPr>
              <a:t>活動通知</a:t>
            </a:r>
            <a:endParaRPr lang="en-US" sz="1238" dirty="0"/>
          </a:p>
        </p:txBody>
      </p:sp>
      <p:sp>
        <p:nvSpPr>
          <p:cNvPr id="10" name="Text 7"/>
          <p:cNvSpPr txBox="1"/>
          <p:nvPr/>
        </p:nvSpPr>
        <p:spPr>
          <a:xfrm>
            <a:off x="943021" y="3770894"/>
            <a:ext cx="760141" cy="247620"/>
          </a:xfrm>
          <a:prstGeom prst="rect">
            <a:avLst/>
          </a:prstGeom>
          <a:noFill/>
          <a:ln/>
        </p:spPr>
        <p:txBody>
          <a:bodyPr wrap="square" lIns="0" tIns="0" rIns="0" bIns="0" rtlCol="0" anchor="t"/>
          <a:lstStyle/>
          <a:p>
            <a:pPr algn="l" indent="0" marL="0">
              <a:lnSpc>
                <a:spcPts val="2005"/>
              </a:lnSpc>
              <a:buNone/>
            </a:pPr>
            <a:r>
              <a:rPr lang="en-US" sz="1238" b="1" dirty="0">
                <a:solidFill>
                  <a:srgbClr val="241C17"/>
                </a:solidFill>
                <a:latin typeface="Noto Sans TC" pitchFamily="34" charset="0"/>
                <a:ea typeface="Noto Sans TC" pitchFamily="34" charset="-122"/>
                <a:cs typeface="Noto Sans TC" pitchFamily="34" charset="-120"/>
              </a:rPr>
              <a:t>新品通知</a:t>
            </a:r>
            <a:endParaRPr lang="en-US" sz="1238" dirty="0"/>
          </a:p>
        </p:txBody>
      </p:sp>
      <p:sp>
        <p:nvSpPr>
          <p:cNvPr id="11" name="Text 8"/>
          <p:cNvSpPr txBox="1"/>
          <p:nvPr/>
        </p:nvSpPr>
        <p:spPr>
          <a:xfrm>
            <a:off x="3650468" y="3770894"/>
            <a:ext cx="760141" cy="247620"/>
          </a:xfrm>
          <a:prstGeom prst="rect">
            <a:avLst/>
          </a:prstGeom>
          <a:noFill/>
          <a:ln/>
        </p:spPr>
        <p:txBody>
          <a:bodyPr wrap="square" lIns="0" tIns="0" rIns="0" bIns="0" rtlCol="0" anchor="t"/>
          <a:lstStyle/>
          <a:p>
            <a:pPr algn="l" indent="0" marL="0">
              <a:lnSpc>
                <a:spcPts val="2005"/>
              </a:lnSpc>
              <a:buNone/>
            </a:pPr>
            <a:r>
              <a:rPr lang="en-US" sz="1238" b="1" dirty="0">
                <a:solidFill>
                  <a:srgbClr val="241C17"/>
                </a:solidFill>
                <a:latin typeface="Noto Sans TC" pitchFamily="34" charset="0"/>
                <a:ea typeface="Noto Sans TC" pitchFamily="34" charset="-122"/>
                <a:cs typeface="Noto Sans TC" pitchFamily="34" charset="-120"/>
              </a:rPr>
              <a:t>熟客維繫</a:t>
            </a:r>
            <a:endParaRPr lang="en-US" sz="1238" dirty="0"/>
          </a:p>
        </p:txBody>
      </p:sp>
      <p:sp>
        <p:nvSpPr>
          <p:cNvPr id="12" name="Text 9"/>
          <p:cNvSpPr txBox="1"/>
          <p:nvPr/>
        </p:nvSpPr>
        <p:spPr>
          <a:xfrm>
            <a:off x="943021" y="4406311"/>
            <a:ext cx="445770" cy="247620"/>
          </a:xfrm>
          <a:prstGeom prst="rect">
            <a:avLst/>
          </a:prstGeom>
          <a:noFill/>
          <a:ln/>
        </p:spPr>
        <p:txBody>
          <a:bodyPr wrap="square" lIns="0" tIns="0" rIns="0" bIns="0" rtlCol="0" anchor="t"/>
          <a:lstStyle/>
          <a:p>
            <a:pPr algn="l" indent="0" marL="0">
              <a:lnSpc>
                <a:spcPts val="2005"/>
              </a:lnSpc>
              <a:buNone/>
            </a:pPr>
            <a:r>
              <a:rPr lang="en-US" sz="1238" b="1" dirty="0">
                <a:solidFill>
                  <a:srgbClr val="241C17"/>
                </a:solidFill>
                <a:latin typeface="Noto Sans TC" pitchFamily="34" charset="0"/>
                <a:ea typeface="Noto Sans TC" pitchFamily="34" charset="-122"/>
                <a:cs typeface="Noto Sans TC" pitchFamily="34" charset="-120"/>
              </a:rPr>
              <a:t>回購</a:t>
            </a:r>
            <a:endParaRPr lang="en-US" sz="1238" dirty="0"/>
          </a:p>
        </p:txBody>
      </p:sp>
      <p:sp>
        <p:nvSpPr>
          <p:cNvPr id="13" name="Text 10"/>
          <p:cNvSpPr txBox="1"/>
          <p:nvPr/>
        </p:nvSpPr>
        <p:spPr>
          <a:xfrm>
            <a:off x="3650468" y="4406311"/>
            <a:ext cx="760141" cy="247620"/>
          </a:xfrm>
          <a:prstGeom prst="rect">
            <a:avLst/>
          </a:prstGeom>
          <a:noFill/>
          <a:ln/>
        </p:spPr>
        <p:txBody>
          <a:bodyPr wrap="square" lIns="0" tIns="0" rIns="0" bIns="0" rtlCol="0" anchor="t"/>
          <a:lstStyle/>
          <a:p>
            <a:pPr algn="l" indent="0" marL="0">
              <a:lnSpc>
                <a:spcPts val="2005"/>
              </a:lnSpc>
              <a:buNone/>
            </a:pPr>
            <a:r>
              <a:rPr lang="en-US" sz="1238" b="1" dirty="0">
                <a:solidFill>
                  <a:srgbClr val="241C17"/>
                </a:solidFill>
                <a:latin typeface="Noto Sans TC" pitchFamily="34" charset="0"/>
                <a:ea typeface="Noto Sans TC" pitchFamily="34" charset="-122"/>
                <a:cs typeface="Noto Sans TC" pitchFamily="34" charset="-120"/>
              </a:rPr>
              <a:t>出貨通知</a:t>
            </a:r>
            <a:endParaRPr lang="en-US" sz="1238" dirty="0"/>
          </a:p>
        </p:txBody>
      </p:sp>
      <p:sp>
        <p:nvSpPr>
          <p:cNvPr id="14" name="Text 11"/>
          <p:cNvSpPr txBox="1"/>
          <p:nvPr/>
        </p:nvSpPr>
        <p:spPr>
          <a:xfrm>
            <a:off x="1704990" y="5194249"/>
            <a:ext cx="2488997" cy="556595"/>
          </a:xfrm>
          <a:prstGeom prst="rect">
            <a:avLst/>
          </a:prstGeom>
          <a:noFill/>
          <a:ln/>
        </p:spPr>
        <p:txBody>
          <a:bodyPr wrap="square" lIns="0" tIns="0" rIns="0" bIns="0" rtlCol="0" anchor="t"/>
          <a:lstStyle/>
          <a:p>
            <a:pPr algn="l" indent="0" marL="0">
              <a:lnSpc>
                <a:spcPts val="2209"/>
              </a:lnSpc>
              <a:buNone/>
            </a:pPr>
            <a:r>
              <a:rPr lang="en-US" sz="1425" b="1" dirty="0">
                <a:solidFill>
                  <a:srgbClr val="4A3C33"/>
                </a:solidFill>
                <a:latin typeface="Noto Sans TC" pitchFamily="34" charset="0"/>
                <a:ea typeface="Noto Sans TC" pitchFamily="34" charset="-122"/>
                <a:cs typeface="Noto Sans TC" pitchFamily="34" charset="-120"/>
              </a:rPr>
              <a:t> FB、IG 把人</a:t>
            </a:r>
            <a:pPr algn="l" indent="0" marL="0">
              <a:lnSpc>
                <a:spcPts val="2209"/>
              </a:lnSpc>
              <a:buNone/>
            </a:pPr>
            <a:r>
              <a:rPr lang="en-US" sz="1425" b="1" dirty="0">
                <a:solidFill>
                  <a:srgbClr val="4A3C33"/>
                </a:solidFill>
                <a:latin typeface="Noto Sans TC" pitchFamily="34" charset="0"/>
                <a:ea typeface="Noto Sans TC" pitchFamily="34" charset="-122"/>
                <a:cs typeface="Noto Sans TC" pitchFamily="34" charset="-120"/>
              </a:rPr>
              <a:t>帶來</a:t>
            </a:r>
            <a:pPr algn="l" indent="0" marL="0">
              <a:lnSpc>
                <a:spcPts val="2209"/>
              </a:lnSpc>
              <a:buNone/>
            </a:pPr>
            <a:r>
              <a:rPr lang="en-US" sz="1425" b="1" dirty="0">
                <a:solidFill>
                  <a:srgbClr val="4A3C33"/>
                </a:solidFill>
                <a:latin typeface="Noto Sans TC" pitchFamily="34" charset="0"/>
                <a:ea typeface="Noto Sans TC" pitchFamily="34" charset="-122"/>
                <a:cs typeface="Noto Sans TC" pitchFamily="34" charset="-120"/>
              </a:rPr>
              <a:t>，</a:t>
            </a:r>
            <a:endParaRPr lang="en-US" sz="1425" dirty="0"/>
          </a:p>
          <a:p>
            <a:pPr algn="l" indent="0" marL="0">
              <a:lnSpc>
                <a:spcPts val="2209"/>
              </a:lnSpc>
              <a:buNone/>
            </a:pPr>
            <a:r>
              <a:rPr lang="en-US" sz="1425" b="1" dirty="0">
                <a:solidFill>
                  <a:srgbClr val="4A3C33"/>
                </a:solidFill>
                <a:latin typeface="Noto Sans TC" pitchFamily="34" charset="0"/>
                <a:ea typeface="Noto Sans TC" pitchFamily="34" charset="-122"/>
                <a:cs typeface="Noto Sans TC" pitchFamily="34" charset="-120"/>
              </a:rPr>
              <a:t>LINE 把有興趣的人</a:t>
            </a:r>
            <a:pPr algn="l" indent="0" marL="0">
              <a:lnSpc>
                <a:spcPts val="2209"/>
              </a:lnSpc>
              <a:buNone/>
            </a:pPr>
            <a:r>
              <a:rPr lang="en-US" sz="1425" b="1" dirty="0">
                <a:solidFill>
                  <a:srgbClr val="5F7A63"/>
                </a:solidFill>
                <a:latin typeface="Noto Sans TC" pitchFamily="34" charset="0"/>
                <a:ea typeface="Noto Sans TC" pitchFamily="34" charset="-122"/>
                <a:cs typeface="Noto Sans TC" pitchFamily="34" charset="-120"/>
              </a:rPr>
              <a:t>留下來</a:t>
            </a:r>
            <a:pPr algn="l" indent="0" marL="0">
              <a:lnSpc>
                <a:spcPts val="2209"/>
              </a:lnSpc>
              <a:buNone/>
            </a:pPr>
            <a:r>
              <a:rPr lang="en-US" sz="1425" b="1" dirty="0">
                <a:solidFill>
                  <a:srgbClr val="4A3C33"/>
                </a:solidFill>
                <a:latin typeface="Noto Sans TC" pitchFamily="34" charset="0"/>
                <a:ea typeface="Noto Sans TC" pitchFamily="34" charset="-122"/>
                <a:cs typeface="Noto Sans TC" pitchFamily="34" charset="-120"/>
              </a:rPr>
              <a:t>。</a:t>
            </a:r>
            <a:endParaRPr lang="en-US" sz="1425" dirty="0"/>
          </a:p>
        </p:txBody>
      </p:sp>
      <p:sp>
        <p:nvSpPr>
          <p:cNvPr id="15" name="Text 12"/>
          <p:cNvSpPr txBox="1"/>
          <p:nvPr/>
        </p:nvSpPr>
        <p:spPr>
          <a:xfrm>
            <a:off x="2707630" y="5194249"/>
            <a:ext cx="493502" cy="276240"/>
          </a:xfrm>
          <a:prstGeom prst="rect">
            <a:avLst/>
          </a:prstGeom>
          <a:noFill/>
          <a:ln/>
        </p:spPr>
        <p:txBody>
          <a:bodyPr wrap="square" lIns="0" tIns="0" rIns="0" bIns="0" rtlCol="0" anchor="t"/>
          <a:lstStyle/>
          <a:p>
            <a:pPr algn="l" indent="0" marL="0">
              <a:lnSpc>
                <a:spcPts val="2209"/>
              </a:lnSpc>
              <a:buNone/>
            </a:pPr>
            <a:r>
              <a:rPr lang="en-US" sz="1425" b="1" dirty="0">
                <a:solidFill>
                  <a:srgbClr val="4A3C33"/>
                </a:solidFill>
                <a:latin typeface="Noto Sans TC" pitchFamily="34" charset="0"/>
                <a:ea typeface="Noto Sans TC" pitchFamily="34" charset="-122"/>
                <a:cs typeface="Noto Sans TC" pitchFamily="34" charset="-120"/>
              </a:rPr>
              <a:t>帶來</a:t>
            </a:r>
            <a:endParaRPr lang="en-US" sz="1425" dirty="0"/>
          </a:p>
        </p:txBody>
      </p:sp>
      <p:sp>
        <p:nvSpPr>
          <p:cNvPr id="16" name="Text 13"/>
          <p:cNvSpPr txBox="1"/>
          <p:nvPr/>
        </p:nvSpPr>
        <p:spPr>
          <a:xfrm>
            <a:off x="3243102" y="5474604"/>
            <a:ext cx="674553" cy="276240"/>
          </a:xfrm>
          <a:prstGeom prst="rect">
            <a:avLst/>
          </a:prstGeom>
          <a:noFill/>
          <a:ln/>
        </p:spPr>
        <p:txBody>
          <a:bodyPr wrap="square" lIns="0" tIns="0" rIns="0" bIns="0" rtlCol="0" anchor="t"/>
          <a:lstStyle/>
          <a:p>
            <a:pPr algn="l" indent="0" marL="0">
              <a:lnSpc>
                <a:spcPts val="2209"/>
              </a:lnSpc>
              <a:buNone/>
            </a:pPr>
            <a:r>
              <a:rPr lang="en-US" sz="1425" b="1" dirty="0">
                <a:solidFill>
                  <a:srgbClr val="5F7A63"/>
                </a:solidFill>
                <a:latin typeface="Noto Sans TC" pitchFamily="34" charset="0"/>
                <a:ea typeface="Noto Sans TC" pitchFamily="34" charset="-122"/>
                <a:cs typeface="Noto Sans TC" pitchFamily="34" charset="-120"/>
              </a:rPr>
              <a:t>留下來</a:t>
            </a:r>
            <a:endParaRPr lang="en-US" sz="1425" dirty="0"/>
          </a:p>
        </p:txBody>
      </p:sp>
      <p:sp>
        <p:nvSpPr>
          <p:cNvPr id="17" name="Text 14"/>
          <p:cNvSpPr txBox="1"/>
          <p:nvPr/>
        </p:nvSpPr>
        <p:spPr>
          <a:xfrm>
            <a:off x="8020294" y="5886450"/>
            <a:ext cx="1956816" cy="209580"/>
          </a:xfrm>
          <a:prstGeom prst="rect">
            <a:avLst/>
          </a:prstGeom>
          <a:noFill/>
          <a:ln/>
        </p:spPr>
        <p:txBody>
          <a:bodyPr wrap="square" lIns="0" tIns="0" rIns="0" bIns="0" rtlCol="0" anchor="t"/>
          <a:lstStyle/>
          <a:p>
            <a:pPr algn="ctr" indent="0" marL="0">
              <a:buNone/>
            </a:pPr>
            <a:r>
              <a:rPr lang="en-US" sz="1050" b="1" spc="105" kern="0" dirty="0">
                <a:solidFill>
                  <a:srgbClr val="9C8B7C"/>
                </a:solidFill>
                <a:latin typeface="Noto Sans TC" pitchFamily="34" charset="0"/>
                <a:ea typeface="Noto Sans TC" pitchFamily="34" charset="-122"/>
                <a:cs typeface="Noto Sans TC" pitchFamily="34" charset="-120"/>
              </a:rPr>
              <a:t>真正成交，多半發生在這裡</a:t>
            </a:r>
            <a:endParaRPr lang="en-US" sz="1050" dirty="0"/>
          </a:p>
        </p:txBody>
      </p:sp>
      <p:sp>
        <p:nvSpPr>
          <p:cNvPr id="18" name="Text 15"/>
          <p:cNvSpPr txBox="1"/>
          <p:nvPr/>
        </p:nvSpPr>
        <p:spPr>
          <a:xfrm>
            <a:off x="761970" y="6438930"/>
            <a:ext cx="1338042" cy="200071"/>
          </a:xfrm>
          <a:prstGeom prst="rect">
            <a:avLst/>
          </a:prstGeom>
          <a:noFill/>
          <a:ln/>
        </p:spPr>
        <p:txBody>
          <a:bodyPr wrap="square" lIns="0" tIns="0" rIns="0" bIns="0" rtlCol="0" anchor="t"/>
          <a:lstStyle/>
          <a:p>
            <a:pPr algn="l" indent="0" marL="0">
              <a:buNone/>
            </a:pPr>
            <a:r>
              <a:rPr lang="en-US" sz="938" b="1" spc="56" kern="0" dirty="0">
                <a:solidFill>
                  <a:srgbClr val="9C8B7C"/>
                </a:solidFill>
                <a:latin typeface="Noto Sans TC" pitchFamily="34" charset="0"/>
                <a:ea typeface="Noto Sans TC" pitchFamily="34" charset="-122"/>
                <a:cs typeface="Noto Sans TC" pitchFamily="34" charset="-120"/>
              </a:rPr>
              <a:t>PART 2 · 09:52</a:t>
            </a:r>
            <a:endParaRPr lang="en-US" sz="938" dirty="0"/>
          </a:p>
        </p:txBody>
      </p:sp>
      <p:sp>
        <p:nvSpPr>
          <p:cNvPr id="19" name="Text 16"/>
          <p:cNvSpPr txBox="1"/>
          <p:nvPr/>
        </p:nvSpPr>
        <p:spPr>
          <a:xfrm>
            <a:off x="10922599" y="6438930"/>
            <a:ext cx="562630" cy="200071"/>
          </a:xfrm>
          <a:prstGeom prst="rect">
            <a:avLst/>
          </a:prstGeom>
          <a:noFill/>
          <a:ln/>
        </p:spPr>
        <p:txBody>
          <a:bodyPr wrap="square" lIns="0" tIns="0" rIns="0" bIns="0" rtlCol="0" anchor="t"/>
          <a:lstStyle/>
          <a:p>
            <a:pPr algn="l" indent="0" marL="0">
              <a:buNone/>
            </a:pPr>
            <a:r>
              <a:rPr lang="en-US" sz="938" b="1" spc="56" kern="0" dirty="0">
                <a:solidFill>
                  <a:srgbClr val="9C8B7C"/>
                </a:solidFill>
                <a:latin typeface="Noto Sans TC" pitchFamily="34" charset="0"/>
                <a:ea typeface="Noto Sans TC" pitchFamily="34" charset="-122"/>
                <a:cs typeface="Noto Sans TC" pitchFamily="34" charset="-120"/>
              </a:rPr>
              <a:t>14 / 75</a:t>
            </a:r>
            <a:endParaRPr lang="en-US" sz="938"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BF7F1"/>
        </a:solidFill>
      </p:bgPr>
    </p:bg>
    <p:spTree>
      <p:nvGrpSpPr>
        <p:cNvPr id="1" name=""/>
        <p:cNvGrpSpPr/>
        <p:nvPr/>
      </p:nvGrpSpPr>
      <p:grpSpPr>
        <a:xfrm>
          <a:off x="0" y="0"/>
          <a:ext cx="0" cy="0"/>
          <a:chOff x="0" y="0"/>
          <a:chExt cx="0" cy="0"/>
        </a:xfrm>
      </p:grpSpPr>
      <p:pic>
        <p:nvPicPr>
          <p:cNvPr id="2" name="Image 0" descr="/home/user/gogoeveryday/social-course/export-pptx/build/bg/15.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4245742" y="650413"/>
            <a:ext cx="1363188" cy="219090"/>
          </a:xfrm>
          <a:prstGeom prst="rect">
            <a:avLst/>
          </a:prstGeom>
          <a:noFill/>
          <a:ln/>
        </p:spPr>
        <p:txBody>
          <a:bodyPr wrap="square" lIns="0" tIns="0" rIns="0" bIns="0" rtlCol="0" anchor="t"/>
          <a:lstStyle/>
          <a:p>
            <a:pPr algn="ctr" indent="0" marL="0">
              <a:buNone/>
            </a:pPr>
            <a:r>
              <a:rPr lang="en-US" sz="1125" b="1" spc="225" kern="0" dirty="0">
                <a:solidFill>
                  <a:srgbClr val="C05F3C"/>
                </a:solidFill>
                <a:latin typeface="Noto Sans TC" pitchFamily="34" charset="0"/>
                <a:ea typeface="Noto Sans TC" pitchFamily="34" charset="-122"/>
                <a:cs typeface="Noto Sans TC" pitchFamily="34" charset="-120"/>
              </a:rPr>
              <a:t>最常被問的問題</a:t>
            </a:r>
            <a:endParaRPr lang="en-US" sz="1125" dirty="0"/>
          </a:p>
        </p:txBody>
      </p:sp>
      <p:sp>
        <p:nvSpPr>
          <p:cNvPr id="4" name="Text 1"/>
          <p:cNvSpPr txBox="1"/>
          <p:nvPr/>
        </p:nvSpPr>
        <p:spPr>
          <a:xfrm>
            <a:off x="4175333" y="955182"/>
            <a:ext cx="3850904" cy="542971"/>
          </a:xfrm>
          <a:prstGeom prst="rect">
            <a:avLst/>
          </a:prstGeom>
          <a:noFill/>
          <a:ln/>
        </p:spPr>
        <p:txBody>
          <a:bodyPr wrap="square" lIns="0" tIns="0" rIns="0" bIns="0" rtlCol="0" anchor="t"/>
          <a:lstStyle/>
          <a:p>
            <a:pPr algn="ctr" indent="0" marL="0">
              <a:lnSpc>
                <a:spcPts val="3477"/>
              </a:lnSpc>
              <a:buNone/>
            </a:pPr>
            <a:r>
              <a:rPr lang="en-US" sz="2850" b="1" spc="-57" kern="0" dirty="0">
                <a:solidFill>
                  <a:srgbClr val="7A6A5D"/>
                </a:solidFill>
                <a:latin typeface="Noto Sans TC" pitchFamily="34" charset="0"/>
                <a:ea typeface="Noto Sans TC" pitchFamily="34" charset="-122"/>
                <a:cs typeface="Noto Sans TC" pitchFamily="34" charset="-120"/>
              </a:rPr>
              <a:t>所以我三個都要做嗎？</a:t>
            </a:r>
            <a:endParaRPr lang="en-US" sz="2850" dirty="0"/>
          </a:p>
        </p:txBody>
      </p:sp>
      <p:sp>
        <p:nvSpPr>
          <p:cNvPr id="5" name="Text 2"/>
          <p:cNvSpPr txBox="1"/>
          <p:nvPr/>
        </p:nvSpPr>
        <p:spPr>
          <a:xfrm>
            <a:off x="4850709" y="1530066"/>
            <a:ext cx="2500152" cy="1152510"/>
          </a:xfrm>
          <a:prstGeom prst="rect">
            <a:avLst/>
          </a:prstGeom>
          <a:noFill/>
          <a:ln/>
        </p:spPr>
        <p:txBody>
          <a:bodyPr wrap="square" lIns="0" tIns="0" rIns="0" bIns="0" rtlCol="0" anchor="t"/>
          <a:lstStyle/>
          <a:p>
            <a:pPr algn="ctr" indent="0" marL="0">
              <a:lnSpc>
                <a:spcPts val="7626"/>
              </a:lnSpc>
              <a:buNone/>
            </a:pPr>
            <a:r>
              <a:rPr lang="en-US" sz="6150" b="1" spc="-184" kern="0" dirty="0">
                <a:solidFill>
                  <a:srgbClr val="241C17"/>
                </a:solidFill>
                <a:latin typeface="Noto Sans TC" pitchFamily="34" charset="0"/>
                <a:ea typeface="Noto Sans TC" pitchFamily="34" charset="-122"/>
                <a:cs typeface="Noto Sans TC" pitchFamily="34" charset="-120"/>
              </a:rPr>
              <a:t>不用。</a:t>
            </a:r>
            <a:endParaRPr lang="en-US" sz="6150" dirty="0"/>
          </a:p>
        </p:txBody>
      </p:sp>
      <p:sp>
        <p:nvSpPr>
          <p:cNvPr id="6" name="Text 3"/>
          <p:cNvSpPr txBox="1"/>
          <p:nvPr/>
        </p:nvSpPr>
        <p:spPr>
          <a:xfrm>
            <a:off x="2028871" y="3222437"/>
            <a:ext cx="1138428" cy="200071"/>
          </a:xfrm>
          <a:prstGeom prst="rect">
            <a:avLst/>
          </a:prstGeom>
          <a:noFill/>
          <a:ln/>
        </p:spPr>
        <p:txBody>
          <a:bodyPr wrap="square" lIns="0" tIns="0" rIns="0" bIns="0" rtlCol="0" anchor="t"/>
          <a:lstStyle/>
          <a:p>
            <a:pPr algn="l" indent="0" marL="0">
              <a:buNone/>
            </a:pPr>
            <a:r>
              <a:rPr lang="en-US" sz="975" b="1" spc="136" kern="0" dirty="0">
                <a:solidFill>
                  <a:srgbClr val="9C8B7C"/>
                </a:solidFill>
                <a:latin typeface="Noto Sans TC" pitchFamily="34" charset="0"/>
                <a:ea typeface="Noto Sans TC" pitchFamily="34" charset="-122"/>
                <a:cs typeface="Noto Sans TC" pitchFamily="34" charset="-120"/>
              </a:rPr>
              <a:t>初學者先想這個</a:t>
            </a:r>
            <a:endParaRPr lang="en-US" sz="975" dirty="0"/>
          </a:p>
        </p:txBody>
      </p:sp>
      <p:sp>
        <p:nvSpPr>
          <p:cNvPr id="7" name="Text 4"/>
          <p:cNvSpPr txBox="1"/>
          <p:nvPr/>
        </p:nvSpPr>
        <p:spPr>
          <a:xfrm>
            <a:off x="2028871" y="3498677"/>
            <a:ext cx="1650309" cy="723930"/>
          </a:xfrm>
          <a:prstGeom prst="rect">
            <a:avLst/>
          </a:prstGeom>
          <a:noFill/>
          <a:ln/>
        </p:spPr>
        <p:txBody>
          <a:bodyPr wrap="square" lIns="0" tIns="0" rIns="0" bIns="0" rtlCol="0" anchor="t"/>
          <a:lstStyle/>
          <a:p>
            <a:pPr algn="l" indent="0" marL="0">
              <a:buNone/>
            </a:pPr>
            <a:r>
              <a:rPr lang="en-US" sz="1950" b="1" spc="-20" kern="0" dirty="0">
                <a:solidFill>
                  <a:srgbClr val="241C17"/>
                </a:solidFill>
                <a:latin typeface="Noto Sans TC" pitchFamily="34" charset="0"/>
                <a:ea typeface="Noto Sans TC" pitchFamily="34" charset="-122"/>
                <a:cs typeface="Noto Sans TC" pitchFamily="34" charset="-120"/>
              </a:rPr>
              <a:t>我要在哪裡</a:t>
            </a:r>
            <a:endParaRPr lang="en-US" sz="1950" dirty="0"/>
          </a:p>
          <a:p>
            <a:pPr algn="l" indent="0" marL="0">
              <a:buNone/>
            </a:pPr>
            <a:r>
              <a:rPr lang="en-US" sz="1950" b="1" spc="-20" kern="0" dirty="0">
                <a:solidFill>
                  <a:srgbClr val="241C17"/>
                </a:solidFill>
                <a:latin typeface="Noto Sans TC" pitchFamily="34" charset="0"/>
                <a:ea typeface="Noto Sans TC" pitchFamily="34" charset="-122"/>
                <a:cs typeface="Noto Sans TC" pitchFamily="34" charset="-120"/>
              </a:rPr>
              <a:t>「被看到」？</a:t>
            </a:r>
            <a:endParaRPr lang="en-US" sz="1950" dirty="0"/>
          </a:p>
        </p:txBody>
      </p:sp>
      <p:sp>
        <p:nvSpPr>
          <p:cNvPr id="8" name="Text 5"/>
          <p:cNvSpPr txBox="1"/>
          <p:nvPr/>
        </p:nvSpPr>
        <p:spPr>
          <a:xfrm>
            <a:off x="2447940" y="4422587"/>
            <a:ext cx="827532" cy="219090"/>
          </a:xfrm>
          <a:prstGeom prst="rect">
            <a:avLst/>
          </a:prstGeom>
          <a:noFill/>
          <a:ln/>
        </p:spPr>
        <p:txBody>
          <a:bodyPr wrap="square" lIns="0" tIns="0" rIns="0" bIns="0" rtlCol="0" anchor="t"/>
          <a:lstStyle/>
          <a:p>
            <a:pPr algn="l" indent="0" marL="0">
              <a:buNone/>
            </a:pPr>
            <a:r>
              <a:rPr lang="en-US" sz="1088" b="1" spc="43" kern="0" dirty="0">
                <a:solidFill>
                  <a:srgbClr val="1877F2"/>
                </a:solidFill>
                <a:latin typeface="Noto Sans TC" pitchFamily="34" charset="0"/>
                <a:ea typeface="Noto Sans TC" pitchFamily="34" charset="-122"/>
                <a:cs typeface="Noto Sans TC" pitchFamily="34" charset="-120"/>
              </a:rPr>
              <a:t> Facebook</a:t>
            </a:r>
            <a:endParaRPr lang="en-US" sz="1088" dirty="0"/>
          </a:p>
        </p:txBody>
      </p:sp>
      <p:sp>
        <p:nvSpPr>
          <p:cNvPr id="9" name="Text 6"/>
          <p:cNvSpPr txBox="1"/>
          <p:nvPr/>
        </p:nvSpPr>
        <p:spPr>
          <a:xfrm>
            <a:off x="3809665" y="4422587"/>
            <a:ext cx="873984" cy="219090"/>
          </a:xfrm>
          <a:prstGeom prst="rect">
            <a:avLst/>
          </a:prstGeom>
          <a:noFill/>
          <a:ln/>
        </p:spPr>
        <p:txBody>
          <a:bodyPr wrap="square" lIns="0" tIns="0" rIns="0" bIns="0" rtlCol="0" anchor="t"/>
          <a:lstStyle/>
          <a:p>
            <a:pPr algn="l" indent="0" marL="0">
              <a:buNone/>
            </a:pPr>
            <a:r>
              <a:rPr lang="en-US" sz="1088" b="1" spc="43" kern="0" dirty="0">
                <a:solidFill>
                  <a:srgbClr val="E1306C"/>
                </a:solidFill>
                <a:latin typeface="Noto Sans TC" pitchFamily="34" charset="0"/>
                <a:ea typeface="Noto Sans TC" pitchFamily="34" charset="-122"/>
                <a:cs typeface="Noto Sans TC" pitchFamily="34" charset="-120"/>
              </a:rPr>
              <a:t> Instagram</a:t>
            </a:r>
            <a:endParaRPr lang="en-US" sz="1088" dirty="0"/>
          </a:p>
        </p:txBody>
      </p:sp>
      <p:sp>
        <p:nvSpPr>
          <p:cNvPr id="10" name="Text 7"/>
          <p:cNvSpPr txBox="1"/>
          <p:nvPr/>
        </p:nvSpPr>
        <p:spPr>
          <a:xfrm>
            <a:off x="2028871" y="4851166"/>
            <a:ext cx="2150577" cy="257221"/>
          </a:xfrm>
          <a:prstGeom prst="rect">
            <a:avLst/>
          </a:prstGeom>
          <a:noFill/>
          <a:ln/>
        </p:spPr>
        <p:txBody>
          <a:bodyPr wrap="square" lIns="0" tIns="0" rIns="0" bIns="0" rtlCol="0" anchor="t"/>
          <a:lstStyle/>
          <a:p>
            <a:pPr algn="l" indent="0" marL="0">
              <a:lnSpc>
                <a:spcPts val="2066"/>
              </a:lnSpc>
              <a:buNone/>
            </a:pPr>
            <a:r>
              <a:rPr lang="en-US" sz="1275" dirty="0">
                <a:solidFill>
                  <a:srgbClr val="4A3C33"/>
                </a:solidFill>
                <a:latin typeface="Noto Sans TC" pitchFamily="34" charset="0"/>
                <a:ea typeface="Noto Sans TC" pitchFamily="34" charset="-122"/>
                <a:cs typeface="Noto Sans TC" pitchFamily="34" charset="-120"/>
              </a:rPr>
              <a:t>二選一就好，先做熟一個。</a:t>
            </a:r>
            <a:endParaRPr lang="en-US" sz="1275" dirty="0"/>
          </a:p>
        </p:txBody>
      </p:sp>
      <p:sp>
        <p:nvSpPr>
          <p:cNvPr id="11" name="Text 8"/>
          <p:cNvSpPr txBox="1"/>
          <p:nvPr/>
        </p:nvSpPr>
        <p:spPr>
          <a:xfrm>
            <a:off x="6476970" y="3222437"/>
            <a:ext cx="839053" cy="200071"/>
          </a:xfrm>
          <a:prstGeom prst="rect">
            <a:avLst/>
          </a:prstGeom>
          <a:noFill/>
          <a:ln/>
        </p:spPr>
        <p:txBody>
          <a:bodyPr wrap="square" lIns="0" tIns="0" rIns="0" bIns="0" rtlCol="0" anchor="t"/>
          <a:lstStyle/>
          <a:p>
            <a:pPr algn="l" indent="0" marL="0">
              <a:buNone/>
            </a:pPr>
            <a:r>
              <a:rPr lang="en-US" sz="975" b="1" spc="136" kern="0" dirty="0">
                <a:solidFill>
                  <a:srgbClr val="9C8B7C"/>
                </a:solidFill>
                <a:latin typeface="Noto Sans TC" pitchFamily="34" charset="0"/>
                <a:ea typeface="Noto Sans TC" pitchFamily="34" charset="-122"/>
                <a:cs typeface="Noto Sans TC" pitchFamily="34" charset="-120"/>
              </a:rPr>
              <a:t>然後想這個</a:t>
            </a:r>
            <a:endParaRPr lang="en-US" sz="975" dirty="0"/>
          </a:p>
        </p:txBody>
      </p:sp>
      <p:sp>
        <p:nvSpPr>
          <p:cNvPr id="12" name="Text 9"/>
          <p:cNvSpPr txBox="1"/>
          <p:nvPr/>
        </p:nvSpPr>
        <p:spPr>
          <a:xfrm>
            <a:off x="6476970" y="3498677"/>
            <a:ext cx="1910090" cy="723930"/>
          </a:xfrm>
          <a:prstGeom prst="rect">
            <a:avLst/>
          </a:prstGeom>
          <a:noFill/>
          <a:ln/>
        </p:spPr>
        <p:txBody>
          <a:bodyPr wrap="square" lIns="0" tIns="0" rIns="0" bIns="0" rtlCol="0" anchor="t"/>
          <a:lstStyle/>
          <a:p>
            <a:pPr algn="l" indent="0" marL="0">
              <a:buNone/>
            </a:pPr>
            <a:r>
              <a:rPr lang="en-US" sz="1950" b="1" spc="-20" kern="0" dirty="0">
                <a:solidFill>
                  <a:srgbClr val="241C17"/>
                </a:solidFill>
                <a:latin typeface="Noto Sans TC" pitchFamily="34" charset="0"/>
                <a:ea typeface="Noto Sans TC" pitchFamily="34" charset="-122"/>
                <a:cs typeface="Noto Sans TC" pitchFamily="34" charset="-120"/>
              </a:rPr>
              <a:t>我要在哪裡</a:t>
            </a:r>
            <a:endParaRPr lang="en-US" sz="1950" dirty="0"/>
          </a:p>
          <a:p>
            <a:pPr algn="l" indent="0" marL="0">
              <a:buNone/>
            </a:pPr>
            <a:r>
              <a:rPr lang="en-US" sz="1950" b="1" spc="-20" kern="0" dirty="0">
                <a:solidFill>
                  <a:srgbClr val="241C17"/>
                </a:solidFill>
                <a:latin typeface="Noto Sans TC" pitchFamily="34" charset="0"/>
                <a:ea typeface="Noto Sans TC" pitchFamily="34" charset="-122"/>
                <a:cs typeface="Noto Sans TC" pitchFamily="34" charset="-120"/>
              </a:rPr>
              <a:t>「留下顧客」？</a:t>
            </a:r>
            <a:endParaRPr lang="en-US" sz="1950" dirty="0"/>
          </a:p>
        </p:txBody>
      </p:sp>
      <p:sp>
        <p:nvSpPr>
          <p:cNvPr id="13" name="Text 10"/>
          <p:cNvSpPr txBox="1"/>
          <p:nvPr/>
        </p:nvSpPr>
        <p:spPr>
          <a:xfrm>
            <a:off x="6896130" y="4422587"/>
            <a:ext cx="1095177" cy="219090"/>
          </a:xfrm>
          <a:prstGeom prst="rect">
            <a:avLst/>
          </a:prstGeom>
          <a:noFill/>
          <a:ln/>
        </p:spPr>
        <p:txBody>
          <a:bodyPr wrap="square" lIns="0" tIns="0" rIns="0" bIns="0" rtlCol="0" anchor="t"/>
          <a:lstStyle/>
          <a:p>
            <a:pPr algn="l" indent="0" marL="0">
              <a:buNone/>
            </a:pPr>
            <a:r>
              <a:rPr lang="en-US" sz="1088" b="1" spc="43" kern="0" dirty="0">
                <a:solidFill>
                  <a:srgbClr val="03934A"/>
                </a:solidFill>
                <a:latin typeface="Noto Sans TC" pitchFamily="34" charset="0"/>
                <a:ea typeface="Noto Sans TC" pitchFamily="34" charset="-122"/>
                <a:cs typeface="Noto Sans TC" pitchFamily="34" charset="-120"/>
              </a:rPr>
              <a:t> LINE 官方帳號</a:t>
            </a:r>
            <a:endParaRPr lang="en-US" sz="1088" dirty="0"/>
          </a:p>
        </p:txBody>
      </p:sp>
      <p:sp>
        <p:nvSpPr>
          <p:cNvPr id="14" name="Text 11"/>
          <p:cNvSpPr txBox="1"/>
          <p:nvPr/>
        </p:nvSpPr>
        <p:spPr>
          <a:xfrm>
            <a:off x="6476970" y="4851166"/>
            <a:ext cx="1978944" cy="257221"/>
          </a:xfrm>
          <a:prstGeom prst="rect">
            <a:avLst/>
          </a:prstGeom>
          <a:noFill/>
          <a:ln/>
        </p:spPr>
        <p:txBody>
          <a:bodyPr wrap="square" lIns="0" tIns="0" rIns="0" bIns="0" rtlCol="0" anchor="t"/>
          <a:lstStyle/>
          <a:p>
            <a:pPr algn="l" indent="0" marL="0">
              <a:lnSpc>
                <a:spcPts val="2066"/>
              </a:lnSpc>
              <a:buNone/>
            </a:pPr>
            <a:r>
              <a:rPr lang="en-US" sz="1275" dirty="0">
                <a:solidFill>
                  <a:srgbClr val="4A3C33"/>
                </a:solidFill>
                <a:latin typeface="Noto Sans TC" pitchFamily="34" charset="0"/>
                <a:ea typeface="Noto Sans TC" pitchFamily="34" charset="-122"/>
                <a:cs typeface="Noto Sans TC" pitchFamily="34" charset="-120"/>
              </a:rPr>
              <a:t>這個幾乎每個人都需要。</a:t>
            </a:r>
            <a:endParaRPr lang="en-US" sz="1275" dirty="0"/>
          </a:p>
        </p:txBody>
      </p:sp>
      <p:sp>
        <p:nvSpPr>
          <p:cNvPr id="15" name="Text 12"/>
          <p:cNvSpPr txBox="1"/>
          <p:nvPr/>
        </p:nvSpPr>
        <p:spPr>
          <a:xfrm>
            <a:off x="3334817" y="5694426"/>
            <a:ext cx="5531937" cy="352410"/>
          </a:xfrm>
          <a:prstGeom prst="rect">
            <a:avLst/>
          </a:prstGeom>
          <a:noFill/>
          <a:ln/>
        </p:spPr>
        <p:txBody>
          <a:bodyPr wrap="square" lIns="0" tIns="0" rIns="0" bIns="0" rtlCol="0" anchor="t"/>
          <a:lstStyle/>
          <a:p>
            <a:pPr algn="ctr" indent="0" marL="0">
              <a:lnSpc>
                <a:spcPts val="2916"/>
              </a:lnSpc>
              <a:buNone/>
            </a:pPr>
            <a:r>
              <a:rPr lang="en-US" sz="1800" b="1" dirty="0">
                <a:solidFill>
                  <a:srgbClr val="4A3C33"/>
                </a:solidFill>
                <a:latin typeface="Noto Sans TC" pitchFamily="34" charset="0"/>
                <a:ea typeface="Noto Sans TC" pitchFamily="34" charset="-122"/>
                <a:cs typeface="Noto Sans TC" pitchFamily="34" charset="-120"/>
              </a:rPr>
              <a:t>一個曝光平台 ＋ 一個聯絡平台</a:t>
            </a:r>
            <a:pPr algn="ctr" indent="0" marL="0">
              <a:lnSpc>
                <a:spcPts val="2916"/>
              </a:lnSpc>
              <a:buNone/>
            </a:pPr>
            <a:r>
              <a:rPr lang="en-US" sz="1800" dirty="0">
                <a:solidFill>
                  <a:srgbClr val="4A3C33"/>
                </a:solidFill>
                <a:latin typeface="Noto Sans TC" pitchFamily="34" charset="0"/>
                <a:ea typeface="Noto Sans TC" pitchFamily="34" charset="-122"/>
                <a:cs typeface="Noto Sans TC" pitchFamily="34" charset="-120"/>
              </a:rPr>
              <a:t>，就是最好的起點。</a:t>
            </a:r>
            <a:endParaRPr lang="en-US" sz="1800" dirty="0"/>
          </a:p>
        </p:txBody>
      </p:sp>
      <p:sp>
        <p:nvSpPr>
          <p:cNvPr id="16" name="Text 13"/>
          <p:cNvSpPr txBox="1"/>
          <p:nvPr/>
        </p:nvSpPr>
        <p:spPr>
          <a:xfrm>
            <a:off x="3396539" y="5694426"/>
            <a:ext cx="3351093" cy="352410"/>
          </a:xfrm>
          <a:prstGeom prst="rect">
            <a:avLst/>
          </a:prstGeom>
          <a:noFill/>
          <a:ln/>
        </p:spPr>
        <p:txBody>
          <a:bodyPr wrap="square" lIns="0" tIns="0" rIns="0" bIns="0" rtlCol="0" anchor="t"/>
          <a:lstStyle/>
          <a:p>
            <a:pPr algn="ctr" indent="0" marL="0">
              <a:lnSpc>
                <a:spcPts val="2916"/>
              </a:lnSpc>
              <a:buNone/>
            </a:pPr>
            <a:r>
              <a:rPr lang="en-US" sz="1800" b="1" dirty="0">
                <a:solidFill>
                  <a:srgbClr val="4A3C33"/>
                </a:solidFill>
                <a:latin typeface="Noto Sans TC" pitchFamily="34" charset="0"/>
                <a:ea typeface="Noto Sans TC" pitchFamily="34" charset="-122"/>
                <a:cs typeface="Noto Sans TC" pitchFamily="34" charset="-120"/>
              </a:rPr>
              <a:t>一個曝光平台 ＋ 一個聯絡平台</a:t>
            </a:r>
            <a:endParaRPr lang="en-US" sz="1800" dirty="0"/>
          </a:p>
        </p:txBody>
      </p:sp>
      <p:sp>
        <p:nvSpPr>
          <p:cNvPr id="17" name="Text 14"/>
          <p:cNvSpPr txBox="1"/>
          <p:nvPr/>
        </p:nvSpPr>
        <p:spPr>
          <a:xfrm>
            <a:off x="10757550" y="304770"/>
            <a:ext cx="565739" cy="209580"/>
          </a:xfrm>
          <a:prstGeom prst="rect">
            <a:avLst/>
          </a:prstGeom>
          <a:noFill/>
          <a:ln/>
        </p:spPr>
        <p:txBody>
          <a:bodyPr wrap="square" lIns="0" tIns="0" rIns="0" bIns="0" rtlCol="0" anchor="t"/>
          <a:lstStyle/>
          <a:p>
            <a:pPr algn="l" indent="0" marL="0">
              <a:buNone/>
            </a:pPr>
            <a:r>
              <a:rPr lang="en-US" sz="1013" b="1" spc="142" kern="0" dirty="0">
                <a:solidFill>
                  <a:srgbClr val="FBF7F1"/>
                </a:solidFill>
                <a:latin typeface="Noto Sans TC" pitchFamily="34" charset="0"/>
                <a:ea typeface="Noto Sans TC" pitchFamily="34" charset="-122"/>
                <a:cs typeface="Noto Sans TC" pitchFamily="34" charset="-120"/>
              </a:rPr>
              <a:t>講義 1</a:t>
            </a:r>
            <a:endParaRPr lang="en-US" sz="1013" dirty="0"/>
          </a:p>
        </p:txBody>
      </p:sp>
      <p:sp>
        <p:nvSpPr>
          <p:cNvPr id="18" name="Text 15"/>
          <p:cNvSpPr txBox="1"/>
          <p:nvPr/>
        </p:nvSpPr>
        <p:spPr>
          <a:xfrm>
            <a:off x="761970" y="6438930"/>
            <a:ext cx="1338042" cy="200071"/>
          </a:xfrm>
          <a:prstGeom prst="rect">
            <a:avLst/>
          </a:prstGeom>
          <a:noFill/>
          <a:ln/>
        </p:spPr>
        <p:txBody>
          <a:bodyPr wrap="square" lIns="0" tIns="0" rIns="0" bIns="0" rtlCol="0" anchor="t"/>
          <a:lstStyle/>
          <a:p>
            <a:pPr algn="l" indent="0" marL="0">
              <a:buNone/>
            </a:pPr>
            <a:r>
              <a:rPr lang="en-US" sz="938" b="1" spc="56" kern="0" dirty="0">
                <a:solidFill>
                  <a:srgbClr val="9C8B7C"/>
                </a:solidFill>
                <a:latin typeface="Noto Sans TC" pitchFamily="34" charset="0"/>
                <a:ea typeface="Noto Sans TC" pitchFamily="34" charset="-122"/>
                <a:cs typeface="Noto Sans TC" pitchFamily="34" charset="-120"/>
              </a:rPr>
              <a:t>PART 2 · 10:00</a:t>
            </a:r>
            <a:endParaRPr lang="en-US" sz="938" dirty="0"/>
          </a:p>
        </p:txBody>
      </p:sp>
      <p:sp>
        <p:nvSpPr>
          <p:cNvPr id="19" name="Text 16"/>
          <p:cNvSpPr txBox="1"/>
          <p:nvPr/>
        </p:nvSpPr>
        <p:spPr>
          <a:xfrm>
            <a:off x="10922599" y="6438930"/>
            <a:ext cx="562630" cy="200071"/>
          </a:xfrm>
          <a:prstGeom prst="rect">
            <a:avLst/>
          </a:prstGeom>
          <a:noFill/>
          <a:ln/>
        </p:spPr>
        <p:txBody>
          <a:bodyPr wrap="square" lIns="0" tIns="0" rIns="0" bIns="0" rtlCol="0" anchor="t"/>
          <a:lstStyle/>
          <a:p>
            <a:pPr algn="l" indent="0" marL="0">
              <a:buNone/>
            </a:pPr>
            <a:r>
              <a:rPr lang="en-US" sz="938" b="1" spc="56" kern="0" dirty="0">
                <a:solidFill>
                  <a:srgbClr val="9C8B7C"/>
                </a:solidFill>
                <a:latin typeface="Noto Sans TC" pitchFamily="34" charset="0"/>
                <a:ea typeface="Noto Sans TC" pitchFamily="34" charset="-122"/>
                <a:cs typeface="Noto Sans TC" pitchFamily="34" charset="-120"/>
              </a:rPr>
              <a:t>15 / 75</a:t>
            </a:r>
            <a:endParaRPr lang="en-US" sz="938"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BF7F1"/>
        </a:solidFill>
      </p:bgPr>
    </p:bg>
    <p:spTree>
      <p:nvGrpSpPr>
        <p:cNvPr id="1" name=""/>
        <p:cNvGrpSpPr/>
        <p:nvPr/>
      </p:nvGrpSpPr>
      <p:grpSpPr>
        <a:xfrm>
          <a:off x="0" y="0"/>
          <a:ext cx="0" cy="0"/>
          <a:chOff x="0" y="0"/>
          <a:chExt cx="0" cy="0"/>
        </a:xfrm>
      </p:grpSpPr>
      <p:pic>
        <p:nvPicPr>
          <p:cNvPr id="2" name="Image 0" descr="/home/user/gogoeveryday/social-course/export-pptx/build/bg/16.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761970" y="364754"/>
            <a:ext cx="999714" cy="219090"/>
          </a:xfrm>
          <a:prstGeom prst="rect">
            <a:avLst/>
          </a:prstGeom>
          <a:noFill/>
          <a:ln/>
        </p:spPr>
        <p:txBody>
          <a:bodyPr wrap="square" lIns="0" tIns="0" rIns="0" bIns="0" rtlCol="0" anchor="t"/>
          <a:lstStyle/>
          <a:p>
            <a:pPr algn="l" indent="0" marL="0">
              <a:buNone/>
            </a:pPr>
            <a:r>
              <a:rPr lang="en-US" sz="1125" b="1" spc="225" kern="0" dirty="0">
                <a:solidFill>
                  <a:srgbClr val="C05F3C"/>
                </a:solidFill>
                <a:latin typeface="Noto Sans TC" pitchFamily="34" charset="0"/>
                <a:ea typeface="Noto Sans TC" pitchFamily="34" charset="-122"/>
                <a:cs typeface="Noto Sans TC" pitchFamily="34" charset="-120"/>
              </a:rPr>
              <a:t>換你們回答</a:t>
            </a:r>
            <a:endParaRPr lang="en-US" sz="1125" dirty="0"/>
          </a:p>
        </p:txBody>
      </p:sp>
      <p:sp>
        <p:nvSpPr>
          <p:cNvPr id="4" name="Text 1"/>
          <p:cNvSpPr txBox="1"/>
          <p:nvPr/>
        </p:nvSpPr>
        <p:spPr>
          <a:xfrm>
            <a:off x="761970" y="669615"/>
            <a:ext cx="6106820" cy="542971"/>
          </a:xfrm>
          <a:prstGeom prst="rect">
            <a:avLst/>
          </a:prstGeom>
          <a:noFill/>
          <a:ln/>
        </p:spPr>
        <p:txBody>
          <a:bodyPr wrap="square" lIns="0" tIns="0" rIns="0" bIns="0" rtlCol="0" anchor="t"/>
          <a:lstStyle/>
          <a:p>
            <a:pPr algn="l" indent="0" marL="0">
              <a:lnSpc>
                <a:spcPts val="3477"/>
              </a:lnSpc>
              <a:buNone/>
            </a:pPr>
            <a:r>
              <a:rPr lang="en-US" sz="2850" b="1" spc="-57" kern="0" dirty="0">
                <a:solidFill>
                  <a:srgbClr val="241C17"/>
                </a:solidFill>
                <a:latin typeface="Noto Sans TC" pitchFamily="34" charset="0"/>
                <a:ea typeface="Noto Sans TC" pitchFamily="34" charset="-122"/>
                <a:cs typeface="Noto Sans TC" pitchFamily="34" charset="-120"/>
              </a:rPr>
              <a:t>如果是他們，你會建議做哪個平台？</a:t>
            </a:r>
            <a:endParaRPr lang="en-US" sz="2850" dirty="0"/>
          </a:p>
        </p:txBody>
      </p:sp>
      <p:sp>
        <p:nvSpPr>
          <p:cNvPr id="5" name="Text 2"/>
          <p:cNvSpPr txBox="1"/>
          <p:nvPr/>
        </p:nvSpPr>
        <p:spPr>
          <a:xfrm>
            <a:off x="2228576" y="3301898"/>
            <a:ext cx="556047" cy="200071"/>
          </a:xfrm>
          <a:prstGeom prst="rect">
            <a:avLst/>
          </a:prstGeom>
          <a:noFill/>
          <a:ln/>
        </p:spPr>
        <p:txBody>
          <a:bodyPr wrap="square" lIns="0" tIns="0" rIns="0" bIns="0" rtlCol="0" anchor="t"/>
          <a:lstStyle/>
          <a:p>
            <a:pPr algn="ctr" indent="0" marL="0">
              <a:buNone/>
            </a:pPr>
            <a:r>
              <a:rPr lang="en-US" sz="975" b="1" spc="136" kern="0" dirty="0">
                <a:solidFill>
                  <a:srgbClr val="9C8B7C"/>
                </a:solidFill>
                <a:latin typeface="Noto Sans TC" pitchFamily="34" charset="0"/>
                <a:ea typeface="Noto Sans TC" pitchFamily="34" charset="-122"/>
                <a:cs typeface="Noto Sans TC" pitchFamily="34" charset="-120"/>
              </a:rPr>
              <a:t>A 阿姨</a:t>
            </a:r>
            <a:endParaRPr lang="en-US" sz="975" dirty="0"/>
          </a:p>
        </p:txBody>
      </p:sp>
      <p:sp>
        <p:nvSpPr>
          <p:cNvPr id="6" name="Text 3"/>
          <p:cNvSpPr txBox="1"/>
          <p:nvPr/>
        </p:nvSpPr>
        <p:spPr>
          <a:xfrm>
            <a:off x="1911370" y="3578139"/>
            <a:ext cx="1190457" cy="323880"/>
          </a:xfrm>
          <a:prstGeom prst="rect">
            <a:avLst/>
          </a:prstGeom>
          <a:noFill/>
          <a:ln/>
        </p:spPr>
        <p:txBody>
          <a:bodyPr wrap="square" lIns="0" tIns="0" rIns="0" bIns="0" rtlCol="0" anchor="t"/>
          <a:lstStyle/>
          <a:p>
            <a:pPr algn="ctr" indent="0" marL="0">
              <a:buNone/>
            </a:pPr>
            <a:r>
              <a:rPr lang="en-US" sz="1650" b="1" spc="-17" kern="0" dirty="0">
                <a:solidFill>
                  <a:srgbClr val="241C17"/>
                </a:solidFill>
                <a:latin typeface="Noto Sans TC" pitchFamily="34" charset="0"/>
                <a:ea typeface="Noto Sans TC" pitchFamily="34" charset="-122"/>
                <a:cs typeface="Noto Sans TC" pitchFamily="34" charset="-120"/>
              </a:rPr>
              <a:t>做手工泡菜</a:t>
            </a:r>
            <a:endParaRPr lang="en-US" sz="1650" dirty="0"/>
          </a:p>
        </p:txBody>
      </p:sp>
      <p:sp>
        <p:nvSpPr>
          <p:cNvPr id="7" name="Text 4"/>
          <p:cNvSpPr txBox="1"/>
          <p:nvPr/>
        </p:nvSpPr>
        <p:spPr>
          <a:xfrm>
            <a:off x="1602943" y="3968679"/>
            <a:ext cx="1807312" cy="519379"/>
          </a:xfrm>
          <a:prstGeom prst="rect">
            <a:avLst/>
          </a:prstGeom>
          <a:noFill/>
          <a:ln/>
        </p:spPr>
        <p:txBody>
          <a:bodyPr wrap="square" lIns="0" tIns="0" rIns="0" bIns="0" rtlCol="0" anchor="t"/>
          <a:lstStyle/>
          <a:p>
            <a:pPr algn="ctr" indent="0" marL="0">
              <a:lnSpc>
                <a:spcPts val="2066"/>
              </a:lnSpc>
              <a:buNone/>
            </a:pPr>
            <a:r>
              <a:rPr lang="en-US" sz="1275" dirty="0">
                <a:solidFill>
                  <a:srgbClr val="4A3C33"/>
                </a:solidFill>
                <a:latin typeface="Noto Sans TC" pitchFamily="34" charset="0"/>
                <a:ea typeface="Noto Sans TC" pitchFamily="34" charset="-122"/>
                <a:cs typeface="Noto Sans TC" pitchFamily="34" charset="-120"/>
              </a:rPr>
              <a:t>客人大多 40–60 歲，</a:t>
            </a:r>
            <a:endParaRPr lang="en-US" sz="1275" dirty="0"/>
          </a:p>
          <a:p>
            <a:pPr algn="ctr" indent="0" marL="0">
              <a:lnSpc>
                <a:spcPts val="2066"/>
              </a:lnSpc>
              <a:buNone/>
            </a:pPr>
            <a:r>
              <a:rPr lang="en-US" sz="1275" dirty="0">
                <a:solidFill>
                  <a:srgbClr val="4A3C33"/>
                </a:solidFill>
                <a:latin typeface="Noto Sans TC" pitchFamily="34" charset="0"/>
                <a:ea typeface="Noto Sans TC" pitchFamily="34" charset="-122"/>
                <a:cs typeface="Noto Sans TC" pitchFamily="34" charset="-120"/>
              </a:rPr>
              <a:t>都住在台中西屯附近。</a:t>
            </a:r>
            <a:endParaRPr lang="en-US" sz="1275" dirty="0"/>
          </a:p>
        </p:txBody>
      </p:sp>
      <p:sp>
        <p:nvSpPr>
          <p:cNvPr id="8" name="Text 5"/>
          <p:cNvSpPr txBox="1"/>
          <p:nvPr/>
        </p:nvSpPr>
        <p:spPr>
          <a:xfrm>
            <a:off x="1734434" y="4864608"/>
            <a:ext cx="827532" cy="219090"/>
          </a:xfrm>
          <a:prstGeom prst="rect">
            <a:avLst/>
          </a:prstGeom>
          <a:noFill/>
          <a:ln/>
        </p:spPr>
        <p:txBody>
          <a:bodyPr wrap="square" lIns="0" tIns="0" rIns="0" bIns="0" rtlCol="0" anchor="t"/>
          <a:lstStyle/>
          <a:p>
            <a:pPr algn="ctr" indent="0" marL="0">
              <a:buNone/>
            </a:pPr>
            <a:r>
              <a:rPr lang="en-US" sz="1088" b="1" spc="43" kern="0" dirty="0">
                <a:solidFill>
                  <a:srgbClr val="1877F2"/>
                </a:solidFill>
                <a:latin typeface="Noto Sans TC" pitchFamily="34" charset="0"/>
                <a:ea typeface="Noto Sans TC" pitchFamily="34" charset="-122"/>
                <a:cs typeface="Noto Sans TC" pitchFamily="34" charset="-120"/>
              </a:rPr>
              <a:t>Facebook</a:t>
            </a:r>
            <a:endParaRPr lang="en-US" sz="1088" dirty="0"/>
          </a:p>
        </p:txBody>
      </p:sp>
      <p:sp>
        <p:nvSpPr>
          <p:cNvPr id="9" name="Text 6"/>
          <p:cNvSpPr txBox="1"/>
          <p:nvPr/>
        </p:nvSpPr>
        <p:spPr>
          <a:xfrm>
            <a:off x="2810957" y="4864608"/>
            <a:ext cx="467350" cy="219090"/>
          </a:xfrm>
          <a:prstGeom prst="rect">
            <a:avLst/>
          </a:prstGeom>
          <a:noFill/>
          <a:ln/>
        </p:spPr>
        <p:txBody>
          <a:bodyPr wrap="square" lIns="0" tIns="0" rIns="0" bIns="0" rtlCol="0" anchor="t"/>
          <a:lstStyle/>
          <a:p>
            <a:pPr algn="ctr" indent="0" marL="0">
              <a:buNone/>
            </a:pPr>
            <a:r>
              <a:rPr lang="en-US" sz="1088" b="1" spc="43" kern="0" dirty="0">
                <a:solidFill>
                  <a:srgbClr val="03934A"/>
                </a:solidFill>
                <a:latin typeface="Noto Sans TC" pitchFamily="34" charset="0"/>
                <a:ea typeface="Noto Sans TC" pitchFamily="34" charset="-122"/>
                <a:cs typeface="Noto Sans TC" pitchFamily="34" charset="-120"/>
              </a:rPr>
              <a:t>LINE</a:t>
            </a:r>
            <a:endParaRPr lang="en-US" sz="1088" dirty="0"/>
          </a:p>
        </p:txBody>
      </p:sp>
      <p:sp>
        <p:nvSpPr>
          <p:cNvPr id="10" name="Text 7"/>
          <p:cNvSpPr txBox="1"/>
          <p:nvPr/>
        </p:nvSpPr>
        <p:spPr>
          <a:xfrm>
            <a:off x="5820156" y="3301898"/>
            <a:ext cx="560984" cy="200071"/>
          </a:xfrm>
          <a:prstGeom prst="rect">
            <a:avLst/>
          </a:prstGeom>
          <a:noFill/>
          <a:ln/>
        </p:spPr>
        <p:txBody>
          <a:bodyPr wrap="square" lIns="0" tIns="0" rIns="0" bIns="0" rtlCol="0" anchor="t"/>
          <a:lstStyle/>
          <a:p>
            <a:pPr algn="ctr" indent="0" marL="0">
              <a:buNone/>
            </a:pPr>
            <a:r>
              <a:rPr lang="en-US" sz="975" b="1" spc="136" kern="0" dirty="0">
                <a:solidFill>
                  <a:srgbClr val="9C8B7C"/>
                </a:solidFill>
                <a:latin typeface="Noto Sans TC" pitchFamily="34" charset="0"/>
                <a:ea typeface="Noto Sans TC" pitchFamily="34" charset="-122"/>
                <a:cs typeface="Noto Sans TC" pitchFamily="34" charset="-120"/>
              </a:rPr>
              <a:t>B 學員</a:t>
            </a:r>
            <a:endParaRPr lang="en-US" sz="975" dirty="0"/>
          </a:p>
        </p:txBody>
      </p:sp>
      <p:sp>
        <p:nvSpPr>
          <p:cNvPr id="11" name="Text 8"/>
          <p:cNvSpPr txBox="1"/>
          <p:nvPr/>
        </p:nvSpPr>
        <p:spPr>
          <a:xfrm>
            <a:off x="5505420" y="3578139"/>
            <a:ext cx="1190457" cy="323880"/>
          </a:xfrm>
          <a:prstGeom prst="rect">
            <a:avLst/>
          </a:prstGeom>
          <a:noFill/>
          <a:ln/>
        </p:spPr>
        <p:txBody>
          <a:bodyPr wrap="square" lIns="0" tIns="0" rIns="0" bIns="0" rtlCol="0" anchor="t"/>
          <a:lstStyle/>
          <a:p>
            <a:pPr algn="ctr" indent="0" marL="0">
              <a:buNone/>
            </a:pPr>
            <a:r>
              <a:rPr lang="en-US" sz="1650" b="1" spc="-17" kern="0" dirty="0">
                <a:solidFill>
                  <a:srgbClr val="241C17"/>
                </a:solidFill>
                <a:latin typeface="Noto Sans TC" pitchFamily="34" charset="0"/>
                <a:ea typeface="Noto Sans TC" pitchFamily="34" charset="-122"/>
                <a:cs typeface="Noto Sans TC" pitchFamily="34" charset="-120"/>
              </a:rPr>
              <a:t>做手工耳環</a:t>
            </a:r>
            <a:endParaRPr lang="en-US" sz="1650" dirty="0"/>
          </a:p>
        </p:txBody>
      </p:sp>
      <p:sp>
        <p:nvSpPr>
          <p:cNvPr id="12" name="Text 9"/>
          <p:cNvSpPr txBox="1"/>
          <p:nvPr/>
        </p:nvSpPr>
        <p:spPr>
          <a:xfrm>
            <a:off x="5179527" y="3968679"/>
            <a:ext cx="1842242" cy="519379"/>
          </a:xfrm>
          <a:prstGeom prst="rect">
            <a:avLst/>
          </a:prstGeom>
          <a:noFill/>
          <a:ln/>
        </p:spPr>
        <p:txBody>
          <a:bodyPr wrap="square" lIns="0" tIns="0" rIns="0" bIns="0" rtlCol="0" anchor="t"/>
          <a:lstStyle/>
          <a:p>
            <a:pPr algn="ctr" indent="0" marL="0">
              <a:lnSpc>
                <a:spcPts val="2066"/>
              </a:lnSpc>
              <a:buNone/>
            </a:pPr>
            <a:r>
              <a:rPr lang="en-US" sz="1275" dirty="0">
                <a:solidFill>
                  <a:srgbClr val="4A3C33"/>
                </a:solidFill>
                <a:latin typeface="Noto Sans TC" pitchFamily="34" charset="0"/>
                <a:ea typeface="Noto Sans TC" pitchFamily="34" charset="-122"/>
                <a:cs typeface="Noto Sans TC" pitchFamily="34" charset="-120"/>
              </a:rPr>
              <a:t>想接觸 20–40 歲女性，</a:t>
            </a:r>
            <a:endParaRPr lang="en-US" sz="1275" dirty="0"/>
          </a:p>
          <a:p>
            <a:pPr algn="ctr" indent="0" marL="0">
              <a:lnSpc>
                <a:spcPts val="2066"/>
              </a:lnSpc>
              <a:buNone/>
            </a:pPr>
            <a:r>
              <a:rPr lang="en-US" sz="1275" dirty="0">
                <a:solidFill>
                  <a:srgbClr val="4A3C33"/>
                </a:solidFill>
                <a:latin typeface="Noto Sans TC" pitchFamily="34" charset="0"/>
                <a:ea typeface="Noto Sans TC" pitchFamily="34" charset="-122"/>
                <a:cs typeface="Noto Sans TC" pitchFamily="34" charset="-120"/>
              </a:rPr>
              <a:t>目前沒什麼在地客。</a:t>
            </a:r>
            <a:endParaRPr lang="en-US" sz="1275" dirty="0"/>
          </a:p>
        </p:txBody>
      </p:sp>
      <p:sp>
        <p:nvSpPr>
          <p:cNvPr id="13" name="Text 10"/>
          <p:cNvSpPr txBox="1"/>
          <p:nvPr/>
        </p:nvSpPr>
        <p:spPr>
          <a:xfrm>
            <a:off x="5305166" y="4864608"/>
            <a:ext cx="873984" cy="219090"/>
          </a:xfrm>
          <a:prstGeom prst="rect">
            <a:avLst/>
          </a:prstGeom>
          <a:noFill/>
          <a:ln/>
        </p:spPr>
        <p:txBody>
          <a:bodyPr wrap="square" lIns="0" tIns="0" rIns="0" bIns="0" rtlCol="0" anchor="t"/>
          <a:lstStyle/>
          <a:p>
            <a:pPr algn="ctr" indent="0" marL="0">
              <a:buNone/>
            </a:pPr>
            <a:r>
              <a:rPr lang="en-US" sz="1088" b="1" spc="43" kern="0" dirty="0">
                <a:solidFill>
                  <a:srgbClr val="E1306C"/>
                </a:solidFill>
                <a:latin typeface="Noto Sans TC" pitchFamily="34" charset="0"/>
                <a:ea typeface="Noto Sans TC" pitchFamily="34" charset="-122"/>
                <a:cs typeface="Noto Sans TC" pitchFamily="34" charset="-120"/>
              </a:rPr>
              <a:t>Instagram</a:t>
            </a:r>
            <a:endParaRPr lang="en-US" sz="1088" dirty="0"/>
          </a:p>
        </p:txBody>
      </p:sp>
      <p:sp>
        <p:nvSpPr>
          <p:cNvPr id="14" name="Text 11"/>
          <p:cNvSpPr txBox="1"/>
          <p:nvPr/>
        </p:nvSpPr>
        <p:spPr>
          <a:xfrm>
            <a:off x="6426860" y="4864608"/>
            <a:ext cx="467350" cy="219090"/>
          </a:xfrm>
          <a:prstGeom prst="rect">
            <a:avLst/>
          </a:prstGeom>
          <a:noFill/>
          <a:ln/>
        </p:spPr>
        <p:txBody>
          <a:bodyPr wrap="square" lIns="0" tIns="0" rIns="0" bIns="0" rtlCol="0" anchor="t"/>
          <a:lstStyle/>
          <a:p>
            <a:pPr algn="ctr" indent="0" marL="0">
              <a:buNone/>
            </a:pPr>
            <a:r>
              <a:rPr lang="en-US" sz="1088" b="1" spc="43" kern="0" dirty="0">
                <a:solidFill>
                  <a:srgbClr val="03934A"/>
                </a:solidFill>
                <a:latin typeface="Noto Sans TC" pitchFamily="34" charset="0"/>
                <a:ea typeface="Noto Sans TC" pitchFamily="34" charset="-122"/>
                <a:cs typeface="Noto Sans TC" pitchFamily="34" charset="-120"/>
              </a:rPr>
              <a:t>LINE</a:t>
            </a:r>
            <a:endParaRPr lang="en-US" sz="1088" dirty="0"/>
          </a:p>
        </p:txBody>
      </p:sp>
      <p:sp>
        <p:nvSpPr>
          <p:cNvPr id="15" name="Text 12"/>
          <p:cNvSpPr txBox="1"/>
          <p:nvPr/>
        </p:nvSpPr>
        <p:spPr>
          <a:xfrm>
            <a:off x="9415851" y="3301898"/>
            <a:ext cx="557875" cy="200071"/>
          </a:xfrm>
          <a:prstGeom prst="rect">
            <a:avLst/>
          </a:prstGeom>
          <a:noFill/>
          <a:ln/>
        </p:spPr>
        <p:txBody>
          <a:bodyPr wrap="square" lIns="0" tIns="0" rIns="0" bIns="0" rtlCol="0" anchor="t"/>
          <a:lstStyle/>
          <a:p>
            <a:pPr algn="ctr" indent="0" marL="0">
              <a:buNone/>
            </a:pPr>
            <a:r>
              <a:rPr lang="en-US" sz="975" b="1" spc="136" kern="0" dirty="0">
                <a:solidFill>
                  <a:srgbClr val="9C8B7C"/>
                </a:solidFill>
                <a:latin typeface="Noto Sans TC" pitchFamily="34" charset="0"/>
                <a:ea typeface="Noto Sans TC" pitchFamily="34" charset="-122"/>
                <a:cs typeface="Noto Sans TC" pitchFamily="34" charset="-120"/>
              </a:rPr>
              <a:t>C 學員</a:t>
            </a:r>
            <a:endParaRPr lang="en-US" sz="975" dirty="0"/>
          </a:p>
        </p:txBody>
      </p:sp>
      <p:sp>
        <p:nvSpPr>
          <p:cNvPr id="16" name="Text 13"/>
          <p:cNvSpPr txBox="1"/>
          <p:nvPr/>
        </p:nvSpPr>
        <p:spPr>
          <a:xfrm>
            <a:off x="9317919" y="3578139"/>
            <a:ext cx="753831" cy="323880"/>
          </a:xfrm>
          <a:prstGeom prst="rect">
            <a:avLst/>
          </a:prstGeom>
          <a:noFill/>
          <a:ln/>
        </p:spPr>
        <p:txBody>
          <a:bodyPr wrap="square" lIns="0" tIns="0" rIns="0" bIns="0" rtlCol="0" anchor="t"/>
          <a:lstStyle/>
          <a:p>
            <a:pPr algn="ctr" indent="0" marL="0">
              <a:buNone/>
            </a:pPr>
            <a:r>
              <a:rPr lang="en-US" sz="1650" b="1" spc="-17" kern="0" dirty="0">
                <a:solidFill>
                  <a:srgbClr val="241C17"/>
                </a:solidFill>
                <a:latin typeface="Noto Sans TC" pitchFamily="34" charset="0"/>
                <a:ea typeface="Noto Sans TC" pitchFamily="34" charset="-122"/>
                <a:cs typeface="Noto Sans TC" pitchFamily="34" charset="-120"/>
              </a:rPr>
              <a:t>教瑜珈</a:t>
            </a:r>
            <a:endParaRPr lang="en-US" sz="1650" dirty="0"/>
          </a:p>
        </p:txBody>
      </p:sp>
      <p:sp>
        <p:nvSpPr>
          <p:cNvPr id="17" name="Text 14"/>
          <p:cNvSpPr txBox="1"/>
          <p:nvPr/>
        </p:nvSpPr>
        <p:spPr>
          <a:xfrm>
            <a:off x="8962857" y="3968679"/>
            <a:ext cx="1463954" cy="519379"/>
          </a:xfrm>
          <a:prstGeom prst="rect">
            <a:avLst/>
          </a:prstGeom>
          <a:noFill/>
          <a:ln/>
        </p:spPr>
        <p:txBody>
          <a:bodyPr wrap="square" lIns="0" tIns="0" rIns="0" bIns="0" rtlCol="0" anchor="t"/>
          <a:lstStyle/>
          <a:p>
            <a:pPr algn="ctr" indent="0" marL="0">
              <a:lnSpc>
                <a:spcPts val="2066"/>
              </a:lnSpc>
              <a:buNone/>
            </a:pPr>
            <a:r>
              <a:rPr lang="en-US" sz="1275" dirty="0">
                <a:solidFill>
                  <a:srgbClr val="4A3C33"/>
                </a:solidFill>
                <a:latin typeface="Noto Sans TC" pitchFamily="34" charset="0"/>
                <a:ea typeface="Noto Sans TC" pitchFamily="34" charset="-122"/>
                <a:cs typeface="Noto Sans TC" pitchFamily="34" charset="-120"/>
              </a:rPr>
              <a:t>主要想招募</a:t>
            </a:r>
            <a:endParaRPr lang="en-US" sz="1275" dirty="0"/>
          </a:p>
          <a:p>
            <a:pPr algn="ctr" indent="0" marL="0">
              <a:lnSpc>
                <a:spcPts val="2066"/>
              </a:lnSpc>
              <a:buNone/>
            </a:pPr>
            <a:r>
              <a:rPr lang="en-US" sz="1275" dirty="0">
                <a:solidFill>
                  <a:srgbClr val="4A3C33"/>
                </a:solidFill>
                <a:latin typeface="Noto Sans TC" pitchFamily="34" charset="0"/>
                <a:ea typeface="Noto Sans TC" pitchFamily="34" charset="-122"/>
                <a:cs typeface="Noto Sans TC" pitchFamily="34" charset="-120"/>
              </a:rPr>
              <a:t>附近社區的居民。</a:t>
            </a:r>
            <a:endParaRPr lang="en-US" sz="1275" dirty="0"/>
          </a:p>
        </p:txBody>
      </p:sp>
      <p:sp>
        <p:nvSpPr>
          <p:cNvPr id="18" name="Text 15"/>
          <p:cNvSpPr txBox="1"/>
          <p:nvPr/>
        </p:nvSpPr>
        <p:spPr>
          <a:xfrm>
            <a:off x="8922532" y="4864608"/>
            <a:ext cx="827532" cy="219090"/>
          </a:xfrm>
          <a:prstGeom prst="rect">
            <a:avLst/>
          </a:prstGeom>
          <a:noFill/>
          <a:ln/>
        </p:spPr>
        <p:txBody>
          <a:bodyPr wrap="square" lIns="0" tIns="0" rIns="0" bIns="0" rtlCol="0" anchor="t"/>
          <a:lstStyle/>
          <a:p>
            <a:pPr algn="ctr" indent="0" marL="0">
              <a:buNone/>
            </a:pPr>
            <a:r>
              <a:rPr lang="en-US" sz="1088" b="1" spc="43" kern="0" dirty="0">
                <a:solidFill>
                  <a:srgbClr val="1877F2"/>
                </a:solidFill>
                <a:latin typeface="Noto Sans TC" pitchFamily="34" charset="0"/>
                <a:ea typeface="Noto Sans TC" pitchFamily="34" charset="-122"/>
                <a:cs typeface="Noto Sans TC" pitchFamily="34" charset="-120"/>
              </a:rPr>
              <a:t>Facebook</a:t>
            </a:r>
            <a:endParaRPr lang="en-US" sz="1088" dirty="0"/>
          </a:p>
        </p:txBody>
      </p:sp>
      <p:sp>
        <p:nvSpPr>
          <p:cNvPr id="19" name="Text 16"/>
          <p:cNvSpPr txBox="1"/>
          <p:nvPr/>
        </p:nvSpPr>
        <p:spPr>
          <a:xfrm>
            <a:off x="9999055" y="4864608"/>
            <a:ext cx="467350" cy="219090"/>
          </a:xfrm>
          <a:prstGeom prst="rect">
            <a:avLst/>
          </a:prstGeom>
          <a:noFill/>
          <a:ln/>
        </p:spPr>
        <p:txBody>
          <a:bodyPr wrap="square" lIns="0" tIns="0" rIns="0" bIns="0" rtlCol="0" anchor="t"/>
          <a:lstStyle/>
          <a:p>
            <a:pPr algn="ctr" indent="0" marL="0">
              <a:buNone/>
            </a:pPr>
            <a:r>
              <a:rPr lang="en-US" sz="1088" b="1" spc="43" kern="0" dirty="0">
                <a:solidFill>
                  <a:srgbClr val="03934A"/>
                </a:solidFill>
                <a:latin typeface="Noto Sans TC" pitchFamily="34" charset="0"/>
                <a:ea typeface="Noto Sans TC" pitchFamily="34" charset="-122"/>
                <a:cs typeface="Noto Sans TC" pitchFamily="34" charset="-120"/>
              </a:rPr>
              <a:t>LINE</a:t>
            </a:r>
            <a:endParaRPr lang="en-US" sz="1088" dirty="0"/>
          </a:p>
        </p:txBody>
      </p:sp>
      <p:sp>
        <p:nvSpPr>
          <p:cNvPr id="20" name="Text 17"/>
          <p:cNvSpPr txBox="1"/>
          <p:nvPr/>
        </p:nvSpPr>
        <p:spPr>
          <a:xfrm>
            <a:off x="1552560" y="5840913"/>
            <a:ext cx="6148791" cy="295260"/>
          </a:xfrm>
          <a:prstGeom prst="rect">
            <a:avLst/>
          </a:prstGeom>
          <a:noFill/>
          <a:ln/>
        </p:spPr>
        <p:txBody>
          <a:bodyPr wrap="square" lIns="0" tIns="0" rIns="0" bIns="0" rtlCol="0" anchor="t"/>
          <a:lstStyle/>
          <a:p>
            <a:pPr algn="l" indent="0" marL="0">
              <a:lnSpc>
                <a:spcPts val="2325"/>
              </a:lnSpc>
              <a:buNone/>
            </a:pPr>
            <a:r>
              <a:rPr lang="en-US" sz="1500" b="1" dirty="0">
                <a:solidFill>
                  <a:srgbClr val="4A3C33"/>
                </a:solidFill>
                <a:latin typeface="Noto Sans TC" pitchFamily="34" charset="0"/>
                <a:ea typeface="Noto Sans TC" pitchFamily="34" charset="-122"/>
                <a:cs typeface="Noto Sans TC" pitchFamily="34" charset="-120"/>
              </a:rPr>
              <a:t>判斷方式只有一個：</a:t>
            </a:r>
            <a:pPr algn="l" indent="0" marL="0">
              <a:lnSpc>
                <a:spcPts val="2325"/>
              </a:lnSpc>
              <a:buNone/>
            </a:pPr>
            <a:r>
              <a:rPr lang="en-US" sz="1500" b="1" dirty="0">
                <a:solidFill>
                  <a:srgbClr val="4A3C33"/>
                </a:solidFill>
                <a:latin typeface="Noto Sans TC" pitchFamily="34" charset="0"/>
                <a:ea typeface="Noto Sans TC" pitchFamily="34" charset="-122"/>
                <a:cs typeface="Noto Sans TC" pitchFamily="34" charset="-120"/>
              </a:rPr>
              <a:t>我的客人年紀多大、住在哪裡、平常在滑什麼？</a:t>
            </a:r>
            <a:endParaRPr lang="en-US" sz="1500" dirty="0"/>
          </a:p>
        </p:txBody>
      </p:sp>
      <p:sp>
        <p:nvSpPr>
          <p:cNvPr id="21" name="Text 18"/>
          <p:cNvSpPr txBox="1"/>
          <p:nvPr/>
        </p:nvSpPr>
        <p:spPr>
          <a:xfrm>
            <a:off x="3267060" y="5840913"/>
            <a:ext cx="4331421" cy="295260"/>
          </a:xfrm>
          <a:prstGeom prst="rect">
            <a:avLst/>
          </a:prstGeom>
          <a:noFill/>
          <a:ln/>
        </p:spPr>
        <p:txBody>
          <a:bodyPr wrap="square" lIns="0" tIns="0" rIns="0" bIns="0" rtlCol="0" anchor="t"/>
          <a:lstStyle/>
          <a:p>
            <a:pPr algn="l" indent="0" marL="0">
              <a:lnSpc>
                <a:spcPts val="2325"/>
              </a:lnSpc>
              <a:buNone/>
            </a:pPr>
            <a:r>
              <a:rPr lang="en-US" sz="1500" b="1" dirty="0">
                <a:solidFill>
                  <a:srgbClr val="4A3C33"/>
                </a:solidFill>
                <a:latin typeface="Noto Sans TC" pitchFamily="34" charset="0"/>
                <a:ea typeface="Noto Sans TC" pitchFamily="34" charset="-122"/>
                <a:cs typeface="Noto Sans TC" pitchFamily="34" charset="-120"/>
              </a:rPr>
              <a:t>我的客人年紀多大、住在哪裡、平常在滑什麼？</a:t>
            </a:r>
            <a:endParaRPr lang="en-US" sz="1500" dirty="0"/>
          </a:p>
        </p:txBody>
      </p:sp>
      <p:sp>
        <p:nvSpPr>
          <p:cNvPr id="22" name="Text 19"/>
          <p:cNvSpPr txBox="1"/>
          <p:nvPr/>
        </p:nvSpPr>
        <p:spPr>
          <a:xfrm>
            <a:off x="10605486" y="304770"/>
            <a:ext cx="717804" cy="209580"/>
          </a:xfrm>
          <a:prstGeom prst="rect">
            <a:avLst/>
          </a:prstGeom>
          <a:noFill/>
          <a:ln/>
        </p:spPr>
        <p:txBody>
          <a:bodyPr wrap="square" lIns="0" tIns="0" rIns="0" bIns="0" rtlCol="0" anchor="t"/>
          <a:lstStyle/>
          <a:p>
            <a:pPr algn="l" indent="0" marL="0">
              <a:buNone/>
            </a:pPr>
            <a:r>
              <a:rPr lang="en-US" sz="1013" b="1" spc="142" kern="0" dirty="0">
                <a:solidFill>
                  <a:srgbClr val="FBF7F1"/>
                </a:solidFill>
                <a:latin typeface="Noto Sans TC" pitchFamily="34" charset="0"/>
                <a:ea typeface="Noto Sans TC" pitchFamily="34" charset="-122"/>
                <a:cs typeface="Noto Sans TC" pitchFamily="34" charset="-120"/>
              </a:rPr>
              <a:t>全班討論</a:t>
            </a:r>
            <a:endParaRPr lang="en-US" sz="1013" dirty="0"/>
          </a:p>
        </p:txBody>
      </p:sp>
      <p:sp>
        <p:nvSpPr>
          <p:cNvPr id="23" name="Text 20"/>
          <p:cNvSpPr txBox="1"/>
          <p:nvPr/>
        </p:nvSpPr>
        <p:spPr>
          <a:xfrm>
            <a:off x="761970" y="6438930"/>
            <a:ext cx="1338042" cy="200071"/>
          </a:xfrm>
          <a:prstGeom prst="rect">
            <a:avLst/>
          </a:prstGeom>
          <a:noFill/>
          <a:ln/>
        </p:spPr>
        <p:txBody>
          <a:bodyPr wrap="square" lIns="0" tIns="0" rIns="0" bIns="0" rtlCol="0" anchor="t"/>
          <a:lstStyle/>
          <a:p>
            <a:pPr algn="l" indent="0" marL="0">
              <a:buNone/>
            </a:pPr>
            <a:r>
              <a:rPr lang="en-US" sz="938" b="1" spc="56" kern="0" dirty="0">
                <a:solidFill>
                  <a:srgbClr val="9C8B7C"/>
                </a:solidFill>
                <a:latin typeface="Noto Sans TC" pitchFamily="34" charset="0"/>
                <a:ea typeface="Noto Sans TC" pitchFamily="34" charset="-122"/>
                <a:cs typeface="Noto Sans TC" pitchFamily="34" charset="-120"/>
              </a:rPr>
              <a:t>PART 2 · 10:04</a:t>
            </a:r>
            <a:endParaRPr lang="en-US" sz="938" dirty="0"/>
          </a:p>
        </p:txBody>
      </p:sp>
      <p:sp>
        <p:nvSpPr>
          <p:cNvPr id="24" name="Text 21"/>
          <p:cNvSpPr txBox="1"/>
          <p:nvPr/>
        </p:nvSpPr>
        <p:spPr>
          <a:xfrm>
            <a:off x="10922599" y="6438930"/>
            <a:ext cx="562630" cy="200071"/>
          </a:xfrm>
          <a:prstGeom prst="rect">
            <a:avLst/>
          </a:prstGeom>
          <a:noFill/>
          <a:ln/>
        </p:spPr>
        <p:txBody>
          <a:bodyPr wrap="square" lIns="0" tIns="0" rIns="0" bIns="0" rtlCol="0" anchor="t"/>
          <a:lstStyle/>
          <a:p>
            <a:pPr algn="l" indent="0" marL="0">
              <a:buNone/>
            </a:pPr>
            <a:r>
              <a:rPr lang="en-US" sz="938" b="1" spc="56" kern="0" dirty="0">
                <a:solidFill>
                  <a:srgbClr val="9C8B7C"/>
                </a:solidFill>
                <a:latin typeface="Noto Sans TC" pitchFamily="34" charset="0"/>
                <a:ea typeface="Noto Sans TC" pitchFamily="34" charset="-122"/>
                <a:cs typeface="Noto Sans TC" pitchFamily="34" charset="-120"/>
              </a:rPr>
              <a:t>16 / 75</a:t>
            </a:r>
            <a:endParaRPr lang="en-US" sz="938"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BF7F1"/>
        </a:solidFill>
      </p:bgPr>
    </p:bg>
    <p:spTree>
      <p:nvGrpSpPr>
        <p:cNvPr id="1" name=""/>
        <p:cNvGrpSpPr/>
        <p:nvPr/>
      </p:nvGrpSpPr>
      <p:grpSpPr>
        <a:xfrm>
          <a:off x="0" y="0"/>
          <a:ext cx="0" cy="0"/>
          <a:chOff x="0" y="0"/>
          <a:chExt cx="0" cy="0"/>
        </a:xfrm>
      </p:grpSpPr>
      <p:pic>
        <p:nvPicPr>
          <p:cNvPr id="2" name="Image 0" descr="/home/user/gogoeveryday/social-course/export-pptx/build/bg/17.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876270" y="1373520"/>
            <a:ext cx="4134642" cy="209580"/>
          </a:xfrm>
          <a:prstGeom prst="rect">
            <a:avLst/>
          </a:prstGeom>
          <a:noFill/>
          <a:ln/>
        </p:spPr>
        <p:txBody>
          <a:bodyPr wrap="square" lIns="0" tIns="0" rIns="0" bIns="0" rtlCol="0" anchor="t"/>
          <a:lstStyle/>
          <a:p>
            <a:pPr algn="l" indent="0" marL="0">
              <a:buNone/>
            </a:pPr>
            <a:r>
              <a:rPr lang="en-US" sz="1050" b="1" spc="189" kern="0" dirty="0">
                <a:solidFill>
                  <a:srgbClr val="D99A4E"/>
                </a:solidFill>
                <a:latin typeface="Noto Sans TC" pitchFamily="34" charset="0"/>
                <a:ea typeface="Noto Sans TC" pitchFamily="34" charset="-122"/>
                <a:cs typeface="Noto Sans TC" pitchFamily="34" charset="-120"/>
              </a:rPr>
              <a:t>10:10 – 10:20 休息 ｜ 10:20 – 11:05 ｜ PART 3</a:t>
            </a:r>
            <a:endParaRPr lang="en-US" sz="1050" dirty="0"/>
          </a:p>
        </p:txBody>
      </p:sp>
      <p:sp>
        <p:nvSpPr>
          <p:cNvPr id="4" name="Text 1"/>
          <p:cNvSpPr txBox="1"/>
          <p:nvPr/>
        </p:nvSpPr>
        <p:spPr>
          <a:xfrm>
            <a:off x="876270" y="1487820"/>
            <a:ext cx="1726662" cy="2086021"/>
          </a:xfrm>
          <a:prstGeom prst="rect">
            <a:avLst/>
          </a:prstGeom>
          <a:noFill/>
          <a:ln/>
        </p:spPr>
        <p:txBody>
          <a:bodyPr wrap="square" lIns="0" tIns="0" rIns="0" bIns="0" rtlCol="0" anchor="t"/>
          <a:lstStyle/>
          <a:p>
            <a:pPr algn="l" indent="0" marL="0">
              <a:lnSpc>
                <a:spcPts val="11250"/>
              </a:lnSpc>
              <a:buNone/>
            </a:pPr>
            <a:r>
              <a:rPr lang="en-US" sz="11250" b="1" spc="-563" kern="0" dirty="0">
                <a:solidFill>
                  <a:srgbClr val="FFFFFF"/>
                </a:solidFill>
                <a:latin typeface="Noto Sans TC" pitchFamily="34" charset="0"/>
                <a:ea typeface="Noto Sans TC" pitchFamily="34" charset="-122"/>
                <a:cs typeface="Noto Sans TC" pitchFamily="34" charset="-120"/>
              </a:rPr>
              <a:t>03</a:t>
            </a:r>
            <a:endParaRPr lang="en-US" sz="11250" dirty="0"/>
          </a:p>
        </p:txBody>
      </p:sp>
      <p:sp>
        <p:nvSpPr>
          <p:cNvPr id="5" name="Text 2"/>
          <p:cNvSpPr txBox="1"/>
          <p:nvPr/>
        </p:nvSpPr>
        <p:spPr>
          <a:xfrm>
            <a:off x="876270" y="3030870"/>
            <a:ext cx="3381543" cy="1562070"/>
          </a:xfrm>
          <a:prstGeom prst="rect">
            <a:avLst/>
          </a:prstGeom>
          <a:noFill/>
          <a:ln/>
        </p:spPr>
        <p:txBody>
          <a:bodyPr wrap="square" lIns="0" tIns="0" rIns="0" bIns="0" rtlCol="0" anchor="t"/>
          <a:lstStyle/>
          <a:p>
            <a:pPr algn="l" indent="0" marL="0">
              <a:buNone/>
            </a:pPr>
            <a:r>
              <a:rPr lang="en-US" sz="4200" b="1" spc="-126" kern="0" dirty="0">
                <a:solidFill>
                  <a:srgbClr val="FFFFFF"/>
                </a:solidFill>
                <a:latin typeface="Noto Sans TC" pitchFamily="34" charset="0"/>
                <a:ea typeface="Noto Sans TC" pitchFamily="34" charset="-122"/>
                <a:cs typeface="Noto Sans TC" pitchFamily="34" charset="-120"/>
              </a:rPr>
              <a:t>Facebook</a:t>
            </a:r>
            <a:endParaRPr lang="en-US" sz="4200" dirty="0"/>
          </a:p>
          <a:p>
            <a:pPr algn="l" indent="0" marL="0">
              <a:buNone/>
            </a:pPr>
            <a:r>
              <a:rPr lang="en-US" sz="4200" b="1" spc="-126" kern="0" dirty="0">
                <a:solidFill>
                  <a:srgbClr val="FFFFFF"/>
                </a:solidFill>
                <a:latin typeface="Noto Sans TC" pitchFamily="34" charset="0"/>
                <a:ea typeface="Noto Sans TC" pitchFamily="34" charset="-122"/>
                <a:cs typeface="Noto Sans TC" pitchFamily="34" charset="-120"/>
              </a:rPr>
              <a:t>粉絲專頁操作</a:t>
            </a:r>
            <a:endParaRPr lang="en-US" sz="4200" dirty="0"/>
          </a:p>
        </p:txBody>
      </p:sp>
      <p:sp>
        <p:nvSpPr>
          <p:cNvPr id="6" name="Text 3"/>
          <p:cNvSpPr txBox="1"/>
          <p:nvPr/>
        </p:nvSpPr>
        <p:spPr>
          <a:xfrm>
            <a:off x="876270" y="4954951"/>
            <a:ext cx="6027633" cy="304770"/>
          </a:xfrm>
          <a:prstGeom prst="rect">
            <a:avLst/>
          </a:prstGeom>
          <a:noFill/>
          <a:ln/>
        </p:spPr>
        <p:txBody>
          <a:bodyPr wrap="square" lIns="0" tIns="0" rIns="0" bIns="0" rtlCol="0" anchor="t"/>
          <a:lstStyle/>
          <a:p>
            <a:pPr algn="l" indent="0" marL="0">
              <a:lnSpc>
                <a:spcPts val="2520"/>
              </a:lnSpc>
              <a:buNone/>
            </a:pPr>
            <a:r>
              <a:rPr lang="en-US" sz="1575" dirty="0">
                <a:solidFill>
                  <a:srgbClr val="FFFFFF"/>
                </a:solidFill>
                <a:latin typeface="Noto Sans TC" pitchFamily="34" charset="0"/>
                <a:ea typeface="Noto Sans TC" pitchFamily="34" charset="-122"/>
                <a:cs typeface="Noto Sans TC" pitchFamily="34" charset="-120"/>
              </a:rPr>
              <a:t>拿起手機，跟著一起做。這一段講師手機投影，全班同步操作。</a:t>
            </a:r>
            <a:endParaRPr lang="en-US" sz="1575" dirty="0"/>
          </a:p>
        </p:txBody>
      </p:sp>
      <p:sp>
        <p:nvSpPr>
          <p:cNvPr id="7" name="Text 4"/>
          <p:cNvSpPr txBox="1"/>
          <p:nvPr/>
        </p:nvSpPr>
        <p:spPr>
          <a:xfrm>
            <a:off x="761970" y="6438930"/>
            <a:ext cx="1791035" cy="200071"/>
          </a:xfrm>
          <a:prstGeom prst="rect">
            <a:avLst/>
          </a:prstGeom>
          <a:noFill/>
          <a:ln/>
        </p:spPr>
        <p:txBody>
          <a:bodyPr wrap="square" lIns="0" tIns="0" rIns="0" bIns="0" rtlCol="0" anchor="t"/>
          <a:lstStyle/>
          <a:p>
            <a:pPr algn="l" indent="0" marL="0">
              <a:buNone/>
            </a:pPr>
            <a:r>
              <a:rPr lang="en-US" sz="938" b="1" spc="56" kern="0" dirty="0">
                <a:solidFill>
                  <a:srgbClr val="FFFFFF"/>
                </a:solidFill>
                <a:latin typeface="Noto Sans TC" pitchFamily="34" charset="0"/>
                <a:ea typeface="Noto Sans TC" pitchFamily="34" charset="-122"/>
                <a:cs typeface="Noto Sans TC" pitchFamily="34" charset="-120"/>
              </a:rPr>
              <a:t>PART 3 · 10:20–11:05</a:t>
            </a:r>
            <a:endParaRPr lang="en-US" sz="938" dirty="0"/>
          </a:p>
        </p:txBody>
      </p:sp>
      <p:sp>
        <p:nvSpPr>
          <p:cNvPr id="8" name="Text 5"/>
          <p:cNvSpPr txBox="1"/>
          <p:nvPr/>
        </p:nvSpPr>
        <p:spPr>
          <a:xfrm>
            <a:off x="10922599" y="6438930"/>
            <a:ext cx="562630" cy="200071"/>
          </a:xfrm>
          <a:prstGeom prst="rect">
            <a:avLst/>
          </a:prstGeom>
          <a:noFill/>
          <a:ln/>
        </p:spPr>
        <p:txBody>
          <a:bodyPr wrap="square" lIns="0" tIns="0" rIns="0" bIns="0" rtlCol="0" anchor="t"/>
          <a:lstStyle/>
          <a:p>
            <a:pPr algn="l" indent="0" marL="0">
              <a:buNone/>
            </a:pPr>
            <a:r>
              <a:rPr lang="en-US" sz="938" b="1" spc="56" kern="0" dirty="0">
                <a:solidFill>
                  <a:srgbClr val="FFFFFF"/>
                </a:solidFill>
                <a:latin typeface="Noto Sans TC" pitchFamily="34" charset="0"/>
                <a:ea typeface="Noto Sans TC" pitchFamily="34" charset="-122"/>
                <a:cs typeface="Noto Sans TC" pitchFamily="34" charset="-120"/>
              </a:rPr>
              <a:t>17 / 75</a:t>
            </a:r>
            <a:endParaRPr lang="en-US" sz="938"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BF7F1"/>
        </a:solidFill>
      </p:bgPr>
    </p:bg>
    <p:spTree>
      <p:nvGrpSpPr>
        <p:cNvPr id="1" name=""/>
        <p:cNvGrpSpPr/>
        <p:nvPr/>
      </p:nvGrpSpPr>
      <p:grpSpPr>
        <a:xfrm>
          <a:off x="0" y="0"/>
          <a:ext cx="0" cy="0"/>
          <a:chOff x="0" y="0"/>
          <a:chExt cx="0" cy="0"/>
        </a:xfrm>
      </p:grpSpPr>
      <p:pic>
        <p:nvPicPr>
          <p:cNvPr id="2" name="Image 0" descr="/home/user/gogoeveryday/social-course/export-pptx/build/bg/18.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761970" y="796534"/>
            <a:ext cx="1363188" cy="219090"/>
          </a:xfrm>
          <a:prstGeom prst="rect">
            <a:avLst/>
          </a:prstGeom>
          <a:noFill/>
          <a:ln/>
        </p:spPr>
        <p:txBody>
          <a:bodyPr wrap="square" lIns="0" tIns="0" rIns="0" bIns="0" rtlCol="0" anchor="t"/>
          <a:lstStyle/>
          <a:p>
            <a:pPr algn="l" indent="0" marL="0">
              <a:buNone/>
            </a:pPr>
            <a:r>
              <a:rPr lang="en-US" sz="1125" b="1" spc="225" kern="0" dirty="0">
                <a:solidFill>
                  <a:srgbClr val="C05F3C"/>
                </a:solidFill>
                <a:latin typeface="Noto Sans TC" pitchFamily="34" charset="0"/>
                <a:ea typeface="Noto Sans TC" pitchFamily="34" charset="-122"/>
                <a:cs typeface="Noto Sans TC" pitchFamily="34" charset="-120"/>
              </a:rPr>
              <a:t>先分清楚這兩個</a:t>
            </a:r>
            <a:endParaRPr lang="en-US" sz="1125" dirty="0"/>
          </a:p>
        </p:txBody>
      </p:sp>
      <p:sp>
        <p:nvSpPr>
          <p:cNvPr id="4" name="Text 1"/>
          <p:cNvSpPr txBox="1"/>
          <p:nvPr/>
        </p:nvSpPr>
        <p:spPr>
          <a:xfrm>
            <a:off x="1019190" y="1596634"/>
            <a:ext cx="1551188" cy="200071"/>
          </a:xfrm>
          <a:prstGeom prst="rect">
            <a:avLst/>
          </a:prstGeom>
          <a:noFill/>
          <a:ln/>
        </p:spPr>
        <p:txBody>
          <a:bodyPr wrap="square" lIns="0" tIns="0" rIns="0" bIns="0" rtlCol="0" anchor="t"/>
          <a:lstStyle/>
          <a:p>
            <a:pPr algn="l" indent="0" marL="0">
              <a:buNone/>
            </a:pPr>
            <a:r>
              <a:rPr lang="en-US" sz="975" b="1" spc="136" kern="0" dirty="0">
                <a:solidFill>
                  <a:srgbClr val="9C8B7C"/>
                </a:solidFill>
                <a:latin typeface="Noto Sans TC" pitchFamily="34" charset="0"/>
                <a:ea typeface="Noto Sans TC" pitchFamily="34" charset="-122"/>
                <a:cs typeface="Noto Sans TC" pitchFamily="34" charset="-120"/>
              </a:rPr>
              <a:t>個人 Facebook 帳號</a:t>
            </a:r>
            <a:endParaRPr lang="en-US" sz="975" dirty="0"/>
          </a:p>
        </p:txBody>
      </p:sp>
      <p:sp>
        <p:nvSpPr>
          <p:cNvPr id="5" name="Text 2"/>
          <p:cNvSpPr txBox="1"/>
          <p:nvPr/>
        </p:nvSpPr>
        <p:spPr>
          <a:xfrm>
            <a:off x="1019190" y="1872874"/>
            <a:ext cx="1590142" cy="438180"/>
          </a:xfrm>
          <a:prstGeom prst="rect">
            <a:avLst/>
          </a:prstGeom>
          <a:noFill/>
          <a:ln/>
        </p:spPr>
        <p:txBody>
          <a:bodyPr wrap="square" lIns="0" tIns="0" rIns="0" bIns="0" rtlCol="0" anchor="t"/>
          <a:lstStyle/>
          <a:p>
            <a:pPr algn="l" indent="0" marL="0">
              <a:buNone/>
            </a:pPr>
            <a:r>
              <a:rPr lang="en-US" sz="2250" b="1" spc="-22" kern="0" dirty="0">
                <a:solidFill>
                  <a:srgbClr val="241C17"/>
                </a:solidFill>
                <a:latin typeface="Noto Sans TC" pitchFamily="34" charset="0"/>
                <a:ea typeface="Noto Sans TC" pitchFamily="34" charset="-122"/>
                <a:cs typeface="Noto Sans TC" pitchFamily="34" charset="-120"/>
              </a:rPr>
              <a:t>「我是誰」</a:t>
            </a:r>
            <a:endParaRPr lang="en-US" sz="2250" dirty="0"/>
          </a:p>
        </p:txBody>
      </p:sp>
      <p:sp>
        <p:nvSpPr>
          <p:cNvPr id="6" name="Text 3"/>
          <p:cNvSpPr txBox="1"/>
          <p:nvPr/>
        </p:nvSpPr>
        <p:spPr>
          <a:xfrm>
            <a:off x="1181130" y="3720694"/>
            <a:ext cx="1504371" cy="257221"/>
          </a:xfrm>
          <a:prstGeom prst="rect">
            <a:avLst/>
          </a:prstGeom>
          <a:noFill/>
          <a:ln/>
        </p:spPr>
        <p:txBody>
          <a:bodyPr wrap="square" lIns="0" tIns="0" rIns="0" bIns="0" rtlCol="0" anchor="t"/>
          <a:lstStyle/>
          <a:p>
            <a:pPr algn="l" indent="0" marL="0">
              <a:lnSpc>
                <a:spcPts val="1969"/>
              </a:lnSpc>
              <a:buNone/>
            </a:pPr>
            <a:r>
              <a:rPr lang="en-US" sz="1313" b="1" dirty="0">
                <a:solidFill>
                  <a:srgbClr val="4A3C33"/>
                </a:solidFill>
                <a:latin typeface="Noto Sans TC" pitchFamily="34" charset="0"/>
                <a:ea typeface="Noto Sans TC" pitchFamily="34" charset="-122"/>
                <a:cs typeface="Noto Sans TC" pitchFamily="34" charset="-120"/>
              </a:rPr>
              <a:t>朋友、家人、同學</a:t>
            </a:r>
            <a:endParaRPr lang="en-US" sz="1313" dirty="0"/>
          </a:p>
        </p:txBody>
      </p:sp>
      <p:sp>
        <p:nvSpPr>
          <p:cNvPr id="7" name="Text 4"/>
          <p:cNvSpPr txBox="1"/>
          <p:nvPr/>
        </p:nvSpPr>
        <p:spPr>
          <a:xfrm>
            <a:off x="1181130" y="4094592"/>
            <a:ext cx="2155607" cy="257221"/>
          </a:xfrm>
          <a:prstGeom prst="rect">
            <a:avLst/>
          </a:prstGeom>
          <a:noFill/>
          <a:ln/>
        </p:spPr>
        <p:txBody>
          <a:bodyPr wrap="square" lIns="0" tIns="0" rIns="0" bIns="0" rtlCol="0" anchor="t"/>
          <a:lstStyle/>
          <a:p>
            <a:pPr algn="l" indent="0" marL="0">
              <a:lnSpc>
                <a:spcPts val="1969"/>
              </a:lnSpc>
              <a:buNone/>
            </a:pPr>
            <a:r>
              <a:rPr lang="en-US" sz="1313" b="1" dirty="0">
                <a:solidFill>
                  <a:srgbClr val="4A3C33"/>
                </a:solidFill>
                <a:latin typeface="Noto Sans TC" pitchFamily="34" charset="0"/>
                <a:ea typeface="Noto Sans TC" pitchFamily="34" charset="-122"/>
                <a:cs typeface="Noto Sans TC" pitchFamily="34" charset="-120"/>
              </a:rPr>
              <a:t>有好友人數上限（5,000）</a:t>
            </a:r>
            <a:endParaRPr lang="en-US" sz="1313" dirty="0"/>
          </a:p>
        </p:txBody>
      </p:sp>
      <p:sp>
        <p:nvSpPr>
          <p:cNvPr id="8" name="Text 5"/>
          <p:cNvSpPr txBox="1"/>
          <p:nvPr/>
        </p:nvSpPr>
        <p:spPr>
          <a:xfrm>
            <a:off x="1181130" y="4468398"/>
            <a:ext cx="2211202" cy="257221"/>
          </a:xfrm>
          <a:prstGeom prst="rect">
            <a:avLst/>
          </a:prstGeom>
          <a:noFill/>
          <a:ln/>
        </p:spPr>
        <p:txBody>
          <a:bodyPr wrap="square" lIns="0" tIns="0" rIns="0" bIns="0" rtlCol="0" anchor="t"/>
          <a:lstStyle/>
          <a:p>
            <a:pPr algn="l" indent="0" marL="0">
              <a:lnSpc>
                <a:spcPts val="1969"/>
              </a:lnSpc>
              <a:buNone/>
            </a:pPr>
            <a:r>
              <a:rPr lang="en-US" sz="1313" b="1" dirty="0">
                <a:solidFill>
                  <a:srgbClr val="4A3C33"/>
                </a:solidFill>
                <a:latin typeface="Noto Sans TC" pitchFamily="34" charset="0"/>
                <a:ea typeface="Noto Sans TC" pitchFamily="34" charset="-122"/>
                <a:cs typeface="Noto Sans TC" pitchFamily="34" charset="-120"/>
              </a:rPr>
              <a:t>用來維持關係，不是做生意</a:t>
            </a:r>
            <a:endParaRPr lang="en-US" sz="1313" dirty="0"/>
          </a:p>
        </p:txBody>
      </p:sp>
      <p:sp>
        <p:nvSpPr>
          <p:cNvPr id="9" name="Text 6"/>
          <p:cNvSpPr txBox="1"/>
          <p:nvPr/>
        </p:nvSpPr>
        <p:spPr>
          <a:xfrm>
            <a:off x="6524610" y="1596634"/>
            <a:ext cx="1503091" cy="200071"/>
          </a:xfrm>
          <a:prstGeom prst="rect">
            <a:avLst/>
          </a:prstGeom>
          <a:noFill/>
          <a:ln/>
        </p:spPr>
        <p:txBody>
          <a:bodyPr wrap="square" lIns="0" tIns="0" rIns="0" bIns="0" rtlCol="0" anchor="t"/>
          <a:lstStyle/>
          <a:p>
            <a:pPr algn="l" indent="0" marL="0">
              <a:buNone/>
            </a:pPr>
            <a:r>
              <a:rPr lang="en-US" sz="975" b="1" spc="136" kern="0" dirty="0">
                <a:solidFill>
                  <a:srgbClr val="1877F2"/>
                </a:solidFill>
                <a:latin typeface="Noto Sans TC" pitchFamily="34" charset="0"/>
                <a:ea typeface="Noto Sans TC" pitchFamily="34" charset="-122"/>
                <a:cs typeface="Noto Sans TC" pitchFamily="34" charset="-120"/>
              </a:rPr>
              <a:t>Facebook 粉絲專頁</a:t>
            </a:r>
            <a:endParaRPr lang="en-US" sz="975" dirty="0"/>
          </a:p>
        </p:txBody>
      </p:sp>
      <p:sp>
        <p:nvSpPr>
          <p:cNvPr id="10" name="Text 7"/>
          <p:cNvSpPr txBox="1"/>
          <p:nvPr/>
        </p:nvSpPr>
        <p:spPr>
          <a:xfrm>
            <a:off x="6524610" y="1872874"/>
            <a:ext cx="2189988" cy="438180"/>
          </a:xfrm>
          <a:prstGeom prst="rect">
            <a:avLst/>
          </a:prstGeom>
          <a:noFill/>
          <a:ln/>
        </p:spPr>
        <p:txBody>
          <a:bodyPr wrap="square" lIns="0" tIns="0" rIns="0" bIns="0" rtlCol="0" anchor="t"/>
          <a:lstStyle/>
          <a:p>
            <a:pPr algn="l" indent="0" marL="0">
              <a:buNone/>
            </a:pPr>
            <a:r>
              <a:rPr lang="en-US" sz="2250" b="1" spc="-22" kern="0" dirty="0">
                <a:solidFill>
                  <a:srgbClr val="241C17"/>
                </a:solidFill>
                <a:latin typeface="Noto Sans TC" pitchFamily="34" charset="0"/>
                <a:ea typeface="Noto Sans TC" pitchFamily="34" charset="-122"/>
                <a:cs typeface="Noto Sans TC" pitchFamily="34" charset="-120"/>
              </a:rPr>
              <a:t>「我提供什麼」</a:t>
            </a:r>
            <a:endParaRPr lang="en-US" sz="2250" dirty="0"/>
          </a:p>
        </p:txBody>
      </p:sp>
      <p:sp>
        <p:nvSpPr>
          <p:cNvPr id="11" name="Text 8"/>
          <p:cNvSpPr txBox="1"/>
          <p:nvPr/>
        </p:nvSpPr>
        <p:spPr>
          <a:xfrm>
            <a:off x="6686550" y="3720694"/>
            <a:ext cx="2741188" cy="257221"/>
          </a:xfrm>
          <a:prstGeom prst="rect">
            <a:avLst/>
          </a:prstGeom>
          <a:noFill/>
          <a:ln/>
        </p:spPr>
        <p:txBody>
          <a:bodyPr wrap="square" lIns="0" tIns="0" rIns="0" bIns="0" rtlCol="0" anchor="t"/>
          <a:lstStyle/>
          <a:p>
            <a:pPr algn="l" indent="0" marL="0">
              <a:lnSpc>
                <a:spcPts val="1969"/>
              </a:lnSpc>
              <a:buNone/>
            </a:pPr>
            <a:r>
              <a:rPr lang="en-US" sz="1313" b="1" dirty="0">
                <a:solidFill>
                  <a:srgbClr val="4A3C33"/>
                </a:solidFill>
                <a:latin typeface="Noto Sans TC" pitchFamily="34" charset="0"/>
                <a:ea typeface="Noto Sans TC" pitchFamily="34" charset="-122"/>
                <a:cs typeface="Noto Sans TC" pitchFamily="34" charset="-120"/>
              </a:rPr>
              <a:t>顧客、陌生人都能追蹤，沒有上限</a:t>
            </a:r>
            <a:endParaRPr lang="en-US" sz="1313" dirty="0"/>
          </a:p>
        </p:txBody>
      </p:sp>
      <p:sp>
        <p:nvSpPr>
          <p:cNvPr id="12" name="Text 9"/>
          <p:cNvSpPr txBox="1"/>
          <p:nvPr/>
        </p:nvSpPr>
        <p:spPr>
          <a:xfrm>
            <a:off x="6686550" y="4094592"/>
            <a:ext cx="1504371" cy="257221"/>
          </a:xfrm>
          <a:prstGeom prst="rect">
            <a:avLst/>
          </a:prstGeom>
          <a:noFill/>
          <a:ln/>
        </p:spPr>
        <p:txBody>
          <a:bodyPr wrap="square" lIns="0" tIns="0" rIns="0" bIns="0" rtlCol="0" anchor="t"/>
          <a:lstStyle/>
          <a:p>
            <a:pPr algn="l" indent="0" marL="0">
              <a:lnSpc>
                <a:spcPts val="1969"/>
              </a:lnSpc>
              <a:buNone/>
            </a:pPr>
            <a:r>
              <a:rPr lang="en-US" sz="1313" b="1" dirty="0">
                <a:solidFill>
                  <a:srgbClr val="4A3C33"/>
                </a:solidFill>
                <a:latin typeface="Noto Sans TC" pitchFamily="34" charset="0"/>
                <a:ea typeface="Noto Sans TC" pitchFamily="34" charset="-122"/>
                <a:cs typeface="Noto Sans TC" pitchFamily="34" charset="-120"/>
              </a:rPr>
              <a:t>可以看到成效數據</a:t>
            </a:r>
            <a:endParaRPr lang="en-US" sz="1313" dirty="0"/>
          </a:p>
        </p:txBody>
      </p:sp>
      <p:sp>
        <p:nvSpPr>
          <p:cNvPr id="13" name="Text 10"/>
          <p:cNvSpPr txBox="1"/>
          <p:nvPr/>
        </p:nvSpPr>
        <p:spPr>
          <a:xfrm>
            <a:off x="6686550" y="4468398"/>
            <a:ext cx="2741188" cy="257221"/>
          </a:xfrm>
          <a:prstGeom prst="rect">
            <a:avLst/>
          </a:prstGeom>
          <a:noFill/>
          <a:ln/>
        </p:spPr>
        <p:txBody>
          <a:bodyPr wrap="square" lIns="0" tIns="0" rIns="0" bIns="0" rtlCol="0" anchor="t"/>
          <a:lstStyle/>
          <a:p>
            <a:pPr algn="l" indent="0" marL="0">
              <a:lnSpc>
                <a:spcPts val="1969"/>
              </a:lnSpc>
              <a:buNone/>
            </a:pPr>
            <a:r>
              <a:rPr lang="en-US" sz="1313" b="1" dirty="0">
                <a:solidFill>
                  <a:srgbClr val="4A3C33"/>
                </a:solidFill>
                <a:latin typeface="Noto Sans TC" pitchFamily="34" charset="0"/>
                <a:ea typeface="Noto Sans TC" pitchFamily="34" charset="-122"/>
                <a:cs typeface="Noto Sans TC" pitchFamily="34" charset="-120"/>
              </a:rPr>
              <a:t>可以放營業時間、地址、聯絡方式</a:t>
            </a:r>
            <a:endParaRPr lang="en-US" sz="1313" dirty="0"/>
          </a:p>
        </p:txBody>
      </p:sp>
      <p:sp>
        <p:nvSpPr>
          <p:cNvPr id="14" name="Text 11"/>
          <p:cNvSpPr txBox="1"/>
          <p:nvPr/>
        </p:nvSpPr>
        <p:spPr>
          <a:xfrm>
            <a:off x="1552560" y="5409042"/>
            <a:ext cx="7608174" cy="295260"/>
          </a:xfrm>
          <a:prstGeom prst="rect">
            <a:avLst/>
          </a:prstGeom>
          <a:noFill/>
          <a:ln/>
        </p:spPr>
        <p:txBody>
          <a:bodyPr wrap="square" lIns="0" tIns="0" rIns="0" bIns="0" rtlCol="0" anchor="t"/>
          <a:lstStyle/>
          <a:p>
            <a:pPr algn="l" indent="0" marL="0">
              <a:lnSpc>
                <a:spcPts val="2325"/>
              </a:lnSpc>
              <a:buNone/>
            </a:pPr>
            <a:r>
              <a:rPr lang="en-US" sz="1500" b="1" dirty="0">
                <a:solidFill>
                  <a:srgbClr val="4A3C33"/>
                </a:solidFill>
                <a:latin typeface="Noto Sans TC" pitchFamily="34" charset="0"/>
                <a:ea typeface="Noto Sans TC" pitchFamily="34" charset="-122"/>
                <a:cs typeface="Noto Sans TC" pitchFamily="34" charset="-120"/>
              </a:rPr>
              <a:t>如果未來要做商品、服務、課程，</a:t>
            </a:r>
            <a:pPr algn="l" indent="0" marL="0">
              <a:lnSpc>
                <a:spcPts val="2325"/>
              </a:lnSpc>
              <a:buNone/>
            </a:pPr>
            <a:r>
              <a:rPr lang="en-US" sz="1500" b="1" dirty="0">
                <a:solidFill>
                  <a:srgbClr val="C05F3C"/>
                </a:solidFill>
                <a:latin typeface="Noto Sans TC" pitchFamily="34" charset="0"/>
                <a:ea typeface="Noto Sans TC" pitchFamily="34" charset="-122"/>
                <a:cs typeface="Noto Sans TC" pitchFamily="34" charset="-120"/>
              </a:rPr>
              <a:t>建議另外建立粉絲專頁</a:t>
            </a:r>
            <a:pPr algn="l" indent="0" marL="0">
              <a:lnSpc>
                <a:spcPts val="2325"/>
              </a:lnSpc>
              <a:buNone/>
            </a:pPr>
            <a:r>
              <a:rPr lang="en-US" sz="1500" b="1" dirty="0">
                <a:solidFill>
                  <a:srgbClr val="4A3C33"/>
                </a:solidFill>
                <a:latin typeface="Noto Sans TC" pitchFamily="34" charset="0"/>
                <a:ea typeface="Noto Sans TC" pitchFamily="34" charset="-122"/>
                <a:cs typeface="Noto Sans TC" pitchFamily="34" charset="-120"/>
              </a:rPr>
              <a:t>， 不要全部擠在個人帳號。</a:t>
            </a:r>
            <a:endParaRPr lang="en-US" sz="1500" dirty="0"/>
          </a:p>
        </p:txBody>
      </p:sp>
      <p:sp>
        <p:nvSpPr>
          <p:cNvPr id="15" name="Text 12"/>
          <p:cNvSpPr txBox="1"/>
          <p:nvPr/>
        </p:nvSpPr>
        <p:spPr>
          <a:xfrm>
            <a:off x="4410060" y="5409042"/>
            <a:ext cx="2110161" cy="295260"/>
          </a:xfrm>
          <a:prstGeom prst="rect">
            <a:avLst/>
          </a:prstGeom>
          <a:noFill/>
          <a:ln/>
        </p:spPr>
        <p:txBody>
          <a:bodyPr wrap="square" lIns="0" tIns="0" rIns="0" bIns="0" rtlCol="0" anchor="t"/>
          <a:lstStyle/>
          <a:p>
            <a:pPr algn="l" indent="0" marL="0">
              <a:lnSpc>
                <a:spcPts val="2325"/>
              </a:lnSpc>
              <a:buNone/>
            </a:pPr>
            <a:r>
              <a:rPr lang="en-US" sz="1500" b="1" dirty="0">
                <a:solidFill>
                  <a:srgbClr val="C05F3C"/>
                </a:solidFill>
                <a:latin typeface="Noto Sans TC" pitchFamily="34" charset="0"/>
                <a:ea typeface="Noto Sans TC" pitchFamily="34" charset="-122"/>
                <a:cs typeface="Noto Sans TC" pitchFamily="34" charset="-120"/>
              </a:rPr>
              <a:t>建議另外建立粉絲專頁</a:t>
            </a:r>
            <a:endParaRPr lang="en-US" sz="1500" dirty="0"/>
          </a:p>
        </p:txBody>
      </p:sp>
      <p:sp>
        <p:nvSpPr>
          <p:cNvPr id="16" name="Text 13"/>
          <p:cNvSpPr txBox="1"/>
          <p:nvPr/>
        </p:nvSpPr>
        <p:spPr>
          <a:xfrm>
            <a:off x="761970" y="6438930"/>
            <a:ext cx="1338042" cy="200071"/>
          </a:xfrm>
          <a:prstGeom prst="rect">
            <a:avLst/>
          </a:prstGeom>
          <a:noFill/>
          <a:ln/>
        </p:spPr>
        <p:txBody>
          <a:bodyPr wrap="square" lIns="0" tIns="0" rIns="0" bIns="0" rtlCol="0" anchor="t"/>
          <a:lstStyle/>
          <a:p>
            <a:pPr algn="l" indent="0" marL="0">
              <a:buNone/>
            </a:pPr>
            <a:r>
              <a:rPr lang="en-US" sz="938" b="1" spc="56" kern="0" dirty="0">
                <a:solidFill>
                  <a:srgbClr val="9C8B7C"/>
                </a:solidFill>
                <a:latin typeface="Noto Sans TC" pitchFamily="34" charset="0"/>
                <a:ea typeface="Noto Sans TC" pitchFamily="34" charset="-122"/>
                <a:cs typeface="Noto Sans TC" pitchFamily="34" charset="-120"/>
              </a:rPr>
              <a:t>PART 3 · 10:20</a:t>
            </a:r>
            <a:endParaRPr lang="en-US" sz="938" dirty="0"/>
          </a:p>
        </p:txBody>
      </p:sp>
      <p:sp>
        <p:nvSpPr>
          <p:cNvPr id="17" name="Text 14"/>
          <p:cNvSpPr txBox="1"/>
          <p:nvPr/>
        </p:nvSpPr>
        <p:spPr>
          <a:xfrm>
            <a:off x="10922599" y="6438930"/>
            <a:ext cx="562630" cy="200071"/>
          </a:xfrm>
          <a:prstGeom prst="rect">
            <a:avLst/>
          </a:prstGeom>
          <a:noFill/>
          <a:ln/>
        </p:spPr>
        <p:txBody>
          <a:bodyPr wrap="square" lIns="0" tIns="0" rIns="0" bIns="0" rtlCol="0" anchor="t"/>
          <a:lstStyle/>
          <a:p>
            <a:pPr algn="l" indent="0" marL="0">
              <a:buNone/>
            </a:pPr>
            <a:r>
              <a:rPr lang="en-US" sz="938" b="1" spc="56" kern="0" dirty="0">
                <a:solidFill>
                  <a:srgbClr val="9C8B7C"/>
                </a:solidFill>
                <a:latin typeface="Noto Sans TC" pitchFamily="34" charset="0"/>
                <a:ea typeface="Noto Sans TC" pitchFamily="34" charset="-122"/>
                <a:cs typeface="Noto Sans TC" pitchFamily="34" charset="-120"/>
              </a:rPr>
              <a:t>18 / 75</a:t>
            </a:r>
            <a:endParaRPr lang="en-US" sz="938"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BF7F1"/>
        </a:solidFill>
      </p:bgPr>
    </p:bg>
    <p:spTree>
      <p:nvGrpSpPr>
        <p:cNvPr id="1" name=""/>
        <p:cNvGrpSpPr/>
        <p:nvPr/>
      </p:nvGrpSpPr>
      <p:grpSpPr>
        <a:xfrm>
          <a:off x="0" y="0"/>
          <a:ext cx="0" cy="0"/>
          <a:chOff x="0" y="0"/>
          <a:chExt cx="0" cy="0"/>
        </a:xfrm>
      </p:grpSpPr>
      <p:pic>
        <p:nvPicPr>
          <p:cNvPr id="2" name="Image 0" descr="/home/user/gogoeveryday/social-course/export-pptx/build/bg/19.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761970" y="1091062"/>
            <a:ext cx="1181405" cy="219090"/>
          </a:xfrm>
          <a:prstGeom prst="rect">
            <a:avLst/>
          </a:prstGeom>
          <a:noFill/>
          <a:ln/>
        </p:spPr>
        <p:txBody>
          <a:bodyPr wrap="square" lIns="0" tIns="0" rIns="0" bIns="0" rtlCol="0" anchor="t"/>
          <a:lstStyle/>
          <a:p>
            <a:pPr algn="l" indent="0" marL="0">
              <a:buNone/>
            </a:pPr>
            <a:r>
              <a:rPr lang="en-US" sz="1125" b="1" spc="225" kern="0" dirty="0">
                <a:solidFill>
                  <a:srgbClr val="C05F3C"/>
                </a:solidFill>
                <a:latin typeface="Noto Sans TC" pitchFamily="34" charset="0"/>
                <a:ea typeface="Noto Sans TC" pitchFamily="34" charset="-122"/>
                <a:cs typeface="Noto Sans TC" pitchFamily="34" charset="-120"/>
              </a:rPr>
              <a:t>檢查你的粉專</a:t>
            </a:r>
            <a:endParaRPr lang="en-US" sz="1125" dirty="0"/>
          </a:p>
        </p:txBody>
      </p:sp>
      <p:sp>
        <p:nvSpPr>
          <p:cNvPr id="4" name="Text 1"/>
          <p:cNvSpPr txBox="1"/>
          <p:nvPr/>
        </p:nvSpPr>
        <p:spPr>
          <a:xfrm>
            <a:off x="761970" y="1395832"/>
            <a:ext cx="3098810" cy="542971"/>
          </a:xfrm>
          <a:prstGeom prst="rect">
            <a:avLst/>
          </a:prstGeom>
          <a:noFill/>
          <a:ln/>
        </p:spPr>
        <p:txBody>
          <a:bodyPr wrap="square" lIns="0" tIns="0" rIns="0" bIns="0" rtlCol="0" anchor="t"/>
          <a:lstStyle/>
          <a:p>
            <a:pPr algn="l" indent="0" marL="0">
              <a:lnSpc>
                <a:spcPts val="3477"/>
              </a:lnSpc>
              <a:buNone/>
            </a:pPr>
            <a:r>
              <a:rPr lang="en-US" sz="2850" b="1" spc="-57" kern="0" dirty="0">
                <a:solidFill>
                  <a:srgbClr val="241C17"/>
                </a:solidFill>
                <a:latin typeface="Noto Sans TC" pitchFamily="34" charset="0"/>
                <a:ea typeface="Noto Sans TC" pitchFamily="34" charset="-122"/>
                <a:cs typeface="Noto Sans TC" pitchFamily="34" charset="-120"/>
              </a:rPr>
              <a:t>至少要有這六件事</a:t>
            </a:r>
            <a:endParaRPr lang="en-US" sz="2850" dirty="0"/>
          </a:p>
        </p:txBody>
      </p:sp>
      <p:sp>
        <p:nvSpPr>
          <p:cNvPr id="5" name="Text 2"/>
          <p:cNvSpPr txBox="1"/>
          <p:nvPr/>
        </p:nvSpPr>
        <p:spPr>
          <a:xfrm>
            <a:off x="1043605" y="2318461"/>
            <a:ext cx="215798" cy="219090"/>
          </a:xfrm>
          <a:prstGeom prst="rect">
            <a:avLst/>
          </a:prstGeom>
          <a:noFill/>
          <a:ln/>
        </p:spPr>
        <p:txBody>
          <a:bodyPr wrap="square" lIns="0" tIns="0" rIns="0" bIns="0" rtlCol="0" anchor="t"/>
          <a:lstStyle/>
          <a:p>
            <a:pPr algn="l" indent="0" marL="0">
              <a:buNone/>
            </a:pPr>
            <a:r>
              <a:rPr lang="en-US" sz="1125" b="1" dirty="0">
                <a:solidFill>
                  <a:srgbClr val="C05F3C"/>
                </a:solidFill>
                <a:latin typeface="Noto Sans TC" pitchFamily="34" charset="0"/>
                <a:ea typeface="Noto Sans TC" pitchFamily="34" charset="-122"/>
                <a:cs typeface="Noto Sans TC" pitchFamily="34" charset="-120"/>
              </a:rPr>
              <a:t>1</a:t>
            </a:r>
            <a:endParaRPr lang="en-US" sz="1125" dirty="0"/>
          </a:p>
        </p:txBody>
      </p:sp>
      <p:sp>
        <p:nvSpPr>
          <p:cNvPr id="6" name="Text 3"/>
          <p:cNvSpPr txBox="1"/>
          <p:nvPr/>
        </p:nvSpPr>
        <p:spPr>
          <a:xfrm>
            <a:off x="1352580" y="2275576"/>
            <a:ext cx="1151047" cy="257221"/>
          </a:xfrm>
          <a:prstGeom prst="rect">
            <a:avLst/>
          </a:prstGeom>
          <a:noFill/>
          <a:ln/>
        </p:spPr>
        <p:txBody>
          <a:bodyPr wrap="square" lIns="0" tIns="0" rIns="0" bIns="0" rtlCol="0" anchor="t"/>
          <a:lstStyle/>
          <a:p>
            <a:pPr algn="l" indent="0" marL="0">
              <a:buNone/>
            </a:pPr>
            <a:r>
              <a:rPr lang="en-US" sz="1313" b="1" dirty="0">
                <a:solidFill>
                  <a:srgbClr val="241C17"/>
                </a:solidFill>
                <a:latin typeface="Noto Sans TC" pitchFamily="34" charset="0"/>
                <a:ea typeface="Noto Sans TC" pitchFamily="34" charset="-122"/>
                <a:cs typeface="Noto Sans TC" pitchFamily="34" charset="-120"/>
              </a:rPr>
              <a:t>看得懂的名稱</a:t>
            </a:r>
            <a:endParaRPr lang="en-US" sz="1313" dirty="0"/>
          </a:p>
        </p:txBody>
      </p:sp>
      <p:sp>
        <p:nvSpPr>
          <p:cNvPr id="7" name="Text 4"/>
          <p:cNvSpPr txBox="1"/>
          <p:nvPr/>
        </p:nvSpPr>
        <p:spPr>
          <a:xfrm>
            <a:off x="1352580" y="2570836"/>
            <a:ext cx="1701241" cy="219090"/>
          </a:xfrm>
          <a:prstGeom prst="rect">
            <a:avLst/>
          </a:prstGeom>
          <a:noFill/>
          <a:ln/>
        </p:spPr>
        <p:txBody>
          <a:bodyPr wrap="square" lIns="0" tIns="0" rIns="0" bIns="0" rtlCol="0" anchor="t"/>
          <a:lstStyle/>
          <a:p>
            <a:pPr algn="l" indent="0" marL="0">
              <a:buNone/>
            </a:pPr>
            <a:r>
              <a:rPr lang="en-US" sz="1088" b="1" dirty="0">
                <a:solidFill>
                  <a:srgbClr val="7A6A5D"/>
                </a:solidFill>
                <a:latin typeface="Noto Sans TC" pitchFamily="34" charset="0"/>
                <a:ea typeface="Noto Sans TC" pitchFamily="34" charset="-122"/>
                <a:cs typeface="Noto Sans TC" pitchFamily="34" charset="-120"/>
              </a:rPr>
              <a:t>別人一看就知道你做什麼</a:t>
            </a:r>
            <a:endParaRPr lang="en-US" sz="1088" dirty="0"/>
          </a:p>
        </p:txBody>
      </p:sp>
      <p:sp>
        <p:nvSpPr>
          <p:cNvPr id="8" name="Text 5"/>
          <p:cNvSpPr txBox="1"/>
          <p:nvPr/>
        </p:nvSpPr>
        <p:spPr>
          <a:xfrm>
            <a:off x="4013027" y="2318461"/>
            <a:ext cx="215798" cy="219090"/>
          </a:xfrm>
          <a:prstGeom prst="rect">
            <a:avLst/>
          </a:prstGeom>
          <a:noFill/>
          <a:ln/>
        </p:spPr>
        <p:txBody>
          <a:bodyPr wrap="square" lIns="0" tIns="0" rIns="0" bIns="0" rtlCol="0" anchor="t"/>
          <a:lstStyle/>
          <a:p>
            <a:pPr algn="l" indent="0" marL="0">
              <a:buNone/>
            </a:pPr>
            <a:r>
              <a:rPr lang="en-US" sz="1125" b="1" dirty="0">
                <a:solidFill>
                  <a:srgbClr val="C05F3C"/>
                </a:solidFill>
                <a:latin typeface="Noto Sans TC" pitchFamily="34" charset="0"/>
                <a:ea typeface="Noto Sans TC" pitchFamily="34" charset="-122"/>
                <a:cs typeface="Noto Sans TC" pitchFamily="34" charset="-120"/>
              </a:rPr>
              <a:t>2</a:t>
            </a:r>
            <a:endParaRPr lang="en-US" sz="1125" dirty="0"/>
          </a:p>
        </p:txBody>
      </p:sp>
      <p:sp>
        <p:nvSpPr>
          <p:cNvPr id="9" name="Text 6"/>
          <p:cNvSpPr txBox="1"/>
          <p:nvPr/>
        </p:nvSpPr>
        <p:spPr>
          <a:xfrm>
            <a:off x="4322003" y="2275576"/>
            <a:ext cx="1151047" cy="257221"/>
          </a:xfrm>
          <a:prstGeom prst="rect">
            <a:avLst/>
          </a:prstGeom>
          <a:noFill/>
          <a:ln/>
        </p:spPr>
        <p:txBody>
          <a:bodyPr wrap="square" lIns="0" tIns="0" rIns="0" bIns="0" rtlCol="0" anchor="t"/>
          <a:lstStyle/>
          <a:p>
            <a:pPr algn="l" indent="0" marL="0">
              <a:buNone/>
            </a:pPr>
            <a:r>
              <a:rPr lang="en-US" sz="1313" b="1" dirty="0">
                <a:solidFill>
                  <a:srgbClr val="241C17"/>
                </a:solidFill>
                <a:latin typeface="Noto Sans TC" pitchFamily="34" charset="0"/>
                <a:ea typeface="Noto Sans TC" pitchFamily="34" charset="-122"/>
                <a:cs typeface="Noto Sans TC" pitchFamily="34" charset="-120"/>
              </a:rPr>
              <a:t>清楚的大頭貼</a:t>
            </a:r>
            <a:endParaRPr lang="en-US" sz="1313" dirty="0"/>
          </a:p>
        </p:txBody>
      </p:sp>
      <p:sp>
        <p:nvSpPr>
          <p:cNvPr id="10" name="Text 7"/>
          <p:cNvSpPr txBox="1"/>
          <p:nvPr/>
        </p:nvSpPr>
        <p:spPr>
          <a:xfrm>
            <a:off x="4322003" y="2570836"/>
            <a:ext cx="1701241" cy="219090"/>
          </a:xfrm>
          <a:prstGeom prst="rect">
            <a:avLst/>
          </a:prstGeom>
          <a:noFill/>
          <a:ln/>
        </p:spPr>
        <p:txBody>
          <a:bodyPr wrap="square" lIns="0" tIns="0" rIns="0" bIns="0" rtlCol="0" anchor="t"/>
          <a:lstStyle/>
          <a:p>
            <a:pPr algn="l" indent="0" marL="0">
              <a:buNone/>
            </a:pPr>
            <a:r>
              <a:rPr lang="en-US" sz="1088" b="1" dirty="0">
                <a:solidFill>
                  <a:srgbClr val="7A6A5D"/>
                </a:solidFill>
                <a:latin typeface="Noto Sans TC" pitchFamily="34" charset="0"/>
                <a:ea typeface="Noto Sans TC" pitchFamily="34" charset="-122"/>
                <a:cs typeface="Noto Sans TC" pitchFamily="34" charset="-120"/>
              </a:rPr>
              <a:t>商品或本人，不要用風景</a:t>
            </a:r>
            <a:endParaRPr lang="en-US" sz="1088" dirty="0"/>
          </a:p>
        </p:txBody>
      </p:sp>
      <p:sp>
        <p:nvSpPr>
          <p:cNvPr id="11" name="Text 8"/>
          <p:cNvSpPr txBox="1"/>
          <p:nvPr/>
        </p:nvSpPr>
        <p:spPr>
          <a:xfrm>
            <a:off x="1043605" y="3270900"/>
            <a:ext cx="215798" cy="219090"/>
          </a:xfrm>
          <a:prstGeom prst="rect">
            <a:avLst/>
          </a:prstGeom>
          <a:noFill/>
          <a:ln/>
        </p:spPr>
        <p:txBody>
          <a:bodyPr wrap="square" lIns="0" tIns="0" rIns="0" bIns="0" rtlCol="0" anchor="t"/>
          <a:lstStyle/>
          <a:p>
            <a:pPr algn="l" indent="0" marL="0">
              <a:buNone/>
            </a:pPr>
            <a:r>
              <a:rPr lang="en-US" sz="1125" b="1" dirty="0">
                <a:solidFill>
                  <a:srgbClr val="C05F3C"/>
                </a:solidFill>
                <a:latin typeface="Noto Sans TC" pitchFamily="34" charset="0"/>
                <a:ea typeface="Noto Sans TC" pitchFamily="34" charset="-122"/>
                <a:cs typeface="Noto Sans TC" pitchFamily="34" charset="-120"/>
              </a:rPr>
              <a:t>3</a:t>
            </a:r>
            <a:endParaRPr lang="en-US" sz="1125" dirty="0"/>
          </a:p>
        </p:txBody>
      </p:sp>
      <p:sp>
        <p:nvSpPr>
          <p:cNvPr id="12" name="Text 9"/>
          <p:cNvSpPr txBox="1"/>
          <p:nvPr/>
        </p:nvSpPr>
        <p:spPr>
          <a:xfrm>
            <a:off x="1352580" y="3228106"/>
            <a:ext cx="798180" cy="257221"/>
          </a:xfrm>
          <a:prstGeom prst="rect">
            <a:avLst/>
          </a:prstGeom>
          <a:noFill/>
          <a:ln/>
        </p:spPr>
        <p:txBody>
          <a:bodyPr wrap="square" lIns="0" tIns="0" rIns="0" bIns="0" rtlCol="0" anchor="t"/>
          <a:lstStyle/>
          <a:p>
            <a:pPr algn="l" indent="0" marL="0">
              <a:buNone/>
            </a:pPr>
            <a:r>
              <a:rPr lang="en-US" sz="1313" b="1" dirty="0">
                <a:solidFill>
                  <a:srgbClr val="241C17"/>
                </a:solidFill>
                <a:latin typeface="Noto Sans TC" pitchFamily="34" charset="0"/>
                <a:ea typeface="Noto Sans TC" pitchFamily="34" charset="-122"/>
                <a:cs typeface="Noto Sans TC" pitchFamily="34" charset="-120"/>
              </a:rPr>
              <a:t>封面照片</a:t>
            </a:r>
            <a:endParaRPr lang="en-US" sz="1313" dirty="0"/>
          </a:p>
        </p:txBody>
      </p:sp>
      <p:sp>
        <p:nvSpPr>
          <p:cNvPr id="13" name="Text 10"/>
          <p:cNvSpPr txBox="1"/>
          <p:nvPr/>
        </p:nvSpPr>
        <p:spPr>
          <a:xfrm>
            <a:off x="1352580" y="3523366"/>
            <a:ext cx="1408450" cy="219090"/>
          </a:xfrm>
          <a:prstGeom prst="rect">
            <a:avLst/>
          </a:prstGeom>
          <a:noFill/>
          <a:ln/>
        </p:spPr>
        <p:txBody>
          <a:bodyPr wrap="square" lIns="0" tIns="0" rIns="0" bIns="0" rtlCol="0" anchor="t"/>
          <a:lstStyle/>
          <a:p>
            <a:pPr algn="l" indent="0" marL="0">
              <a:buNone/>
            </a:pPr>
            <a:r>
              <a:rPr lang="en-US" sz="1088" b="1" dirty="0">
                <a:solidFill>
                  <a:srgbClr val="7A6A5D"/>
                </a:solidFill>
                <a:latin typeface="Noto Sans TC" pitchFamily="34" charset="0"/>
                <a:ea typeface="Noto Sans TC" pitchFamily="34" charset="-122"/>
                <a:cs typeface="Noto Sans TC" pitchFamily="34" charset="-120"/>
              </a:rPr>
              <a:t>放最有代表性的作品</a:t>
            </a:r>
            <a:endParaRPr lang="en-US" sz="1088" dirty="0"/>
          </a:p>
        </p:txBody>
      </p:sp>
      <p:sp>
        <p:nvSpPr>
          <p:cNvPr id="14" name="Text 11"/>
          <p:cNvSpPr txBox="1"/>
          <p:nvPr/>
        </p:nvSpPr>
        <p:spPr>
          <a:xfrm>
            <a:off x="4013027" y="3270900"/>
            <a:ext cx="215798" cy="219090"/>
          </a:xfrm>
          <a:prstGeom prst="rect">
            <a:avLst/>
          </a:prstGeom>
          <a:noFill/>
          <a:ln/>
        </p:spPr>
        <p:txBody>
          <a:bodyPr wrap="square" lIns="0" tIns="0" rIns="0" bIns="0" rtlCol="0" anchor="t"/>
          <a:lstStyle/>
          <a:p>
            <a:pPr algn="l" indent="0" marL="0">
              <a:buNone/>
            </a:pPr>
            <a:r>
              <a:rPr lang="en-US" sz="1125" b="1" dirty="0">
                <a:solidFill>
                  <a:srgbClr val="C05F3C"/>
                </a:solidFill>
                <a:latin typeface="Noto Sans TC" pitchFamily="34" charset="0"/>
                <a:ea typeface="Noto Sans TC" pitchFamily="34" charset="-122"/>
                <a:cs typeface="Noto Sans TC" pitchFamily="34" charset="-120"/>
              </a:rPr>
              <a:t>4</a:t>
            </a:r>
            <a:endParaRPr lang="en-US" sz="1125" dirty="0"/>
          </a:p>
        </p:txBody>
      </p:sp>
      <p:sp>
        <p:nvSpPr>
          <p:cNvPr id="15" name="Text 12"/>
          <p:cNvSpPr txBox="1"/>
          <p:nvPr/>
        </p:nvSpPr>
        <p:spPr>
          <a:xfrm>
            <a:off x="4322003" y="3228106"/>
            <a:ext cx="974293" cy="257221"/>
          </a:xfrm>
          <a:prstGeom prst="rect">
            <a:avLst/>
          </a:prstGeom>
          <a:noFill/>
          <a:ln/>
        </p:spPr>
        <p:txBody>
          <a:bodyPr wrap="square" lIns="0" tIns="0" rIns="0" bIns="0" rtlCol="0" anchor="t"/>
          <a:lstStyle/>
          <a:p>
            <a:pPr algn="l" indent="0" marL="0">
              <a:buNone/>
            </a:pPr>
            <a:r>
              <a:rPr lang="en-US" sz="1313" b="1" dirty="0">
                <a:solidFill>
                  <a:srgbClr val="241C17"/>
                </a:solidFill>
                <a:latin typeface="Noto Sans TC" pitchFamily="34" charset="0"/>
                <a:ea typeface="Noto Sans TC" pitchFamily="34" charset="-122"/>
                <a:cs typeface="Noto Sans TC" pitchFamily="34" charset="-120"/>
              </a:rPr>
              <a:t>一句話介紹</a:t>
            </a:r>
            <a:endParaRPr lang="en-US" sz="1313" dirty="0"/>
          </a:p>
        </p:txBody>
      </p:sp>
      <p:sp>
        <p:nvSpPr>
          <p:cNvPr id="16" name="Text 13"/>
          <p:cNvSpPr txBox="1"/>
          <p:nvPr/>
        </p:nvSpPr>
        <p:spPr>
          <a:xfrm>
            <a:off x="4322003" y="3523366"/>
            <a:ext cx="1847728" cy="219090"/>
          </a:xfrm>
          <a:prstGeom prst="rect">
            <a:avLst/>
          </a:prstGeom>
          <a:noFill/>
          <a:ln/>
        </p:spPr>
        <p:txBody>
          <a:bodyPr wrap="square" lIns="0" tIns="0" rIns="0" bIns="0" rtlCol="0" anchor="t"/>
          <a:lstStyle/>
          <a:p>
            <a:pPr algn="l" indent="0" marL="0">
              <a:buNone/>
            </a:pPr>
            <a:r>
              <a:rPr lang="en-US" sz="1088" b="1" dirty="0">
                <a:solidFill>
                  <a:srgbClr val="7A6A5D"/>
                </a:solidFill>
                <a:latin typeface="Noto Sans TC" pitchFamily="34" charset="0"/>
                <a:ea typeface="Noto Sans TC" pitchFamily="34" charset="-122"/>
                <a:cs typeface="Noto Sans TC" pitchFamily="34" charset="-120"/>
              </a:rPr>
              <a:t>你是誰、你做什麼、在哪裡</a:t>
            </a:r>
            <a:endParaRPr lang="en-US" sz="1088" dirty="0"/>
          </a:p>
        </p:txBody>
      </p:sp>
      <p:sp>
        <p:nvSpPr>
          <p:cNvPr id="17" name="Text 14"/>
          <p:cNvSpPr txBox="1"/>
          <p:nvPr/>
        </p:nvSpPr>
        <p:spPr>
          <a:xfrm>
            <a:off x="1043605" y="4223431"/>
            <a:ext cx="215798" cy="219090"/>
          </a:xfrm>
          <a:prstGeom prst="rect">
            <a:avLst/>
          </a:prstGeom>
          <a:noFill/>
          <a:ln/>
        </p:spPr>
        <p:txBody>
          <a:bodyPr wrap="square" lIns="0" tIns="0" rIns="0" bIns="0" rtlCol="0" anchor="t"/>
          <a:lstStyle/>
          <a:p>
            <a:pPr algn="l" indent="0" marL="0">
              <a:buNone/>
            </a:pPr>
            <a:r>
              <a:rPr lang="en-US" sz="1125" b="1" dirty="0">
                <a:solidFill>
                  <a:srgbClr val="C05F3C"/>
                </a:solidFill>
                <a:latin typeface="Noto Sans TC" pitchFamily="34" charset="0"/>
                <a:ea typeface="Noto Sans TC" pitchFamily="34" charset="-122"/>
                <a:cs typeface="Noto Sans TC" pitchFamily="34" charset="-120"/>
              </a:rPr>
              <a:t>5</a:t>
            </a:r>
            <a:endParaRPr lang="en-US" sz="1125" dirty="0"/>
          </a:p>
        </p:txBody>
      </p:sp>
      <p:sp>
        <p:nvSpPr>
          <p:cNvPr id="18" name="Text 15"/>
          <p:cNvSpPr txBox="1"/>
          <p:nvPr/>
        </p:nvSpPr>
        <p:spPr>
          <a:xfrm>
            <a:off x="1352580" y="4180545"/>
            <a:ext cx="798180" cy="257221"/>
          </a:xfrm>
          <a:prstGeom prst="rect">
            <a:avLst/>
          </a:prstGeom>
          <a:noFill/>
          <a:ln/>
        </p:spPr>
        <p:txBody>
          <a:bodyPr wrap="square" lIns="0" tIns="0" rIns="0" bIns="0" rtlCol="0" anchor="t"/>
          <a:lstStyle/>
          <a:p>
            <a:pPr algn="l" indent="0" marL="0">
              <a:buNone/>
            </a:pPr>
            <a:r>
              <a:rPr lang="en-US" sz="1313" b="1" dirty="0">
                <a:solidFill>
                  <a:srgbClr val="241C17"/>
                </a:solidFill>
                <a:latin typeface="Noto Sans TC" pitchFamily="34" charset="0"/>
                <a:ea typeface="Noto Sans TC" pitchFamily="34" charset="-122"/>
                <a:cs typeface="Noto Sans TC" pitchFamily="34" charset="-120"/>
              </a:rPr>
              <a:t>聯絡方式</a:t>
            </a:r>
            <a:endParaRPr lang="en-US" sz="1313" dirty="0"/>
          </a:p>
        </p:txBody>
      </p:sp>
      <p:sp>
        <p:nvSpPr>
          <p:cNvPr id="19" name="Text 16"/>
          <p:cNvSpPr txBox="1"/>
          <p:nvPr/>
        </p:nvSpPr>
        <p:spPr>
          <a:xfrm>
            <a:off x="1352580" y="4475897"/>
            <a:ext cx="1628089" cy="219090"/>
          </a:xfrm>
          <a:prstGeom prst="rect">
            <a:avLst/>
          </a:prstGeom>
          <a:noFill/>
          <a:ln/>
        </p:spPr>
        <p:txBody>
          <a:bodyPr wrap="square" lIns="0" tIns="0" rIns="0" bIns="0" rtlCol="0" anchor="t"/>
          <a:lstStyle/>
          <a:p>
            <a:pPr algn="l" indent="0" marL="0">
              <a:buNone/>
            </a:pPr>
            <a:r>
              <a:rPr lang="en-US" sz="1088" b="1" dirty="0">
                <a:solidFill>
                  <a:srgbClr val="7A6A5D"/>
                </a:solidFill>
                <a:latin typeface="Noto Sans TC" pitchFamily="34" charset="0"/>
                <a:ea typeface="Noto Sans TC" pitchFamily="34" charset="-122"/>
                <a:cs typeface="Noto Sans TC" pitchFamily="34" charset="-120"/>
              </a:rPr>
              <a:t>電話或 LINE，一定要放</a:t>
            </a:r>
            <a:endParaRPr lang="en-US" sz="1088" dirty="0"/>
          </a:p>
        </p:txBody>
      </p:sp>
      <p:sp>
        <p:nvSpPr>
          <p:cNvPr id="20" name="Text 17"/>
          <p:cNvSpPr txBox="1"/>
          <p:nvPr/>
        </p:nvSpPr>
        <p:spPr>
          <a:xfrm>
            <a:off x="4013027" y="4223431"/>
            <a:ext cx="215798" cy="219090"/>
          </a:xfrm>
          <a:prstGeom prst="rect">
            <a:avLst/>
          </a:prstGeom>
          <a:noFill/>
          <a:ln/>
        </p:spPr>
        <p:txBody>
          <a:bodyPr wrap="square" lIns="0" tIns="0" rIns="0" bIns="0" rtlCol="0" anchor="t"/>
          <a:lstStyle/>
          <a:p>
            <a:pPr algn="l" indent="0" marL="0">
              <a:buNone/>
            </a:pPr>
            <a:r>
              <a:rPr lang="en-US" sz="1125" b="1" dirty="0">
                <a:solidFill>
                  <a:srgbClr val="C05F3C"/>
                </a:solidFill>
                <a:latin typeface="Noto Sans TC" pitchFamily="34" charset="0"/>
                <a:ea typeface="Noto Sans TC" pitchFamily="34" charset="-122"/>
                <a:cs typeface="Noto Sans TC" pitchFamily="34" charset="-120"/>
              </a:rPr>
              <a:t>6</a:t>
            </a:r>
            <a:endParaRPr lang="en-US" sz="1125" dirty="0"/>
          </a:p>
        </p:txBody>
      </p:sp>
      <p:sp>
        <p:nvSpPr>
          <p:cNvPr id="21" name="Text 18"/>
          <p:cNvSpPr txBox="1"/>
          <p:nvPr/>
        </p:nvSpPr>
        <p:spPr>
          <a:xfrm>
            <a:off x="4322003" y="4180545"/>
            <a:ext cx="1504371" cy="257221"/>
          </a:xfrm>
          <a:prstGeom prst="rect">
            <a:avLst/>
          </a:prstGeom>
          <a:noFill/>
          <a:ln/>
        </p:spPr>
        <p:txBody>
          <a:bodyPr wrap="square" lIns="0" tIns="0" rIns="0" bIns="0" rtlCol="0" anchor="t"/>
          <a:lstStyle/>
          <a:p>
            <a:pPr algn="l" indent="0" marL="0">
              <a:buNone/>
            </a:pPr>
            <a:r>
              <a:rPr lang="en-US" sz="1313" b="1" dirty="0">
                <a:solidFill>
                  <a:srgbClr val="241C17"/>
                </a:solidFill>
                <a:latin typeface="Noto Sans TC" pitchFamily="34" charset="0"/>
                <a:ea typeface="Noto Sans TC" pitchFamily="34" charset="-122"/>
                <a:cs typeface="Noto Sans TC" pitchFamily="34" charset="-120"/>
              </a:rPr>
              <a:t>可以找到你的方式</a:t>
            </a:r>
            <a:endParaRPr lang="en-US" sz="1313" dirty="0"/>
          </a:p>
        </p:txBody>
      </p:sp>
      <p:sp>
        <p:nvSpPr>
          <p:cNvPr id="22" name="Text 19"/>
          <p:cNvSpPr txBox="1"/>
          <p:nvPr/>
        </p:nvSpPr>
        <p:spPr>
          <a:xfrm>
            <a:off x="4322003" y="4475897"/>
            <a:ext cx="1701241" cy="219090"/>
          </a:xfrm>
          <a:prstGeom prst="rect">
            <a:avLst/>
          </a:prstGeom>
          <a:noFill/>
          <a:ln/>
        </p:spPr>
        <p:txBody>
          <a:bodyPr wrap="square" lIns="0" tIns="0" rIns="0" bIns="0" rtlCol="0" anchor="t"/>
          <a:lstStyle/>
          <a:p>
            <a:pPr algn="l" indent="0" marL="0">
              <a:buNone/>
            </a:pPr>
            <a:r>
              <a:rPr lang="en-US" sz="1088" b="1" dirty="0">
                <a:solidFill>
                  <a:srgbClr val="7A6A5D"/>
                </a:solidFill>
                <a:latin typeface="Noto Sans TC" pitchFamily="34" charset="0"/>
                <a:ea typeface="Noto Sans TC" pitchFamily="34" charset="-122"/>
                <a:cs typeface="Noto Sans TC" pitchFamily="34" charset="-120"/>
              </a:rPr>
              <a:t>地址、市集時間、或連結</a:t>
            </a:r>
            <a:endParaRPr lang="en-US" sz="1088" dirty="0"/>
          </a:p>
        </p:txBody>
      </p:sp>
      <p:sp>
        <p:nvSpPr>
          <p:cNvPr id="23" name="Text 20"/>
          <p:cNvSpPr txBox="1"/>
          <p:nvPr/>
        </p:nvSpPr>
        <p:spPr>
          <a:xfrm>
            <a:off x="761970" y="5018776"/>
            <a:ext cx="5881421" cy="457383"/>
          </a:xfrm>
          <a:prstGeom prst="rect">
            <a:avLst/>
          </a:prstGeom>
          <a:noFill/>
          <a:ln/>
        </p:spPr>
        <p:txBody>
          <a:bodyPr wrap="square" lIns="0" tIns="0" rIns="0" bIns="0" rtlCol="0" anchor="t"/>
          <a:lstStyle/>
          <a:p>
            <a:pPr algn="l" indent="0" marL="0">
              <a:lnSpc>
                <a:spcPts val="1802"/>
              </a:lnSpc>
              <a:buNone/>
            </a:pPr>
            <a:r>
              <a:rPr lang="en-US" sz="1163" b="1" dirty="0">
                <a:solidFill>
                  <a:srgbClr val="9C8B7C"/>
                </a:solidFill>
                <a:latin typeface="Noto Sans TC" pitchFamily="34" charset="0"/>
                <a:ea typeface="Noto Sans TC" pitchFamily="34" charset="-122"/>
                <a:cs typeface="Noto Sans TC" pitchFamily="34" charset="-120"/>
              </a:rPr>
              <a:t> ＊今天不教設計與排版，那是後面「商品視覺設計」課程的內容。今天只確認「有沒有」。</a:t>
            </a:r>
            <a:endParaRPr lang="en-US" sz="1163" dirty="0"/>
          </a:p>
        </p:txBody>
      </p:sp>
      <p:sp>
        <p:nvSpPr>
          <p:cNvPr id="24" name="Text 21"/>
          <p:cNvSpPr txBox="1"/>
          <p:nvPr/>
        </p:nvSpPr>
        <p:spPr>
          <a:xfrm>
            <a:off x="7166153" y="1752630"/>
            <a:ext cx="515722" cy="200071"/>
          </a:xfrm>
          <a:prstGeom prst="rect">
            <a:avLst/>
          </a:prstGeom>
          <a:noFill/>
          <a:ln/>
        </p:spPr>
        <p:txBody>
          <a:bodyPr wrap="square" lIns="0" tIns="0" rIns="0" bIns="0" rtlCol="0" anchor="t"/>
          <a:lstStyle/>
          <a:p>
            <a:pPr algn="ctr" indent="0" marL="0">
              <a:buNone/>
            </a:pPr>
            <a:r>
              <a:rPr lang="en-US" sz="938" b="1" dirty="0">
                <a:solidFill>
                  <a:srgbClr val="FBF7F1"/>
                </a:solidFill>
                <a:latin typeface="Noto Sans TC" pitchFamily="34" charset="0"/>
                <a:ea typeface="Noto Sans TC" pitchFamily="34" charset="-122"/>
                <a:cs typeface="Noto Sans TC" pitchFamily="34" charset="-120"/>
              </a:rPr>
              <a:t>③ 封面</a:t>
            </a:r>
            <a:endParaRPr lang="en-US" sz="938" dirty="0"/>
          </a:p>
        </p:txBody>
      </p:sp>
      <p:sp>
        <p:nvSpPr>
          <p:cNvPr id="25" name="Text 22"/>
          <p:cNvSpPr txBox="1"/>
          <p:nvPr/>
        </p:nvSpPr>
        <p:spPr>
          <a:xfrm>
            <a:off x="7013722" y="2190720"/>
            <a:ext cx="634776" cy="200071"/>
          </a:xfrm>
          <a:prstGeom prst="rect">
            <a:avLst/>
          </a:prstGeom>
          <a:noFill/>
          <a:ln/>
        </p:spPr>
        <p:txBody>
          <a:bodyPr wrap="square" lIns="0" tIns="0" rIns="0" bIns="0" rtlCol="0" anchor="t"/>
          <a:lstStyle/>
          <a:p>
            <a:pPr algn="ctr" indent="0" marL="0">
              <a:buNone/>
            </a:pPr>
            <a:r>
              <a:rPr lang="en-US" sz="938" b="1" dirty="0">
                <a:solidFill>
                  <a:srgbClr val="FBF7F1"/>
                </a:solidFill>
                <a:latin typeface="Noto Sans TC" pitchFamily="34" charset="0"/>
                <a:ea typeface="Noto Sans TC" pitchFamily="34" charset="-122"/>
                <a:cs typeface="Noto Sans TC" pitchFamily="34" charset="-120"/>
              </a:rPr>
              <a:t>② 大頭貼</a:t>
            </a:r>
            <a:endParaRPr lang="en-US" sz="938" dirty="0"/>
          </a:p>
        </p:txBody>
      </p:sp>
      <p:sp>
        <p:nvSpPr>
          <p:cNvPr id="26" name="Text 23"/>
          <p:cNvSpPr txBox="1"/>
          <p:nvPr/>
        </p:nvSpPr>
        <p:spPr>
          <a:xfrm>
            <a:off x="10820461" y="2495580"/>
            <a:ext cx="515722" cy="200071"/>
          </a:xfrm>
          <a:prstGeom prst="rect">
            <a:avLst/>
          </a:prstGeom>
          <a:noFill/>
          <a:ln/>
        </p:spPr>
        <p:txBody>
          <a:bodyPr wrap="square" lIns="0" tIns="0" rIns="0" bIns="0" rtlCol="0" anchor="t"/>
          <a:lstStyle/>
          <a:p>
            <a:pPr algn="ctr" indent="0" marL="0">
              <a:buNone/>
            </a:pPr>
            <a:r>
              <a:rPr lang="en-US" sz="938" b="1" dirty="0">
                <a:solidFill>
                  <a:srgbClr val="FBF7F1"/>
                </a:solidFill>
                <a:latin typeface="Noto Sans TC" pitchFamily="34" charset="0"/>
                <a:ea typeface="Noto Sans TC" pitchFamily="34" charset="-122"/>
                <a:cs typeface="Noto Sans TC" pitchFamily="34" charset="-120"/>
              </a:rPr>
              <a:t>① 名稱</a:t>
            </a:r>
            <a:endParaRPr lang="en-US" sz="938" dirty="0"/>
          </a:p>
        </p:txBody>
      </p:sp>
      <p:sp>
        <p:nvSpPr>
          <p:cNvPr id="27" name="Text 24"/>
          <p:cNvSpPr txBox="1"/>
          <p:nvPr/>
        </p:nvSpPr>
        <p:spPr>
          <a:xfrm>
            <a:off x="10853837" y="2933670"/>
            <a:ext cx="634776" cy="200071"/>
          </a:xfrm>
          <a:prstGeom prst="rect">
            <a:avLst/>
          </a:prstGeom>
          <a:noFill/>
          <a:ln/>
        </p:spPr>
        <p:txBody>
          <a:bodyPr wrap="square" lIns="0" tIns="0" rIns="0" bIns="0" rtlCol="0" anchor="t"/>
          <a:lstStyle/>
          <a:p>
            <a:pPr algn="ctr" indent="0" marL="0">
              <a:buNone/>
            </a:pPr>
            <a:r>
              <a:rPr lang="en-US" sz="938" b="1" dirty="0">
                <a:solidFill>
                  <a:srgbClr val="FBF7F1"/>
                </a:solidFill>
                <a:latin typeface="Noto Sans TC" pitchFamily="34" charset="0"/>
                <a:ea typeface="Noto Sans TC" pitchFamily="34" charset="-122"/>
                <a:cs typeface="Noto Sans TC" pitchFamily="34" charset="-120"/>
              </a:rPr>
              <a:t>④ 一句話</a:t>
            </a:r>
            <a:endParaRPr lang="en-US" sz="938" dirty="0"/>
          </a:p>
        </p:txBody>
      </p:sp>
      <p:sp>
        <p:nvSpPr>
          <p:cNvPr id="28" name="Text 25"/>
          <p:cNvSpPr txBox="1"/>
          <p:nvPr/>
        </p:nvSpPr>
        <p:spPr>
          <a:xfrm>
            <a:off x="10848990" y="3219420"/>
            <a:ext cx="753831" cy="200071"/>
          </a:xfrm>
          <a:prstGeom prst="rect">
            <a:avLst/>
          </a:prstGeom>
          <a:noFill/>
          <a:ln/>
        </p:spPr>
        <p:txBody>
          <a:bodyPr wrap="square" lIns="0" tIns="0" rIns="0" bIns="0" rtlCol="0" anchor="t"/>
          <a:lstStyle/>
          <a:p>
            <a:pPr algn="ctr" indent="0" marL="0">
              <a:buNone/>
            </a:pPr>
            <a:r>
              <a:rPr lang="en-US" sz="938" b="1" dirty="0">
                <a:solidFill>
                  <a:srgbClr val="FBF7F1"/>
                </a:solidFill>
                <a:latin typeface="Noto Sans TC" pitchFamily="34" charset="0"/>
                <a:ea typeface="Noto Sans TC" pitchFamily="34" charset="-122"/>
                <a:cs typeface="Noto Sans TC" pitchFamily="34" charset="-120"/>
              </a:rPr>
              <a:t>⑤ 聯絡方式</a:t>
            </a:r>
            <a:endParaRPr lang="en-US" sz="938" dirty="0"/>
          </a:p>
        </p:txBody>
      </p:sp>
      <p:sp>
        <p:nvSpPr>
          <p:cNvPr id="29" name="Text 26"/>
          <p:cNvSpPr txBox="1"/>
          <p:nvPr/>
        </p:nvSpPr>
        <p:spPr>
          <a:xfrm>
            <a:off x="10605486" y="304770"/>
            <a:ext cx="717804" cy="209580"/>
          </a:xfrm>
          <a:prstGeom prst="rect">
            <a:avLst/>
          </a:prstGeom>
          <a:noFill/>
          <a:ln/>
        </p:spPr>
        <p:txBody>
          <a:bodyPr wrap="square" lIns="0" tIns="0" rIns="0" bIns="0" rtlCol="0" anchor="t"/>
          <a:lstStyle/>
          <a:p>
            <a:pPr algn="l" indent="0" marL="0">
              <a:buNone/>
            </a:pPr>
            <a:r>
              <a:rPr lang="en-US" sz="1013" b="1" spc="142" kern="0" dirty="0">
                <a:solidFill>
                  <a:srgbClr val="FBF7F1"/>
                </a:solidFill>
                <a:latin typeface="Noto Sans TC" pitchFamily="34" charset="0"/>
                <a:ea typeface="Noto Sans TC" pitchFamily="34" charset="-122"/>
                <a:cs typeface="Noto Sans TC" pitchFamily="34" charset="-120"/>
              </a:rPr>
              <a:t>對照檢查</a:t>
            </a:r>
            <a:endParaRPr lang="en-US" sz="1013" dirty="0"/>
          </a:p>
        </p:txBody>
      </p:sp>
      <p:sp>
        <p:nvSpPr>
          <p:cNvPr id="30" name="Text 27"/>
          <p:cNvSpPr txBox="1"/>
          <p:nvPr/>
        </p:nvSpPr>
        <p:spPr>
          <a:xfrm>
            <a:off x="761970" y="6438930"/>
            <a:ext cx="1338042" cy="200071"/>
          </a:xfrm>
          <a:prstGeom prst="rect">
            <a:avLst/>
          </a:prstGeom>
          <a:noFill/>
          <a:ln/>
        </p:spPr>
        <p:txBody>
          <a:bodyPr wrap="square" lIns="0" tIns="0" rIns="0" bIns="0" rtlCol="0" anchor="t"/>
          <a:lstStyle/>
          <a:p>
            <a:pPr algn="l" indent="0" marL="0">
              <a:buNone/>
            </a:pPr>
            <a:r>
              <a:rPr lang="en-US" sz="938" b="1" spc="56" kern="0" dirty="0">
                <a:solidFill>
                  <a:srgbClr val="9C8B7C"/>
                </a:solidFill>
                <a:latin typeface="Noto Sans TC" pitchFamily="34" charset="0"/>
                <a:ea typeface="Noto Sans TC" pitchFamily="34" charset="-122"/>
                <a:cs typeface="Noto Sans TC" pitchFamily="34" charset="-120"/>
              </a:rPr>
              <a:t>PART 3 · 10:26</a:t>
            </a:r>
            <a:endParaRPr lang="en-US" sz="938" dirty="0"/>
          </a:p>
        </p:txBody>
      </p:sp>
      <p:sp>
        <p:nvSpPr>
          <p:cNvPr id="31" name="Text 28"/>
          <p:cNvSpPr txBox="1"/>
          <p:nvPr/>
        </p:nvSpPr>
        <p:spPr>
          <a:xfrm>
            <a:off x="10922599" y="6438930"/>
            <a:ext cx="562630" cy="200071"/>
          </a:xfrm>
          <a:prstGeom prst="rect">
            <a:avLst/>
          </a:prstGeom>
          <a:noFill/>
          <a:ln/>
        </p:spPr>
        <p:txBody>
          <a:bodyPr wrap="square" lIns="0" tIns="0" rIns="0" bIns="0" rtlCol="0" anchor="t"/>
          <a:lstStyle/>
          <a:p>
            <a:pPr algn="l" indent="0" marL="0">
              <a:buNone/>
            </a:pPr>
            <a:r>
              <a:rPr lang="en-US" sz="938" b="1" spc="56" kern="0" dirty="0">
                <a:solidFill>
                  <a:srgbClr val="9C8B7C"/>
                </a:solidFill>
                <a:latin typeface="Noto Sans TC" pitchFamily="34" charset="0"/>
                <a:ea typeface="Noto Sans TC" pitchFamily="34" charset="-122"/>
                <a:cs typeface="Noto Sans TC" pitchFamily="34" charset="-120"/>
              </a:rPr>
              <a:t>19 / 75</a:t>
            </a:r>
            <a:endParaRPr lang="en-US" sz="938"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BF7F1"/>
        </a:solidFill>
      </p:bgPr>
    </p:bg>
    <p:spTree>
      <p:nvGrpSpPr>
        <p:cNvPr id="1" name=""/>
        <p:cNvGrpSpPr/>
        <p:nvPr/>
      </p:nvGrpSpPr>
      <p:grpSpPr>
        <a:xfrm>
          <a:off x="0" y="0"/>
          <a:ext cx="0" cy="0"/>
          <a:chOff x="0" y="0"/>
          <a:chExt cx="0" cy="0"/>
        </a:xfrm>
      </p:grpSpPr>
      <p:pic>
        <p:nvPicPr>
          <p:cNvPr id="2" name="Image 0" descr="/home/user/gogoeveryday/social-course/export-pptx/build/bg/20.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761970" y="132862"/>
            <a:ext cx="1500713" cy="219090"/>
          </a:xfrm>
          <a:prstGeom prst="rect">
            <a:avLst/>
          </a:prstGeom>
          <a:noFill/>
          <a:ln/>
        </p:spPr>
        <p:txBody>
          <a:bodyPr wrap="square" lIns="0" tIns="0" rIns="0" bIns="0" rtlCol="0" anchor="t"/>
          <a:lstStyle/>
          <a:p>
            <a:pPr algn="l" indent="0" marL="0">
              <a:buNone/>
            </a:pPr>
            <a:r>
              <a:rPr lang="en-US" sz="1125" b="1" spc="225" kern="0" dirty="0">
                <a:solidFill>
                  <a:srgbClr val="C05F3C"/>
                </a:solidFill>
                <a:latin typeface="Noto Sans TC" pitchFamily="34" charset="0"/>
                <a:ea typeface="Noto Sans TC" pitchFamily="34" charset="-122"/>
                <a:cs typeface="Noto Sans TC" pitchFamily="34" charset="-120"/>
              </a:rPr>
              <a:t>Before / After</a:t>
            </a:r>
            <a:endParaRPr lang="en-US" sz="1125" dirty="0"/>
          </a:p>
        </p:txBody>
      </p:sp>
      <p:sp>
        <p:nvSpPr>
          <p:cNvPr id="4" name="Text 1"/>
          <p:cNvSpPr txBox="1"/>
          <p:nvPr/>
        </p:nvSpPr>
        <p:spPr>
          <a:xfrm>
            <a:off x="761970" y="437723"/>
            <a:ext cx="3653028" cy="1036290"/>
          </a:xfrm>
          <a:prstGeom prst="rect">
            <a:avLst/>
          </a:prstGeom>
          <a:noFill/>
          <a:ln/>
        </p:spPr>
        <p:txBody>
          <a:bodyPr wrap="square" lIns="0" tIns="0" rIns="0" bIns="0" rtlCol="0" anchor="t"/>
          <a:lstStyle/>
          <a:p>
            <a:pPr algn="l" indent="0" marL="0">
              <a:lnSpc>
                <a:spcPts val="3660"/>
              </a:lnSpc>
              <a:buNone/>
            </a:pPr>
            <a:r>
              <a:rPr lang="en-US" sz="3000" b="1" spc="-60" kern="0" dirty="0">
                <a:solidFill>
                  <a:srgbClr val="241C17"/>
                </a:solidFill>
                <a:latin typeface="Noto Sans TC" pitchFamily="34" charset="0"/>
                <a:ea typeface="Noto Sans TC" pitchFamily="34" charset="-122"/>
                <a:cs typeface="Noto Sans TC" pitchFamily="34" charset="-120"/>
              </a:rPr>
              <a:t>讓陌生人看名稱，</a:t>
            </a:r>
            <a:endParaRPr lang="en-US" sz="3000" dirty="0"/>
          </a:p>
          <a:p>
            <a:pPr algn="l" indent="0" marL="0">
              <a:lnSpc>
                <a:spcPts val="3660"/>
              </a:lnSpc>
              <a:buNone/>
            </a:pPr>
            <a:r>
              <a:rPr lang="en-US" sz="3000" b="1" spc="-60" kern="0" dirty="0">
                <a:solidFill>
                  <a:srgbClr val="241C17"/>
                </a:solidFill>
                <a:latin typeface="Noto Sans TC" pitchFamily="34" charset="0"/>
                <a:ea typeface="Noto Sans TC" pitchFamily="34" charset="-122"/>
                <a:cs typeface="Noto Sans TC" pitchFamily="34" charset="-120"/>
              </a:rPr>
              <a:t>就知道你在做什麼。</a:t>
            </a:r>
            <a:endParaRPr lang="en-US" sz="3000" dirty="0"/>
          </a:p>
        </p:txBody>
      </p:sp>
      <p:sp>
        <p:nvSpPr>
          <p:cNvPr id="5" name="Text 2"/>
          <p:cNvSpPr txBox="1"/>
          <p:nvPr/>
        </p:nvSpPr>
        <p:spPr>
          <a:xfrm>
            <a:off x="2405878" y="4196182"/>
            <a:ext cx="283830" cy="276240"/>
          </a:xfrm>
          <a:prstGeom prst="rect">
            <a:avLst/>
          </a:prstGeom>
          <a:noFill/>
          <a:ln/>
        </p:spPr>
        <p:txBody>
          <a:bodyPr wrap="square" lIns="0" tIns="0" rIns="0" bIns="0" rtlCol="0" anchor="t"/>
          <a:lstStyle/>
          <a:p>
            <a:pPr algn="ctr" indent="0" marL="0">
              <a:lnSpc>
                <a:spcPts val="2066"/>
              </a:lnSpc>
              <a:buNone/>
            </a:pPr>
            <a:r>
              <a:rPr lang="en-US" sz="1425" b="1" dirty="0">
                <a:solidFill>
                  <a:srgbClr val="C05F3C"/>
                </a:solidFill>
                <a:latin typeface="Noto Sans TC" pitchFamily="34" charset="0"/>
                <a:ea typeface="Noto Sans TC" pitchFamily="34" charset="-122"/>
                <a:cs typeface="Noto Sans TC" pitchFamily="34" charset="-120"/>
              </a:rPr>
              <a:t>✕</a:t>
            </a:r>
            <a:endParaRPr lang="en-US" sz="1425" dirty="0"/>
          </a:p>
        </p:txBody>
      </p:sp>
      <p:sp>
        <p:nvSpPr>
          <p:cNvPr id="6" name="Text 3"/>
          <p:cNvSpPr txBox="1"/>
          <p:nvPr/>
        </p:nvSpPr>
        <p:spPr>
          <a:xfrm>
            <a:off x="2649474" y="4196182"/>
            <a:ext cx="1625620" cy="276240"/>
          </a:xfrm>
          <a:prstGeom prst="rect">
            <a:avLst/>
          </a:prstGeom>
          <a:noFill/>
          <a:ln/>
        </p:spPr>
        <p:txBody>
          <a:bodyPr wrap="square" lIns="0" tIns="0" rIns="0" bIns="0" rtlCol="0" anchor="t"/>
          <a:lstStyle/>
          <a:p>
            <a:pPr algn="ctr" indent="0" marL="0">
              <a:lnSpc>
                <a:spcPts val="2138"/>
              </a:lnSpc>
              <a:buNone/>
            </a:pPr>
            <a:r>
              <a:rPr lang="en-US" sz="1425" b="1" dirty="0">
                <a:solidFill>
                  <a:srgbClr val="4A3C33"/>
                </a:solidFill>
                <a:latin typeface="Noto Sans TC" pitchFamily="34" charset="0"/>
                <a:ea typeface="Noto Sans TC" pitchFamily="34" charset="-122"/>
                <a:cs typeface="Noto Sans TC" pitchFamily="34" charset="-120"/>
              </a:rPr>
              <a:t>看不出來在賣什麼</a:t>
            </a:r>
            <a:endParaRPr lang="en-US" sz="1425" dirty="0"/>
          </a:p>
        </p:txBody>
      </p:sp>
      <p:sp>
        <p:nvSpPr>
          <p:cNvPr id="7" name="Text 4"/>
          <p:cNvSpPr txBox="1"/>
          <p:nvPr/>
        </p:nvSpPr>
        <p:spPr>
          <a:xfrm>
            <a:off x="7738110" y="4196182"/>
            <a:ext cx="262433" cy="276240"/>
          </a:xfrm>
          <a:prstGeom prst="rect">
            <a:avLst/>
          </a:prstGeom>
          <a:noFill/>
          <a:ln/>
        </p:spPr>
        <p:txBody>
          <a:bodyPr wrap="square" lIns="0" tIns="0" rIns="0" bIns="0" rtlCol="0" anchor="t"/>
          <a:lstStyle/>
          <a:p>
            <a:pPr algn="ctr" indent="0" marL="0">
              <a:lnSpc>
                <a:spcPts val="2066"/>
              </a:lnSpc>
              <a:buNone/>
            </a:pPr>
            <a:r>
              <a:rPr lang="en-US" sz="1425" b="1" dirty="0">
                <a:solidFill>
                  <a:srgbClr val="5F7A63"/>
                </a:solidFill>
                <a:latin typeface="Noto Sans TC" pitchFamily="34" charset="0"/>
                <a:ea typeface="Noto Sans TC" pitchFamily="34" charset="-122"/>
                <a:cs typeface="Noto Sans TC" pitchFamily="34" charset="-120"/>
              </a:rPr>
              <a:t>✓</a:t>
            </a:r>
            <a:endParaRPr lang="en-US" sz="1425" dirty="0"/>
          </a:p>
        </p:txBody>
      </p:sp>
      <p:sp>
        <p:nvSpPr>
          <p:cNvPr id="8" name="Text 5"/>
          <p:cNvSpPr txBox="1"/>
          <p:nvPr/>
        </p:nvSpPr>
        <p:spPr>
          <a:xfrm>
            <a:off x="7946868" y="4196182"/>
            <a:ext cx="2096445" cy="276240"/>
          </a:xfrm>
          <a:prstGeom prst="rect">
            <a:avLst/>
          </a:prstGeom>
          <a:noFill/>
          <a:ln/>
        </p:spPr>
        <p:txBody>
          <a:bodyPr wrap="square" lIns="0" tIns="0" rIns="0" bIns="0" rtlCol="0" anchor="t"/>
          <a:lstStyle/>
          <a:p>
            <a:pPr algn="ctr" indent="0" marL="0">
              <a:lnSpc>
                <a:spcPts val="2138"/>
              </a:lnSpc>
              <a:buNone/>
            </a:pPr>
            <a:r>
              <a:rPr lang="en-US" sz="1425" b="1" dirty="0">
                <a:solidFill>
                  <a:srgbClr val="4A3C33"/>
                </a:solidFill>
                <a:latin typeface="Noto Sans TC" pitchFamily="34" charset="0"/>
                <a:ea typeface="Noto Sans TC" pitchFamily="34" charset="-122"/>
                <a:cs typeface="Noto Sans TC" pitchFamily="34" charset="-120"/>
              </a:rPr>
              <a:t>商品 ＋ 地區，一眼就懂</a:t>
            </a:r>
            <a:endParaRPr lang="en-US" sz="1425" dirty="0"/>
          </a:p>
        </p:txBody>
      </p:sp>
      <p:sp>
        <p:nvSpPr>
          <p:cNvPr id="9" name="Text 6"/>
          <p:cNvSpPr txBox="1"/>
          <p:nvPr/>
        </p:nvSpPr>
        <p:spPr>
          <a:xfrm>
            <a:off x="1552560" y="4972507"/>
            <a:ext cx="4377324" cy="590520"/>
          </a:xfrm>
          <a:prstGeom prst="rect">
            <a:avLst/>
          </a:prstGeom>
          <a:noFill/>
          <a:ln/>
        </p:spPr>
        <p:txBody>
          <a:bodyPr wrap="square" lIns="0" tIns="0" rIns="0" bIns="0" rtlCol="0" anchor="t"/>
          <a:lstStyle/>
          <a:p>
            <a:pPr algn="l" indent="0" marL="0">
              <a:lnSpc>
                <a:spcPts val="2325"/>
              </a:lnSpc>
              <a:buNone/>
            </a:pPr>
            <a:r>
              <a:rPr lang="en-US" sz="1500" b="1" dirty="0">
                <a:solidFill>
                  <a:srgbClr val="4A3C33"/>
                </a:solidFill>
                <a:latin typeface="Noto Sans TC" pitchFamily="34" charset="0"/>
                <a:ea typeface="Noto Sans TC" pitchFamily="34" charset="-122"/>
                <a:cs typeface="Noto Sans TC" pitchFamily="34" charset="-120"/>
              </a:rPr>
              <a:t>公式：</a:t>
            </a:r>
            <a:pPr algn="l" indent="0" marL="0">
              <a:lnSpc>
                <a:spcPts val="2325"/>
              </a:lnSpc>
              <a:buNone/>
            </a:pPr>
            <a:r>
              <a:rPr lang="en-US" sz="1500" b="1" dirty="0">
                <a:solidFill>
                  <a:srgbClr val="4A3C33"/>
                </a:solidFill>
                <a:latin typeface="Noto Sans TC" pitchFamily="34" charset="0"/>
                <a:ea typeface="Noto Sans TC" pitchFamily="34" charset="-122"/>
                <a:cs typeface="Noto Sans TC" pitchFamily="34" charset="-120"/>
              </a:rPr>
              <a:t>你做什麼 ＋ 你在哪裡</a:t>
            </a:r>
            <a:pPr algn="l" indent="0" marL="0">
              <a:lnSpc>
                <a:spcPts val="2325"/>
              </a:lnSpc>
              <a:buNone/>
            </a:pPr>
            <a:r>
              <a:rPr lang="en-US" sz="1500" b="1" dirty="0">
                <a:solidFill>
                  <a:srgbClr val="4A3C33"/>
                </a:solidFill>
                <a:latin typeface="Noto Sans TC" pitchFamily="34" charset="0"/>
                <a:ea typeface="Noto Sans TC" pitchFamily="34" charset="-122"/>
                <a:cs typeface="Noto Sans TC" pitchFamily="34" charset="-120"/>
              </a:rPr>
              <a:t>。</a:t>
            </a:r>
            <a:endParaRPr lang="en-US" sz="1500" dirty="0"/>
          </a:p>
          <a:p>
            <a:pPr algn="l" indent="0" marL="0">
              <a:lnSpc>
                <a:spcPts val="2325"/>
              </a:lnSpc>
              <a:buNone/>
            </a:pPr>
            <a:r>
              <a:rPr lang="en-US" sz="1500" b="1" dirty="0">
                <a:solidFill>
                  <a:srgbClr val="4A3C33"/>
                </a:solidFill>
                <a:latin typeface="Noto Sans TC" pitchFamily="34" charset="0"/>
                <a:ea typeface="Noto Sans TC" pitchFamily="34" charset="-122"/>
                <a:cs typeface="Noto Sans TC" pitchFamily="34" charset="-120"/>
              </a:rPr>
              <a:t> 這樣別人搜尋「台中 果醬」時，才可能找到你。</a:t>
            </a:r>
            <a:endParaRPr lang="en-US" sz="1500" dirty="0"/>
          </a:p>
        </p:txBody>
      </p:sp>
      <p:sp>
        <p:nvSpPr>
          <p:cNvPr id="10" name="Text 7"/>
          <p:cNvSpPr txBox="1"/>
          <p:nvPr/>
        </p:nvSpPr>
        <p:spPr>
          <a:xfrm>
            <a:off x="2124060" y="4972507"/>
            <a:ext cx="2000067" cy="295260"/>
          </a:xfrm>
          <a:prstGeom prst="rect">
            <a:avLst/>
          </a:prstGeom>
          <a:noFill/>
          <a:ln/>
        </p:spPr>
        <p:txBody>
          <a:bodyPr wrap="square" lIns="0" tIns="0" rIns="0" bIns="0" rtlCol="0" anchor="t"/>
          <a:lstStyle/>
          <a:p>
            <a:pPr algn="l" indent="0" marL="0">
              <a:lnSpc>
                <a:spcPts val="2325"/>
              </a:lnSpc>
              <a:buNone/>
            </a:pPr>
            <a:r>
              <a:rPr lang="en-US" sz="1500" b="1" dirty="0">
                <a:solidFill>
                  <a:srgbClr val="4A3C33"/>
                </a:solidFill>
                <a:latin typeface="Noto Sans TC" pitchFamily="34" charset="0"/>
                <a:ea typeface="Noto Sans TC" pitchFamily="34" charset="-122"/>
                <a:cs typeface="Noto Sans TC" pitchFamily="34" charset="-120"/>
              </a:rPr>
              <a:t>你做什麼 ＋ 你在哪裡</a:t>
            </a:r>
            <a:endParaRPr lang="en-US" sz="1500" dirty="0"/>
          </a:p>
        </p:txBody>
      </p:sp>
      <p:sp>
        <p:nvSpPr>
          <p:cNvPr id="11" name="Text 8"/>
          <p:cNvSpPr txBox="1"/>
          <p:nvPr/>
        </p:nvSpPr>
        <p:spPr>
          <a:xfrm>
            <a:off x="761970" y="6205941"/>
            <a:ext cx="6585600" cy="228600"/>
          </a:xfrm>
          <a:prstGeom prst="rect">
            <a:avLst/>
          </a:prstGeom>
          <a:noFill/>
          <a:ln/>
        </p:spPr>
        <p:txBody>
          <a:bodyPr wrap="square" lIns="0" tIns="0" rIns="0" bIns="0" rtlCol="0" anchor="t"/>
          <a:lstStyle/>
          <a:p>
            <a:pPr algn="l" indent="0" marL="0">
              <a:lnSpc>
                <a:spcPts val="1802"/>
              </a:lnSpc>
              <a:buNone/>
            </a:pPr>
            <a:r>
              <a:rPr lang="en-US" sz="1163" b="1" dirty="0">
                <a:solidFill>
                  <a:srgbClr val="9C8B7C"/>
                </a:solidFill>
                <a:latin typeface="Noto Sans TC" pitchFamily="34" charset="0"/>
                <a:ea typeface="Noto Sans TC" pitchFamily="34" charset="-122"/>
                <a:cs typeface="Noto Sans TC" pitchFamily="34" charset="-120"/>
              </a:rPr>
              <a:t>＊今天不教品牌命名與故事，那是「品牌故事撰寫」課程的內容。這裡只處理「看不看得懂」。</a:t>
            </a:r>
            <a:endParaRPr lang="en-US" sz="1163" dirty="0"/>
          </a:p>
        </p:txBody>
      </p:sp>
      <p:sp>
        <p:nvSpPr>
          <p:cNvPr id="12" name="Text 9"/>
          <p:cNvSpPr txBox="1"/>
          <p:nvPr/>
        </p:nvSpPr>
        <p:spPr>
          <a:xfrm>
            <a:off x="10458907" y="304770"/>
            <a:ext cx="867766" cy="209580"/>
          </a:xfrm>
          <a:prstGeom prst="rect">
            <a:avLst/>
          </a:prstGeom>
          <a:noFill/>
          <a:ln/>
        </p:spPr>
        <p:txBody>
          <a:bodyPr wrap="square" lIns="0" tIns="0" rIns="0" bIns="0" rtlCol="0" anchor="t"/>
          <a:lstStyle/>
          <a:p>
            <a:pPr algn="l" indent="0" marL="0">
              <a:buNone/>
            </a:pPr>
            <a:r>
              <a:rPr lang="en-US" sz="1013" b="1" spc="142" kern="0" dirty="0">
                <a:solidFill>
                  <a:srgbClr val="FBF7F1"/>
                </a:solidFill>
                <a:latin typeface="Noto Sans TC" pitchFamily="34" charset="0"/>
                <a:ea typeface="Noto Sans TC" pitchFamily="34" charset="-122"/>
                <a:cs typeface="Noto Sans TC" pitchFamily="34" charset="-120"/>
              </a:rPr>
              <a:t>寫一個名稱</a:t>
            </a:r>
            <a:endParaRPr lang="en-US" sz="1013" dirty="0"/>
          </a:p>
        </p:txBody>
      </p:sp>
      <p:sp>
        <p:nvSpPr>
          <p:cNvPr id="13" name="Text 10"/>
          <p:cNvSpPr txBox="1"/>
          <p:nvPr/>
        </p:nvSpPr>
        <p:spPr>
          <a:xfrm>
            <a:off x="761970" y="6438930"/>
            <a:ext cx="1338042" cy="200071"/>
          </a:xfrm>
          <a:prstGeom prst="rect">
            <a:avLst/>
          </a:prstGeom>
          <a:noFill/>
          <a:ln/>
        </p:spPr>
        <p:txBody>
          <a:bodyPr wrap="square" lIns="0" tIns="0" rIns="0" bIns="0" rtlCol="0" anchor="t"/>
          <a:lstStyle/>
          <a:p>
            <a:pPr algn="l" indent="0" marL="0">
              <a:buNone/>
            </a:pPr>
            <a:r>
              <a:rPr lang="en-US" sz="938" b="1" spc="56" kern="0" dirty="0">
                <a:solidFill>
                  <a:srgbClr val="9C8B7C"/>
                </a:solidFill>
                <a:latin typeface="Noto Sans TC" pitchFamily="34" charset="0"/>
                <a:ea typeface="Noto Sans TC" pitchFamily="34" charset="-122"/>
                <a:cs typeface="Noto Sans TC" pitchFamily="34" charset="-120"/>
              </a:rPr>
              <a:t>PART 3 · 10:32</a:t>
            </a:r>
            <a:endParaRPr lang="en-US" sz="938" dirty="0"/>
          </a:p>
        </p:txBody>
      </p:sp>
      <p:sp>
        <p:nvSpPr>
          <p:cNvPr id="14" name="Text 11"/>
          <p:cNvSpPr txBox="1"/>
          <p:nvPr/>
        </p:nvSpPr>
        <p:spPr>
          <a:xfrm>
            <a:off x="10922599" y="6438930"/>
            <a:ext cx="562630" cy="200071"/>
          </a:xfrm>
          <a:prstGeom prst="rect">
            <a:avLst/>
          </a:prstGeom>
          <a:noFill/>
          <a:ln/>
        </p:spPr>
        <p:txBody>
          <a:bodyPr wrap="square" lIns="0" tIns="0" rIns="0" bIns="0" rtlCol="0" anchor="t"/>
          <a:lstStyle/>
          <a:p>
            <a:pPr algn="l" indent="0" marL="0">
              <a:buNone/>
            </a:pPr>
            <a:r>
              <a:rPr lang="en-US" sz="938" b="1" spc="56" kern="0" dirty="0">
                <a:solidFill>
                  <a:srgbClr val="9C8B7C"/>
                </a:solidFill>
                <a:latin typeface="Noto Sans TC" pitchFamily="34" charset="0"/>
                <a:ea typeface="Noto Sans TC" pitchFamily="34" charset="-122"/>
                <a:cs typeface="Noto Sans TC" pitchFamily="34" charset="-120"/>
              </a:rPr>
              <a:t>20 / 75</a:t>
            </a:r>
            <a:endParaRPr lang="en-US" sz="938"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BF7F1"/>
        </a:solidFill>
      </p:bgPr>
    </p:bg>
    <p:spTree>
      <p:nvGrpSpPr>
        <p:cNvPr id="1" name=""/>
        <p:cNvGrpSpPr/>
        <p:nvPr/>
      </p:nvGrpSpPr>
      <p:grpSpPr>
        <a:xfrm>
          <a:off x="0" y="0"/>
          <a:ext cx="0" cy="0"/>
          <a:chOff x="0" y="0"/>
          <a:chExt cx="0" cy="0"/>
        </a:xfrm>
      </p:grpSpPr>
      <p:pic>
        <p:nvPicPr>
          <p:cNvPr id="2" name="Image 0" descr="/home/user/gogoeveryday/social-course/export-pptx/build/bg/21.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761970" y="604236"/>
            <a:ext cx="1363188" cy="219090"/>
          </a:xfrm>
          <a:prstGeom prst="rect">
            <a:avLst/>
          </a:prstGeom>
          <a:noFill/>
          <a:ln/>
        </p:spPr>
        <p:txBody>
          <a:bodyPr wrap="square" lIns="0" tIns="0" rIns="0" bIns="0" rtlCol="0" anchor="t"/>
          <a:lstStyle/>
          <a:p>
            <a:pPr algn="l" indent="0" marL="0">
              <a:buNone/>
            </a:pPr>
            <a:r>
              <a:rPr lang="en-US" sz="1125" b="1" spc="225" kern="0" dirty="0">
                <a:solidFill>
                  <a:srgbClr val="C05F3C"/>
                </a:solidFill>
                <a:latin typeface="Noto Sans TC" pitchFamily="34" charset="0"/>
                <a:ea typeface="Noto Sans TC" pitchFamily="34" charset="-122"/>
                <a:cs typeface="Noto Sans TC" pitchFamily="34" charset="-120"/>
              </a:rPr>
              <a:t>跟著講師一起做</a:t>
            </a:r>
            <a:endParaRPr lang="en-US" sz="1125" dirty="0"/>
          </a:p>
        </p:txBody>
      </p:sp>
      <p:sp>
        <p:nvSpPr>
          <p:cNvPr id="4" name="Text 1"/>
          <p:cNvSpPr txBox="1"/>
          <p:nvPr/>
        </p:nvSpPr>
        <p:spPr>
          <a:xfrm>
            <a:off x="761970" y="909005"/>
            <a:ext cx="2346990" cy="542971"/>
          </a:xfrm>
          <a:prstGeom prst="rect">
            <a:avLst/>
          </a:prstGeom>
          <a:noFill/>
          <a:ln/>
        </p:spPr>
        <p:txBody>
          <a:bodyPr wrap="square" lIns="0" tIns="0" rIns="0" bIns="0" rtlCol="0" anchor="t"/>
          <a:lstStyle/>
          <a:p>
            <a:pPr algn="l" indent="0" marL="0">
              <a:lnSpc>
                <a:spcPts val="3477"/>
              </a:lnSpc>
              <a:buNone/>
            </a:pPr>
            <a:r>
              <a:rPr lang="en-US" sz="2850" b="1" spc="-57" kern="0" dirty="0">
                <a:solidFill>
                  <a:srgbClr val="241C17"/>
                </a:solidFill>
                <a:latin typeface="Noto Sans TC" pitchFamily="34" charset="0"/>
                <a:ea typeface="Noto Sans TC" pitchFamily="34" charset="-122"/>
                <a:cs typeface="Noto Sans TC" pitchFamily="34" charset="-120"/>
              </a:rPr>
              <a:t>現在拿出手機</a:t>
            </a:r>
            <a:endParaRPr lang="en-US" sz="2850" dirty="0"/>
          </a:p>
        </p:txBody>
      </p:sp>
      <p:sp>
        <p:nvSpPr>
          <p:cNvPr id="5" name="Text 2"/>
          <p:cNvSpPr txBox="1"/>
          <p:nvPr/>
        </p:nvSpPr>
        <p:spPr>
          <a:xfrm>
            <a:off x="761970" y="1483980"/>
            <a:ext cx="3483315" cy="722742"/>
          </a:xfrm>
          <a:prstGeom prst="rect">
            <a:avLst/>
          </a:prstGeom>
          <a:noFill/>
          <a:ln/>
        </p:spPr>
        <p:txBody>
          <a:bodyPr wrap="square" lIns="0" tIns="0" rIns="0" bIns="0" rtlCol="0" anchor="t"/>
          <a:lstStyle/>
          <a:p>
            <a:pPr algn="l" indent="0" marL="0">
              <a:lnSpc>
                <a:spcPts val="2916"/>
              </a:lnSpc>
              <a:buNone/>
            </a:pPr>
            <a:r>
              <a:rPr lang="en-US" sz="1800" dirty="0">
                <a:solidFill>
                  <a:srgbClr val="4A3C33"/>
                </a:solidFill>
                <a:latin typeface="Noto Sans TC" pitchFamily="34" charset="0"/>
                <a:ea typeface="Noto Sans TC" pitchFamily="34" charset="-122"/>
                <a:cs typeface="Noto Sans TC" pitchFamily="34" charset="-120"/>
              </a:rPr>
              <a:t>做完一項就打一個勾。</a:t>
            </a:r>
            <a:endParaRPr lang="en-US" sz="1800" dirty="0"/>
          </a:p>
          <a:p>
            <a:pPr algn="l" indent="0" marL="0">
              <a:lnSpc>
                <a:spcPts val="2916"/>
              </a:lnSpc>
              <a:buNone/>
            </a:pPr>
            <a:r>
              <a:rPr lang="en-US" sz="1800" dirty="0">
                <a:solidFill>
                  <a:srgbClr val="4A3C33"/>
                </a:solidFill>
                <a:latin typeface="Noto Sans TC" pitchFamily="34" charset="0"/>
                <a:ea typeface="Noto Sans TC" pitchFamily="34" charset="-122"/>
                <a:cs typeface="Noto Sans TC" pitchFamily="34" charset="-120"/>
              </a:rPr>
              <a:t>做不完沒關係，記下來回家做。</a:t>
            </a:r>
            <a:endParaRPr lang="en-US" sz="1800" dirty="0"/>
          </a:p>
        </p:txBody>
      </p:sp>
      <p:sp>
        <p:nvSpPr>
          <p:cNvPr id="6" name="Text 3"/>
          <p:cNvSpPr txBox="1"/>
          <p:nvPr/>
        </p:nvSpPr>
        <p:spPr>
          <a:xfrm>
            <a:off x="1304940" y="2576962"/>
            <a:ext cx="1772107" cy="266730"/>
          </a:xfrm>
          <a:prstGeom prst="rect">
            <a:avLst/>
          </a:prstGeom>
          <a:noFill/>
          <a:ln/>
        </p:spPr>
        <p:txBody>
          <a:bodyPr wrap="square" lIns="0" tIns="0" rIns="0" bIns="0" rtlCol="0" anchor="t"/>
          <a:lstStyle/>
          <a:p>
            <a:pPr algn="l" indent="0" marL="0">
              <a:buNone/>
            </a:pPr>
            <a:r>
              <a:rPr lang="en-US" sz="1388" b="1" dirty="0">
                <a:solidFill>
                  <a:srgbClr val="4A3C33"/>
                </a:solidFill>
                <a:latin typeface="Noto Sans TC" pitchFamily="34" charset="0"/>
                <a:ea typeface="Noto Sans TC" pitchFamily="34" charset="-122"/>
                <a:cs typeface="Noto Sans TC" pitchFamily="34" charset="-120"/>
              </a:rPr>
              <a:t>找到／建立粉絲專頁</a:t>
            </a:r>
            <a:endParaRPr lang="en-US" sz="1388" dirty="0"/>
          </a:p>
        </p:txBody>
      </p:sp>
      <p:sp>
        <p:nvSpPr>
          <p:cNvPr id="7" name="Text 4"/>
          <p:cNvSpPr txBox="1"/>
          <p:nvPr/>
        </p:nvSpPr>
        <p:spPr>
          <a:xfrm>
            <a:off x="1304940" y="3205612"/>
            <a:ext cx="1025042" cy="266730"/>
          </a:xfrm>
          <a:prstGeom prst="rect">
            <a:avLst/>
          </a:prstGeom>
          <a:noFill/>
          <a:ln/>
        </p:spPr>
        <p:txBody>
          <a:bodyPr wrap="square" lIns="0" tIns="0" rIns="0" bIns="0" rtlCol="0" anchor="t"/>
          <a:lstStyle/>
          <a:p>
            <a:pPr algn="l" indent="0" marL="0">
              <a:buNone/>
            </a:pPr>
            <a:r>
              <a:rPr lang="en-US" sz="1388" b="1" dirty="0">
                <a:solidFill>
                  <a:srgbClr val="4A3C33"/>
                </a:solidFill>
                <a:latin typeface="Noto Sans TC" pitchFamily="34" charset="0"/>
                <a:ea typeface="Noto Sans TC" pitchFamily="34" charset="-122"/>
                <a:cs typeface="Noto Sans TC" pitchFamily="34" charset="-120"/>
              </a:rPr>
              <a:t>修改大頭貼</a:t>
            </a:r>
            <a:endParaRPr lang="en-US" sz="1388" dirty="0"/>
          </a:p>
        </p:txBody>
      </p:sp>
      <p:sp>
        <p:nvSpPr>
          <p:cNvPr id="8" name="Text 5"/>
          <p:cNvSpPr txBox="1"/>
          <p:nvPr/>
        </p:nvSpPr>
        <p:spPr>
          <a:xfrm>
            <a:off x="1304940" y="3834262"/>
            <a:ext cx="1211763" cy="266730"/>
          </a:xfrm>
          <a:prstGeom prst="rect">
            <a:avLst/>
          </a:prstGeom>
          <a:noFill/>
          <a:ln/>
        </p:spPr>
        <p:txBody>
          <a:bodyPr wrap="square" lIns="0" tIns="0" rIns="0" bIns="0" rtlCol="0" anchor="t"/>
          <a:lstStyle/>
          <a:p>
            <a:pPr algn="l" indent="0" marL="0">
              <a:buNone/>
            </a:pPr>
            <a:r>
              <a:rPr lang="en-US" sz="1388" b="1" dirty="0">
                <a:solidFill>
                  <a:srgbClr val="4A3C33"/>
                </a:solidFill>
                <a:latin typeface="Noto Sans TC" pitchFamily="34" charset="0"/>
                <a:ea typeface="Noto Sans TC" pitchFamily="34" charset="-122"/>
                <a:cs typeface="Noto Sans TC" pitchFamily="34" charset="-120"/>
              </a:rPr>
              <a:t>修改封面照片</a:t>
            </a:r>
            <a:endParaRPr lang="en-US" sz="1388" dirty="0"/>
          </a:p>
        </p:txBody>
      </p:sp>
      <p:sp>
        <p:nvSpPr>
          <p:cNvPr id="9" name="Text 6"/>
          <p:cNvSpPr txBox="1"/>
          <p:nvPr/>
        </p:nvSpPr>
        <p:spPr>
          <a:xfrm>
            <a:off x="1304940" y="4462912"/>
            <a:ext cx="1211763" cy="266730"/>
          </a:xfrm>
          <a:prstGeom prst="rect">
            <a:avLst/>
          </a:prstGeom>
          <a:noFill/>
          <a:ln/>
        </p:spPr>
        <p:txBody>
          <a:bodyPr wrap="square" lIns="0" tIns="0" rIns="0" bIns="0" rtlCol="0" anchor="t"/>
          <a:lstStyle/>
          <a:p>
            <a:pPr algn="l" indent="0" marL="0">
              <a:buNone/>
            </a:pPr>
            <a:r>
              <a:rPr lang="en-US" sz="1388" b="1" dirty="0">
                <a:solidFill>
                  <a:srgbClr val="4A3C33"/>
                </a:solidFill>
                <a:latin typeface="Noto Sans TC" pitchFamily="34" charset="0"/>
                <a:ea typeface="Noto Sans TC" pitchFamily="34" charset="-122"/>
                <a:cs typeface="Noto Sans TC" pitchFamily="34" charset="-120"/>
              </a:rPr>
              <a:t>檢查簡介文字</a:t>
            </a:r>
            <a:endParaRPr lang="en-US" sz="1388" dirty="0"/>
          </a:p>
        </p:txBody>
      </p:sp>
      <p:sp>
        <p:nvSpPr>
          <p:cNvPr id="10" name="Text 7"/>
          <p:cNvSpPr txBox="1"/>
          <p:nvPr/>
        </p:nvSpPr>
        <p:spPr>
          <a:xfrm>
            <a:off x="1304940" y="5091562"/>
            <a:ext cx="2612258" cy="266730"/>
          </a:xfrm>
          <a:prstGeom prst="rect">
            <a:avLst/>
          </a:prstGeom>
          <a:noFill/>
          <a:ln/>
        </p:spPr>
        <p:txBody>
          <a:bodyPr wrap="square" lIns="0" tIns="0" rIns="0" bIns="0" rtlCol="0" anchor="t"/>
          <a:lstStyle/>
          <a:p>
            <a:pPr algn="l" indent="0" marL="0">
              <a:buNone/>
            </a:pPr>
            <a:r>
              <a:rPr lang="en-US" sz="1388" b="1" dirty="0">
                <a:solidFill>
                  <a:srgbClr val="4A3C33"/>
                </a:solidFill>
                <a:latin typeface="Noto Sans TC" pitchFamily="34" charset="0"/>
                <a:ea typeface="Noto Sans TC" pitchFamily="34" charset="-122"/>
                <a:cs typeface="Noto Sans TC" pitchFamily="34" charset="-120"/>
              </a:rPr>
              <a:t>檢查聯絡方式（電話或 LINE）</a:t>
            </a:r>
            <a:endParaRPr lang="en-US" sz="1388" dirty="0"/>
          </a:p>
        </p:txBody>
      </p:sp>
      <p:sp>
        <p:nvSpPr>
          <p:cNvPr id="11" name="Text 8"/>
          <p:cNvSpPr txBox="1"/>
          <p:nvPr/>
        </p:nvSpPr>
        <p:spPr>
          <a:xfrm>
            <a:off x="1304940" y="5720212"/>
            <a:ext cx="1398575" cy="266730"/>
          </a:xfrm>
          <a:prstGeom prst="rect">
            <a:avLst/>
          </a:prstGeom>
          <a:noFill/>
          <a:ln/>
        </p:spPr>
        <p:txBody>
          <a:bodyPr wrap="square" lIns="0" tIns="0" rIns="0" bIns="0" rtlCol="0" anchor="t"/>
          <a:lstStyle/>
          <a:p>
            <a:pPr algn="l" indent="0" marL="0">
              <a:buNone/>
            </a:pPr>
            <a:r>
              <a:rPr lang="en-US" sz="1388" b="1" dirty="0">
                <a:solidFill>
                  <a:srgbClr val="4A3C33"/>
                </a:solidFill>
                <a:latin typeface="Noto Sans TC" pitchFamily="34" charset="0"/>
                <a:ea typeface="Noto Sans TC" pitchFamily="34" charset="-122"/>
                <a:cs typeface="Noto Sans TC" pitchFamily="34" charset="-120"/>
              </a:rPr>
              <a:t>找到發文的位置</a:t>
            </a:r>
            <a:endParaRPr lang="en-US" sz="1388" dirty="0"/>
          </a:p>
        </p:txBody>
      </p:sp>
      <p:sp>
        <p:nvSpPr>
          <p:cNvPr id="12" name="Text 9"/>
          <p:cNvSpPr txBox="1"/>
          <p:nvPr/>
        </p:nvSpPr>
        <p:spPr>
          <a:xfrm>
            <a:off x="8505932" y="5886450"/>
            <a:ext cx="1490381" cy="209580"/>
          </a:xfrm>
          <a:prstGeom prst="rect">
            <a:avLst/>
          </a:prstGeom>
          <a:noFill/>
          <a:ln/>
        </p:spPr>
        <p:txBody>
          <a:bodyPr wrap="square" lIns="0" tIns="0" rIns="0" bIns="0" rtlCol="0" anchor="t"/>
          <a:lstStyle/>
          <a:p>
            <a:pPr algn="ctr" indent="0" marL="0">
              <a:buNone/>
            </a:pPr>
            <a:r>
              <a:rPr lang="en-US" sz="1050" b="1" spc="105" kern="0" dirty="0">
                <a:solidFill>
                  <a:srgbClr val="9C8B7C"/>
                </a:solidFill>
                <a:latin typeface="Noto Sans TC" pitchFamily="34" charset="0"/>
                <a:ea typeface="Noto Sans TC" pitchFamily="34" charset="-122"/>
                <a:cs typeface="Noto Sans TC" pitchFamily="34" charset="-120"/>
              </a:rPr>
              <a:t>講師手機請同步投影</a:t>
            </a:r>
            <a:endParaRPr lang="en-US" sz="1050" dirty="0"/>
          </a:p>
        </p:txBody>
      </p:sp>
      <p:sp>
        <p:nvSpPr>
          <p:cNvPr id="13" name="Text 10"/>
          <p:cNvSpPr txBox="1"/>
          <p:nvPr/>
        </p:nvSpPr>
        <p:spPr>
          <a:xfrm>
            <a:off x="10605486" y="304770"/>
            <a:ext cx="717804" cy="209580"/>
          </a:xfrm>
          <a:prstGeom prst="rect">
            <a:avLst/>
          </a:prstGeom>
          <a:noFill/>
          <a:ln/>
        </p:spPr>
        <p:txBody>
          <a:bodyPr wrap="square" lIns="0" tIns="0" rIns="0" bIns="0" rtlCol="0" anchor="t"/>
          <a:lstStyle/>
          <a:p>
            <a:pPr algn="l" indent="0" marL="0">
              <a:buNone/>
            </a:pPr>
            <a:r>
              <a:rPr lang="en-US" sz="1013" b="1" spc="142" kern="0" dirty="0">
                <a:solidFill>
                  <a:srgbClr val="FBF7F1"/>
                </a:solidFill>
                <a:latin typeface="Noto Sans TC" pitchFamily="34" charset="0"/>
                <a:ea typeface="Noto Sans TC" pitchFamily="34" charset="-122"/>
                <a:cs typeface="Noto Sans TC" pitchFamily="34" charset="-120"/>
              </a:rPr>
              <a:t>手機實作</a:t>
            </a:r>
            <a:endParaRPr lang="en-US" sz="1013" dirty="0"/>
          </a:p>
        </p:txBody>
      </p:sp>
      <p:sp>
        <p:nvSpPr>
          <p:cNvPr id="14" name="Text 11"/>
          <p:cNvSpPr txBox="1"/>
          <p:nvPr/>
        </p:nvSpPr>
        <p:spPr>
          <a:xfrm>
            <a:off x="761970" y="6438930"/>
            <a:ext cx="1338042" cy="200071"/>
          </a:xfrm>
          <a:prstGeom prst="rect">
            <a:avLst/>
          </a:prstGeom>
          <a:noFill/>
          <a:ln/>
        </p:spPr>
        <p:txBody>
          <a:bodyPr wrap="square" lIns="0" tIns="0" rIns="0" bIns="0" rtlCol="0" anchor="t"/>
          <a:lstStyle/>
          <a:p>
            <a:pPr algn="l" indent="0" marL="0">
              <a:buNone/>
            </a:pPr>
            <a:r>
              <a:rPr lang="en-US" sz="938" b="1" spc="56" kern="0" dirty="0">
                <a:solidFill>
                  <a:srgbClr val="9C8B7C"/>
                </a:solidFill>
                <a:latin typeface="Noto Sans TC" pitchFamily="34" charset="0"/>
                <a:ea typeface="Noto Sans TC" pitchFamily="34" charset="-122"/>
                <a:cs typeface="Noto Sans TC" pitchFamily="34" charset="-120"/>
              </a:rPr>
              <a:t>PART 3 · 10:38</a:t>
            </a:r>
            <a:endParaRPr lang="en-US" sz="938" dirty="0"/>
          </a:p>
        </p:txBody>
      </p:sp>
      <p:sp>
        <p:nvSpPr>
          <p:cNvPr id="15" name="Text 12"/>
          <p:cNvSpPr txBox="1"/>
          <p:nvPr/>
        </p:nvSpPr>
        <p:spPr>
          <a:xfrm>
            <a:off x="10922599" y="6438930"/>
            <a:ext cx="562630" cy="200071"/>
          </a:xfrm>
          <a:prstGeom prst="rect">
            <a:avLst/>
          </a:prstGeom>
          <a:noFill/>
          <a:ln/>
        </p:spPr>
        <p:txBody>
          <a:bodyPr wrap="square" lIns="0" tIns="0" rIns="0" bIns="0" rtlCol="0" anchor="t"/>
          <a:lstStyle/>
          <a:p>
            <a:pPr algn="l" indent="0" marL="0">
              <a:buNone/>
            </a:pPr>
            <a:r>
              <a:rPr lang="en-US" sz="938" b="1" spc="56" kern="0" dirty="0">
                <a:solidFill>
                  <a:srgbClr val="9C8B7C"/>
                </a:solidFill>
                <a:latin typeface="Noto Sans TC" pitchFamily="34" charset="0"/>
                <a:ea typeface="Noto Sans TC" pitchFamily="34" charset="-122"/>
                <a:cs typeface="Noto Sans TC" pitchFamily="34" charset="-120"/>
              </a:rPr>
              <a:t>21 / 75</a:t>
            </a:r>
            <a:endParaRPr lang="en-US" sz="938"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BF7F1"/>
        </a:solidFill>
      </p:bgPr>
    </p:bg>
    <p:spTree>
      <p:nvGrpSpPr>
        <p:cNvPr id="1" name=""/>
        <p:cNvGrpSpPr/>
        <p:nvPr/>
      </p:nvGrpSpPr>
      <p:grpSpPr>
        <a:xfrm>
          <a:off x="0" y="0"/>
          <a:ext cx="0" cy="0"/>
          <a:chOff x="0" y="0"/>
          <a:chExt cx="0" cy="0"/>
        </a:xfrm>
      </p:grpSpPr>
      <p:pic>
        <p:nvPicPr>
          <p:cNvPr id="2" name="Image 0" descr="/home/user/gogoeveryday/social-course/export-pptx/build/bg/22.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761970" y="826435"/>
            <a:ext cx="1908353" cy="219090"/>
          </a:xfrm>
          <a:prstGeom prst="rect">
            <a:avLst/>
          </a:prstGeom>
          <a:noFill/>
          <a:ln/>
        </p:spPr>
        <p:txBody>
          <a:bodyPr wrap="square" lIns="0" tIns="0" rIns="0" bIns="0" rtlCol="0" anchor="t"/>
          <a:lstStyle/>
          <a:p>
            <a:pPr algn="l" indent="0" marL="0">
              <a:buNone/>
            </a:pPr>
            <a:r>
              <a:rPr lang="en-US" sz="1125" b="1" spc="225" kern="0" dirty="0">
                <a:solidFill>
                  <a:srgbClr val="C05F3C"/>
                </a:solidFill>
                <a:latin typeface="Noto Sans TC" pitchFamily="34" charset="0"/>
                <a:ea typeface="Noto Sans TC" pitchFamily="34" charset="-122"/>
                <a:cs typeface="Noto Sans TC" pitchFamily="34" charset="-120"/>
              </a:rPr>
              <a:t>發文的時候可以做什麼</a:t>
            </a:r>
            <a:endParaRPr lang="en-US" sz="1125" dirty="0"/>
          </a:p>
        </p:txBody>
      </p:sp>
      <p:sp>
        <p:nvSpPr>
          <p:cNvPr id="4" name="Text 1"/>
          <p:cNvSpPr txBox="1"/>
          <p:nvPr/>
        </p:nvSpPr>
        <p:spPr>
          <a:xfrm>
            <a:off x="761970" y="1131204"/>
            <a:ext cx="3474903" cy="542971"/>
          </a:xfrm>
          <a:prstGeom prst="rect">
            <a:avLst/>
          </a:prstGeom>
          <a:noFill/>
          <a:ln/>
        </p:spPr>
        <p:txBody>
          <a:bodyPr wrap="square" lIns="0" tIns="0" rIns="0" bIns="0" rtlCol="0" anchor="t"/>
          <a:lstStyle/>
          <a:p>
            <a:pPr algn="l" indent="0" marL="0">
              <a:lnSpc>
                <a:spcPts val="3477"/>
              </a:lnSpc>
              <a:buNone/>
            </a:pPr>
            <a:r>
              <a:rPr lang="en-US" sz="2850" b="1" spc="-57" kern="0" dirty="0">
                <a:solidFill>
                  <a:srgbClr val="241C17"/>
                </a:solidFill>
                <a:latin typeface="Noto Sans TC" pitchFamily="34" charset="0"/>
                <a:ea typeface="Noto Sans TC" pitchFamily="34" charset="-122"/>
                <a:cs typeface="Noto Sans TC" pitchFamily="34" charset="-120"/>
              </a:rPr>
              <a:t>一則貼文的九個功能</a:t>
            </a:r>
            <a:endParaRPr lang="en-US" sz="2850" dirty="0"/>
          </a:p>
        </p:txBody>
      </p:sp>
      <p:sp>
        <p:nvSpPr>
          <p:cNvPr id="5" name="Text 2"/>
          <p:cNvSpPr txBox="1"/>
          <p:nvPr/>
        </p:nvSpPr>
        <p:spPr>
          <a:xfrm>
            <a:off x="1455908" y="1982419"/>
            <a:ext cx="388620" cy="323880"/>
          </a:xfrm>
          <a:prstGeom prst="rect">
            <a:avLst/>
          </a:prstGeom>
          <a:noFill/>
          <a:ln/>
        </p:spPr>
        <p:txBody>
          <a:bodyPr wrap="square" lIns="0" tIns="0" rIns="0" bIns="0" rtlCol="0" anchor="t"/>
          <a:lstStyle/>
          <a:p>
            <a:pPr algn="ctr" indent="0" marL="0">
              <a:buNone/>
            </a:pPr>
            <a:r>
              <a:rPr lang="en-US" sz="1650" dirty="0">
                <a:solidFill>
                  <a:srgbClr val="241C17"/>
                </a:solidFill>
                <a:latin typeface="Noto Sans TC" pitchFamily="34" charset="0"/>
                <a:ea typeface="Noto Sans TC" pitchFamily="34" charset="-122"/>
                <a:cs typeface="Noto Sans TC" pitchFamily="34" charset="-120"/>
              </a:rPr>
              <a:t>✏️</a:t>
            </a:r>
            <a:endParaRPr lang="en-US" sz="1650" dirty="0"/>
          </a:p>
        </p:txBody>
      </p:sp>
      <p:sp>
        <p:nvSpPr>
          <p:cNvPr id="6" name="Text 3"/>
          <p:cNvSpPr txBox="1"/>
          <p:nvPr/>
        </p:nvSpPr>
        <p:spPr>
          <a:xfrm>
            <a:off x="1436705" y="2353848"/>
            <a:ext cx="426842" cy="228600"/>
          </a:xfrm>
          <a:prstGeom prst="rect">
            <a:avLst/>
          </a:prstGeom>
          <a:noFill/>
          <a:ln/>
        </p:spPr>
        <p:txBody>
          <a:bodyPr wrap="square" lIns="0" tIns="0" rIns="0" bIns="0" rtlCol="0" anchor="t"/>
          <a:lstStyle/>
          <a:p>
            <a:pPr algn="ctr" indent="0" marL="0">
              <a:lnSpc>
                <a:spcPts val="1883"/>
              </a:lnSpc>
              <a:buNone/>
            </a:pPr>
            <a:r>
              <a:rPr lang="en-US" sz="1163" b="1" dirty="0">
                <a:solidFill>
                  <a:srgbClr val="241C17"/>
                </a:solidFill>
                <a:latin typeface="Noto Sans TC" pitchFamily="34" charset="0"/>
                <a:ea typeface="Noto Sans TC" pitchFamily="34" charset="-122"/>
                <a:cs typeface="Noto Sans TC" pitchFamily="34" charset="-120"/>
              </a:rPr>
              <a:t>文字</a:t>
            </a:r>
            <a:endParaRPr lang="en-US" sz="1163" dirty="0"/>
          </a:p>
        </p:txBody>
      </p:sp>
      <p:sp>
        <p:nvSpPr>
          <p:cNvPr id="7" name="Text 4"/>
          <p:cNvSpPr txBox="1"/>
          <p:nvPr/>
        </p:nvSpPr>
        <p:spPr>
          <a:xfrm>
            <a:off x="3284708" y="1982419"/>
            <a:ext cx="340980" cy="323880"/>
          </a:xfrm>
          <a:prstGeom prst="rect">
            <a:avLst/>
          </a:prstGeom>
          <a:noFill/>
          <a:ln/>
        </p:spPr>
        <p:txBody>
          <a:bodyPr wrap="square" lIns="0" tIns="0" rIns="0" bIns="0" rtlCol="0" anchor="t"/>
          <a:lstStyle/>
          <a:p>
            <a:pPr algn="ctr" indent="0" marL="0">
              <a:buNone/>
            </a:pPr>
            <a:r>
              <a:rPr lang="en-US" sz="1650" dirty="0">
                <a:solidFill>
                  <a:srgbClr val="241C17"/>
                </a:solidFill>
                <a:latin typeface="Noto Sans TC" pitchFamily="34" charset="0"/>
                <a:ea typeface="Noto Sans TC" pitchFamily="34" charset="-122"/>
                <a:cs typeface="Noto Sans TC" pitchFamily="34" charset="-120"/>
              </a:rPr>
              <a:t>🖼</a:t>
            </a:r>
            <a:endParaRPr lang="en-US" sz="1650" dirty="0"/>
          </a:p>
        </p:txBody>
      </p:sp>
      <p:sp>
        <p:nvSpPr>
          <p:cNvPr id="8" name="Text 5"/>
          <p:cNvSpPr txBox="1"/>
          <p:nvPr/>
        </p:nvSpPr>
        <p:spPr>
          <a:xfrm>
            <a:off x="3167847" y="2353848"/>
            <a:ext cx="574518" cy="228600"/>
          </a:xfrm>
          <a:prstGeom prst="rect">
            <a:avLst/>
          </a:prstGeom>
          <a:noFill/>
          <a:ln/>
        </p:spPr>
        <p:txBody>
          <a:bodyPr wrap="square" lIns="0" tIns="0" rIns="0" bIns="0" rtlCol="0" anchor="t"/>
          <a:lstStyle/>
          <a:p>
            <a:pPr algn="ctr" indent="0" marL="0">
              <a:lnSpc>
                <a:spcPts val="1883"/>
              </a:lnSpc>
              <a:buNone/>
            </a:pPr>
            <a:r>
              <a:rPr lang="en-US" sz="1163" b="1" dirty="0">
                <a:solidFill>
                  <a:srgbClr val="241C17"/>
                </a:solidFill>
                <a:latin typeface="Noto Sans TC" pitchFamily="34" charset="0"/>
                <a:ea typeface="Noto Sans TC" pitchFamily="34" charset="-122"/>
                <a:cs typeface="Noto Sans TC" pitchFamily="34" charset="-120"/>
              </a:rPr>
              <a:t>加照片</a:t>
            </a:r>
            <a:endParaRPr lang="en-US" sz="1163" dirty="0"/>
          </a:p>
        </p:txBody>
      </p:sp>
      <p:sp>
        <p:nvSpPr>
          <p:cNvPr id="9" name="Text 6"/>
          <p:cNvSpPr txBox="1"/>
          <p:nvPr/>
        </p:nvSpPr>
        <p:spPr>
          <a:xfrm>
            <a:off x="5089642" y="1982419"/>
            <a:ext cx="340980" cy="323880"/>
          </a:xfrm>
          <a:prstGeom prst="rect">
            <a:avLst/>
          </a:prstGeom>
          <a:noFill/>
          <a:ln/>
        </p:spPr>
        <p:txBody>
          <a:bodyPr wrap="square" lIns="0" tIns="0" rIns="0" bIns="0" rtlCol="0" anchor="t"/>
          <a:lstStyle/>
          <a:p>
            <a:pPr algn="ctr" indent="0" marL="0">
              <a:buNone/>
            </a:pPr>
            <a:r>
              <a:rPr lang="en-US" sz="1650" dirty="0">
                <a:solidFill>
                  <a:srgbClr val="241C17"/>
                </a:solidFill>
                <a:latin typeface="Noto Sans TC" pitchFamily="34" charset="0"/>
                <a:ea typeface="Noto Sans TC" pitchFamily="34" charset="-122"/>
                <a:cs typeface="Noto Sans TC" pitchFamily="34" charset="-120"/>
              </a:rPr>
              <a:t>🗂</a:t>
            </a:r>
            <a:endParaRPr lang="en-US" sz="1650" dirty="0"/>
          </a:p>
        </p:txBody>
      </p:sp>
      <p:sp>
        <p:nvSpPr>
          <p:cNvPr id="10" name="Text 7"/>
          <p:cNvSpPr txBox="1"/>
          <p:nvPr/>
        </p:nvSpPr>
        <p:spPr>
          <a:xfrm>
            <a:off x="4898989" y="2353848"/>
            <a:ext cx="722102" cy="228600"/>
          </a:xfrm>
          <a:prstGeom prst="rect">
            <a:avLst/>
          </a:prstGeom>
          <a:noFill/>
          <a:ln/>
        </p:spPr>
        <p:txBody>
          <a:bodyPr wrap="square" lIns="0" tIns="0" rIns="0" bIns="0" rtlCol="0" anchor="t"/>
          <a:lstStyle/>
          <a:p>
            <a:pPr algn="ctr" indent="0" marL="0">
              <a:lnSpc>
                <a:spcPts val="1883"/>
              </a:lnSpc>
              <a:buNone/>
            </a:pPr>
            <a:r>
              <a:rPr lang="en-US" sz="1163" b="1" dirty="0">
                <a:solidFill>
                  <a:srgbClr val="241C17"/>
                </a:solidFill>
                <a:latin typeface="Noto Sans TC" pitchFamily="34" charset="0"/>
                <a:ea typeface="Noto Sans TC" pitchFamily="34" charset="-122"/>
                <a:cs typeface="Noto Sans TC" pitchFamily="34" charset="-120"/>
              </a:rPr>
              <a:t>多張照片</a:t>
            </a:r>
            <a:endParaRPr lang="en-US" sz="1163" dirty="0"/>
          </a:p>
        </p:txBody>
      </p:sp>
      <p:sp>
        <p:nvSpPr>
          <p:cNvPr id="11" name="Text 8"/>
          <p:cNvSpPr txBox="1"/>
          <p:nvPr/>
        </p:nvSpPr>
        <p:spPr>
          <a:xfrm>
            <a:off x="1479591" y="3002615"/>
            <a:ext cx="341163" cy="323880"/>
          </a:xfrm>
          <a:prstGeom prst="rect">
            <a:avLst/>
          </a:prstGeom>
          <a:noFill/>
          <a:ln/>
        </p:spPr>
        <p:txBody>
          <a:bodyPr wrap="square" lIns="0" tIns="0" rIns="0" bIns="0" rtlCol="0" anchor="t"/>
          <a:lstStyle/>
          <a:p>
            <a:pPr algn="ctr" indent="0" marL="0">
              <a:buNone/>
            </a:pPr>
            <a:r>
              <a:rPr lang="en-US" sz="1650" dirty="0">
                <a:solidFill>
                  <a:srgbClr val="241C17"/>
                </a:solidFill>
                <a:latin typeface="Noto Sans TC" pitchFamily="34" charset="0"/>
                <a:ea typeface="Noto Sans TC" pitchFamily="34" charset="-122"/>
                <a:cs typeface="Noto Sans TC" pitchFamily="34" charset="-120"/>
              </a:rPr>
              <a:t>＠</a:t>
            </a:r>
            <a:endParaRPr lang="en-US" sz="1650" dirty="0"/>
          </a:p>
        </p:txBody>
      </p:sp>
      <p:sp>
        <p:nvSpPr>
          <p:cNvPr id="12" name="Text 9"/>
          <p:cNvSpPr txBox="1"/>
          <p:nvPr/>
        </p:nvSpPr>
        <p:spPr>
          <a:xfrm>
            <a:off x="1289030" y="3374045"/>
            <a:ext cx="722102" cy="228600"/>
          </a:xfrm>
          <a:prstGeom prst="rect">
            <a:avLst/>
          </a:prstGeom>
          <a:noFill/>
          <a:ln/>
        </p:spPr>
        <p:txBody>
          <a:bodyPr wrap="square" lIns="0" tIns="0" rIns="0" bIns="0" rtlCol="0" anchor="t"/>
          <a:lstStyle/>
          <a:p>
            <a:pPr algn="ctr" indent="0" marL="0">
              <a:lnSpc>
                <a:spcPts val="1883"/>
              </a:lnSpc>
              <a:buNone/>
            </a:pPr>
            <a:r>
              <a:rPr lang="en-US" sz="1163" b="1" dirty="0">
                <a:solidFill>
                  <a:srgbClr val="241C17"/>
                </a:solidFill>
                <a:latin typeface="Noto Sans TC" pitchFamily="34" charset="0"/>
                <a:ea typeface="Noto Sans TC" pitchFamily="34" charset="-122"/>
                <a:cs typeface="Noto Sans TC" pitchFamily="34" charset="-120"/>
              </a:rPr>
              <a:t>標註朋友</a:t>
            </a:r>
            <a:endParaRPr lang="en-US" sz="1163" dirty="0"/>
          </a:p>
        </p:txBody>
      </p:sp>
      <p:sp>
        <p:nvSpPr>
          <p:cNvPr id="13" name="Text 10"/>
          <p:cNvSpPr txBox="1"/>
          <p:nvPr/>
        </p:nvSpPr>
        <p:spPr>
          <a:xfrm>
            <a:off x="3260842" y="3002615"/>
            <a:ext cx="388620" cy="323880"/>
          </a:xfrm>
          <a:prstGeom prst="rect">
            <a:avLst/>
          </a:prstGeom>
          <a:noFill/>
          <a:ln/>
        </p:spPr>
        <p:txBody>
          <a:bodyPr wrap="square" lIns="0" tIns="0" rIns="0" bIns="0" rtlCol="0" anchor="t"/>
          <a:lstStyle/>
          <a:p>
            <a:pPr algn="ctr" indent="0" marL="0">
              <a:buNone/>
            </a:pPr>
            <a:r>
              <a:rPr lang="en-US" sz="1650" dirty="0">
                <a:solidFill>
                  <a:srgbClr val="241C17"/>
                </a:solidFill>
                <a:latin typeface="Noto Sans TC" pitchFamily="34" charset="0"/>
                <a:ea typeface="Noto Sans TC" pitchFamily="34" charset="-122"/>
                <a:cs typeface="Noto Sans TC" pitchFamily="34" charset="-120"/>
              </a:rPr>
              <a:t>📍</a:t>
            </a:r>
            <a:endParaRPr lang="en-US" sz="1650" dirty="0"/>
          </a:p>
        </p:txBody>
      </p:sp>
      <p:sp>
        <p:nvSpPr>
          <p:cNvPr id="14" name="Text 11"/>
          <p:cNvSpPr txBox="1"/>
          <p:nvPr/>
        </p:nvSpPr>
        <p:spPr>
          <a:xfrm>
            <a:off x="3094055" y="3374045"/>
            <a:ext cx="722102" cy="228600"/>
          </a:xfrm>
          <a:prstGeom prst="rect">
            <a:avLst/>
          </a:prstGeom>
          <a:noFill/>
          <a:ln/>
        </p:spPr>
        <p:txBody>
          <a:bodyPr wrap="square" lIns="0" tIns="0" rIns="0" bIns="0" rtlCol="0" anchor="t"/>
          <a:lstStyle/>
          <a:p>
            <a:pPr algn="ctr" indent="0" marL="0">
              <a:lnSpc>
                <a:spcPts val="1883"/>
              </a:lnSpc>
              <a:buNone/>
            </a:pPr>
            <a:r>
              <a:rPr lang="en-US" sz="1163" b="1" dirty="0">
                <a:solidFill>
                  <a:srgbClr val="241C17"/>
                </a:solidFill>
                <a:latin typeface="Noto Sans TC" pitchFamily="34" charset="0"/>
                <a:ea typeface="Noto Sans TC" pitchFamily="34" charset="-122"/>
                <a:cs typeface="Noto Sans TC" pitchFamily="34" charset="-120"/>
              </a:rPr>
              <a:t>打卡地點</a:t>
            </a:r>
            <a:endParaRPr lang="en-US" sz="1163" dirty="0"/>
          </a:p>
        </p:txBody>
      </p:sp>
      <p:sp>
        <p:nvSpPr>
          <p:cNvPr id="15" name="Text 12"/>
          <p:cNvSpPr txBox="1"/>
          <p:nvPr/>
        </p:nvSpPr>
        <p:spPr>
          <a:xfrm>
            <a:off x="5065867" y="3002615"/>
            <a:ext cx="388620" cy="323880"/>
          </a:xfrm>
          <a:prstGeom prst="rect">
            <a:avLst/>
          </a:prstGeom>
          <a:noFill/>
          <a:ln/>
        </p:spPr>
        <p:txBody>
          <a:bodyPr wrap="square" lIns="0" tIns="0" rIns="0" bIns="0" rtlCol="0" anchor="t"/>
          <a:lstStyle/>
          <a:p>
            <a:pPr algn="ctr" indent="0" marL="0">
              <a:buNone/>
            </a:pPr>
            <a:r>
              <a:rPr lang="en-US" sz="1650" dirty="0">
                <a:solidFill>
                  <a:srgbClr val="241C17"/>
                </a:solidFill>
                <a:latin typeface="Noto Sans TC" pitchFamily="34" charset="0"/>
                <a:ea typeface="Noto Sans TC" pitchFamily="34" charset="-122"/>
                <a:cs typeface="Noto Sans TC" pitchFamily="34" charset="-120"/>
              </a:rPr>
              <a:t>💬</a:t>
            </a:r>
            <a:endParaRPr lang="en-US" sz="1650" dirty="0"/>
          </a:p>
        </p:txBody>
      </p:sp>
      <p:sp>
        <p:nvSpPr>
          <p:cNvPr id="16" name="Text 13"/>
          <p:cNvSpPr txBox="1"/>
          <p:nvPr/>
        </p:nvSpPr>
        <p:spPr>
          <a:xfrm>
            <a:off x="4898989" y="3374045"/>
            <a:ext cx="722102" cy="228600"/>
          </a:xfrm>
          <a:prstGeom prst="rect">
            <a:avLst/>
          </a:prstGeom>
          <a:noFill/>
          <a:ln/>
        </p:spPr>
        <p:txBody>
          <a:bodyPr wrap="square" lIns="0" tIns="0" rIns="0" bIns="0" rtlCol="0" anchor="t"/>
          <a:lstStyle/>
          <a:p>
            <a:pPr algn="ctr" indent="0" marL="0">
              <a:lnSpc>
                <a:spcPts val="1883"/>
              </a:lnSpc>
              <a:buNone/>
            </a:pPr>
            <a:r>
              <a:rPr lang="en-US" sz="1163" b="1" dirty="0">
                <a:solidFill>
                  <a:srgbClr val="241C17"/>
                </a:solidFill>
                <a:latin typeface="Noto Sans TC" pitchFamily="34" charset="0"/>
                <a:ea typeface="Noto Sans TC" pitchFamily="34" charset="-122"/>
                <a:cs typeface="Noto Sans TC" pitchFamily="34" charset="-120"/>
              </a:rPr>
              <a:t>留言回覆</a:t>
            </a:r>
            <a:endParaRPr lang="en-US" sz="1163" dirty="0"/>
          </a:p>
        </p:txBody>
      </p:sp>
      <p:sp>
        <p:nvSpPr>
          <p:cNvPr id="17" name="Text 14"/>
          <p:cNvSpPr txBox="1"/>
          <p:nvPr/>
        </p:nvSpPr>
        <p:spPr>
          <a:xfrm>
            <a:off x="1479591" y="4022811"/>
            <a:ext cx="341163" cy="323880"/>
          </a:xfrm>
          <a:prstGeom prst="rect">
            <a:avLst/>
          </a:prstGeom>
          <a:noFill/>
          <a:ln/>
        </p:spPr>
        <p:txBody>
          <a:bodyPr wrap="square" lIns="0" tIns="0" rIns="0" bIns="0" rtlCol="0" anchor="t"/>
          <a:lstStyle/>
          <a:p>
            <a:pPr algn="ctr" indent="0" marL="0">
              <a:buNone/>
            </a:pPr>
            <a:r>
              <a:rPr lang="en-US" sz="1650" dirty="0">
                <a:solidFill>
                  <a:srgbClr val="241C17"/>
                </a:solidFill>
                <a:latin typeface="Noto Sans TC" pitchFamily="34" charset="0"/>
                <a:ea typeface="Noto Sans TC" pitchFamily="34" charset="-122"/>
                <a:cs typeface="Noto Sans TC" pitchFamily="34" charset="-120"/>
              </a:rPr>
              <a:t>↗</a:t>
            </a:r>
            <a:endParaRPr lang="en-US" sz="1650" dirty="0"/>
          </a:p>
        </p:txBody>
      </p:sp>
      <p:sp>
        <p:nvSpPr>
          <p:cNvPr id="18" name="Text 15"/>
          <p:cNvSpPr txBox="1"/>
          <p:nvPr/>
        </p:nvSpPr>
        <p:spPr>
          <a:xfrm>
            <a:off x="1289030" y="4394332"/>
            <a:ext cx="722102" cy="228600"/>
          </a:xfrm>
          <a:prstGeom prst="rect">
            <a:avLst/>
          </a:prstGeom>
          <a:noFill/>
          <a:ln/>
        </p:spPr>
        <p:txBody>
          <a:bodyPr wrap="square" lIns="0" tIns="0" rIns="0" bIns="0" rtlCol="0" anchor="t"/>
          <a:lstStyle/>
          <a:p>
            <a:pPr algn="ctr" indent="0" marL="0">
              <a:lnSpc>
                <a:spcPts val="1883"/>
              </a:lnSpc>
              <a:buNone/>
            </a:pPr>
            <a:r>
              <a:rPr lang="en-US" sz="1163" b="1" dirty="0">
                <a:solidFill>
                  <a:srgbClr val="241C17"/>
                </a:solidFill>
                <a:latin typeface="Noto Sans TC" pitchFamily="34" charset="0"/>
                <a:ea typeface="Noto Sans TC" pitchFamily="34" charset="-122"/>
                <a:cs typeface="Noto Sans TC" pitchFamily="34" charset="-120"/>
              </a:rPr>
              <a:t>分享出去</a:t>
            </a:r>
            <a:endParaRPr lang="en-US" sz="1163" dirty="0"/>
          </a:p>
        </p:txBody>
      </p:sp>
      <p:sp>
        <p:nvSpPr>
          <p:cNvPr id="19" name="Text 16"/>
          <p:cNvSpPr txBox="1"/>
          <p:nvPr/>
        </p:nvSpPr>
        <p:spPr>
          <a:xfrm>
            <a:off x="3260842" y="4022811"/>
            <a:ext cx="388620" cy="323880"/>
          </a:xfrm>
          <a:prstGeom prst="rect">
            <a:avLst/>
          </a:prstGeom>
          <a:noFill/>
          <a:ln/>
        </p:spPr>
        <p:txBody>
          <a:bodyPr wrap="square" lIns="0" tIns="0" rIns="0" bIns="0" rtlCol="0" anchor="t"/>
          <a:lstStyle/>
          <a:p>
            <a:pPr algn="ctr" indent="0" marL="0">
              <a:buNone/>
            </a:pPr>
            <a:r>
              <a:rPr lang="en-US" sz="1650" dirty="0">
                <a:solidFill>
                  <a:srgbClr val="241C17"/>
                </a:solidFill>
                <a:latin typeface="Noto Sans TC" pitchFamily="34" charset="0"/>
                <a:ea typeface="Noto Sans TC" pitchFamily="34" charset="-122"/>
                <a:cs typeface="Noto Sans TC" pitchFamily="34" charset="-120"/>
              </a:rPr>
              <a:t>🔧</a:t>
            </a:r>
            <a:endParaRPr lang="en-US" sz="1650" dirty="0"/>
          </a:p>
        </p:txBody>
      </p:sp>
      <p:sp>
        <p:nvSpPr>
          <p:cNvPr id="20" name="Text 17"/>
          <p:cNvSpPr txBox="1"/>
          <p:nvPr/>
        </p:nvSpPr>
        <p:spPr>
          <a:xfrm>
            <a:off x="3094055" y="4394332"/>
            <a:ext cx="722102" cy="228600"/>
          </a:xfrm>
          <a:prstGeom prst="rect">
            <a:avLst/>
          </a:prstGeom>
          <a:noFill/>
          <a:ln/>
        </p:spPr>
        <p:txBody>
          <a:bodyPr wrap="square" lIns="0" tIns="0" rIns="0" bIns="0" rtlCol="0" anchor="t"/>
          <a:lstStyle/>
          <a:p>
            <a:pPr algn="ctr" indent="0" marL="0">
              <a:lnSpc>
                <a:spcPts val="1883"/>
              </a:lnSpc>
              <a:buNone/>
            </a:pPr>
            <a:r>
              <a:rPr lang="en-US" sz="1163" b="1" dirty="0">
                <a:solidFill>
                  <a:srgbClr val="241C17"/>
                </a:solidFill>
                <a:latin typeface="Noto Sans TC" pitchFamily="34" charset="0"/>
                <a:ea typeface="Noto Sans TC" pitchFamily="34" charset="-122"/>
                <a:cs typeface="Noto Sans TC" pitchFamily="34" charset="-120"/>
              </a:rPr>
              <a:t>編輯貼文</a:t>
            </a:r>
            <a:endParaRPr lang="en-US" sz="1163" dirty="0"/>
          </a:p>
        </p:txBody>
      </p:sp>
      <p:sp>
        <p:nvSpPr>
          <p:cNvPr id="21" name="Text 18"/>
          <p:cNvSpPr txBox="1"/>
          <p:nvPr/>
        </p:nvSpPr>
        <p:spPr>
          <a:xfrm>
            <a:off x="5089642" y="4022811"/>
            <a:ext cx="340980" cy="323880"/>
          </a:xfrm>
          <a:prstGeom prst="rect">
            <a:avLst/>
          </a:prstGeom>
          <a:noFill/>
          <a:ln/>
        </p:spPr>
        <p:txBody>
          <a:bodyPr wrap="square" lIns="0" tIns="0" rIns="0" bIns="0" rtlCol="0" anchor="t"/>
          <a:lstStyle/>
          <a:p>
            <a:pPr algn="ctr" indent="0" marL="0">
              <a:buNone/>
            </a:pPr>
            <a:r>
              <a:rPr lang="en-US" sz="1650" dirty="0">
                <a:solidFill>
                  <a:srgbClr val="241C17"/>
                </a:solidFill>
                <a:latin typeface="Noto Sans TC" pitchFamily="34" charset="0"/>
                <a:ea typeface="Noto Sans TC" pitchFamily="34" charset="-122"/>
                <a:cs typeface="Noto Sans TC" pitchFamily="34" charset="-120"/>
              </a:rPr>
              <a:t>🗑</a:t>
            </a:r>
            <a:endParaRPr lang="en-US" sz="1650" dirty="0"/>
          </a:p>
        </p:txBody>
      </p:sp>
      <p:sp>
        <p:nvSpPr>
          <p:cNvPr id="22" name="Text 19"/>
          <p:cNvSpPr txBox="1"/>
          <p:nvPr/>
        </p:nvSpPr>
        <p:spPr>
          <a:xfrm>
            <a:off x="4898989" y="4394332"/>
            <a:ext cx="722102" cy="228600"/>
          </a:xfrm>
          <a:prstGeom prst="rect">
            <a:avLst/>
          </a:prstGeom>
          <a:noFill/>
          <a:ln/>
        </p:spPr>
        <p:txBody>
          <a:bodyPr wrap="square" lIns="0" tIns="0" rIns="0" bIns="0" rtlCol="0" anchor="t"/>
          <a:lstStyle/>
          <a:p>
            <a:pPr algn="ctr" indent="0" marL="0">
              <a:lnSpc>
                <a:spcPts val="1883"/>
              </a:lnSpc>
              <a:buNone/>
            </a:pPr>
            <a:r>
              <a:rPr lang="en-US" sz="1163" b="1" dirty="0">
                <a:solidFill>
                  <a:srgbClr val="241C17"/>
                </a:solidFill>
                <a:latin typeface="Noto Sans TC" pitchFamily="34" charset="0"/>
                <a:ea typeface="Noto Sans TC" pitchFamily="34" charset="-122"/>
                <a:cs typeface="Noto Sans TC" pitchFamily="34" charset="-120"/>
              </a:rPr>
              <a:t>刪除貼文</a:t>
            </a:r>
            <a:endParaRPr lang="en-US" sz="1163" dirty="0"/>
          </a:p>
        </p:txBody>
      </p:sp>
      <p:sp>
        <p:nvSpPr>
          <p:cNvPr id="23" name="Text 20"/>
          <p:cNvSpPr txBox="1"/>
          <p:nvPr/>
        </p:nvSpPr>
        <p:spPr>
          <a:xfrm>
            <a:off x="1533540" y="5157307"/>
            <a:ext cx="2816992" cy="532364"/>
          </a:xfrm>
          <a:prstGeom prst="rect">
            <a:avLst/>
          </a:prstGeom>
          <a:noFill/>
          <a:ln/>
        </p:spPr>
        <p:txBody>
          <a:bodyPr wrap="square" lIns="0" tIns="0" rIns="0" bIns="0" rtlCol="0" anchor="t"/>
          <a:lstStyle/>
          <a:p>
            <a:pPr algn="l" indent="0" marL="0">
              <a:lnSpc>
                <a:spcPts val="2092"/>
              </a:lnSpc>
              <a:buNone/>
            </a:pPr>
            <a:r>
              <a:rPr lang="en-US" sz="1350" b="1" dirty="0">
                <a:solidFill>
                  <a:srgbClr val="4A3C33"/>
                </a:solidFill>
                <a:latin typeface="Noto Sans TC" pitchFamily="34" charset="0"/>
                <a:ea typeface="Noto Sans TC" pitchFamily="34" charset="-122"/>
                <a:cs typeface="Noto Sans TC" pitchFamily="34" charset="-120"/>
              </a:rPr>
              <a:t> 最常被忘記的是</a:t>
            </a:r>
            <a:pPr algn="l" indent="0" marL="0">
              <a:lnSpc>
                <a:spcPts val="2092"/>
              </a:lnSpc>
              <a:buNone/>
            </a:pPr>
            <a:r>
              <a:rPr lang="en-US" sz="1350" b="1" dirty="0">
                <a:solidFill>
                  <a:srgbClr val="5F7A63"/>
                </a:solidFill>
                <a:latin typeface="Noto Sans TC" pitchFamily="34" charset="0"/>
                <a:ea typeface="Noto Sans TC" pitchFamily="34" charset="-122"/>
                <a:cs typeface="Noto Sans TC" pitchFamily="34" charset="-120"/>
              </a:rPr>
              <a:t>「打卡地點」</a:t>
            </a:r>
            <a:pPr algn="l" indent="0" marL="0">
              <a:lnSpc>
                <a:spcPts val="2092"/>
              </a:lnSpc>
              <a:buNone/>
            </a:pPr>
            <a:r>
              <a:rPr lang="en-US" sz="1350" b="1" dirty="0">
                <a:solidFill>
                  <a:srgbClr val="4A3C33"/>
                </a:solidFill>
                <a:latin typeface="Noto Sans TC" pitchFamily="34" charset="0"/>
                <a:ea typeface="Noto Sans TC" pitchFamily="34" charset="-122"/>
                <a:cs typeface="Noto Sans TC" pitchFamily="34" charset="-120"/>
              </a:rPr>
              <a:t>——</a:t>
            </a:r>
            <a:endParaRPr lang="en-US" sz="1350" dirty="0"/>
          </a:p>
          <a:p>
            <a:pPr algn="l" indent="0" marL="0">
              <a:lnSpc>
                <a:spcPts val="2092"/>
              </a:lnSpc>
              <a:buNone/>
            </a:pPr>
            <a:r>
              <a:rPr lang="en-US" sz="1350" b="1" dirty="0">
                <a:solidFill>
                  <a:srgbClr val="4A3C33"/>
                </a:solidFill>
                <a:latin typeface="Noto Sans TC" pitchFamily="34" charset="0"/>
                <a:ea typeface="Noto Sans TC" pitchFamily="34" charset="-122"/>
                <a:cs typeface="Noto Sans TC" pitchFamily="34" charset="-120"/>
              </a:rPr>
              <a:t> 在地客人常常是從地點找到你的。</a:t>
            </a:r>
            <a:endParaRPr lang="en-US" sz="1350" dirty="0"/>
          </a:p>
        </p:txBody>
      </p:sp>
      <p:sp>
        <p:nvSpPr>
          <p:cNvPr id="24" name="Text 21"/>
          <p:cNvSpPr txBox="1"/>
          <p:nvPr/>
        </p:nvSpPr>
        <p:spPr>
          <a:xfrm>
            <a:off x="2733690" y="5157307"/>
            <a:ext cx="1181313" cy="266730"/>
          </a:xfrm>
          <a:prstGeom prst="rect">
            <a:avLst/>
          </a:prstGeom>
          <a:noFill/>
          <a:ln/>
        </p:spPr>
        <p:txBody>
          <a:bodyPr wrap="square" lIns="0" tIns="0" rIns="0" bIns="0" rtlCol="0" anchor="t"/>
          <a:lstStyle/>
          <a:p>
            <a:pPr algn="l" indent="0" marL="0">
              <a:lnSpc>
                <a:spcPts val="2092"/>
              </a:lnSpc>
              <a:buNone/>
            </a:pPr>
            <a:r>
              <a:rPr lang="en-US" sz="1350" b="1" dirty="0">
                <a:solidFill>
                  <a:srgbClr val="5F7A63"/>
                </a:solidFill>
                <a:latin typeface="Noto Sans TC" pitchFamily="34" charset="0"/>
                <a:ea typeface="Noto Sans TC" pitchFamily="34" charset="-122"/>
                <a:cs typeface="Noto Sans TC" pitchFamily="34" charset="-120"/>
              </a:rPr>
              <a:t>「打卡地點」</a:t>
            </a:r>
            <a:endParaRPr lang="en-US" sz="1350" dirty="0"/>
          </a:p>
        </p:txBody>
      </p:sp>
      <p:sp>
        <p:nvSpPr>
          <p:cNvPr id="25" name="Text 22"/>
          <p:cNvSpPr txBox="1"/>
          <p:nvPr/>
        </p:nvSpPr>
        <p:spPr>
          <a:xfrm>
            <a:off x="8331281" y="5886450"/>
            <a:ext cx="1334750" cy="209580"/>
          </a:xfrm>
          <a:prstGeom prst="rect">
            <a:avLst/>
          </a:prstGeom>
          <a:noFill/>
          <a:ln/>
        </p:spPr>
        <p:txBody>
          <a:bodyPr wrap="square" lIns="0" tIns="0" rIns="0" bIns="0" rtlCol="0" anchor="t"/>
          <a:lstStyle/>
          <a:p>
            <a:pPr algn="ctr" indent="0" marL="0">
              <a:buNone/>
            </a:pPr>
            <a:r>
              <a:rPr lang="en-US" sz="1050" b="1" spc="105" kern="0" dirty="0">
                <a:solidFill>
                  <a:srgbClr val="9C8B7C"/>
                </a:solidFill>
                <a:latin typeface="Noto Sans TC" pitchFamily="34" charset="0"/>
                <a:ea typeface="Noto Sans TC" pitchFamily="34" charset="-122"/>
                <a:cs typeface="Noto Sans TC" pitchFamily="34" charset="-120"/>
              </a:rPr>
              <a:t>發文畫面（示意）</a:t>
            </a:r>
            <a:endParaRPr lang="en-US" sz="1050" dirty="0"/>
          </a:p>
        </p:txBody>
      </p:sp>
      <p:sp>
        <p:nvSpPr>
          <p:cNvPr id="26" name="Text 23"/>
          <p:cNvSpPr txBox="1"/>
          <p:nvPr/>
        </p:nvSpPr>
        <p:spPr>
          <a:xfrm>
            <a:off x="10605486" y="304770"/>
            <a:ext cx="717804" cy="209580"/>
          </a:xfrm>
          <a:prstGeom prst="rect">
            <a:avLst/>
          </a:prstGeom>
          <a:noFill/>
          <a:ln/>
        </p:spPr>
        <p:txBody>
          <a:bodyPr wrap="square" lIns="0" tIns="0" rIns="0" bIns="0" rtlCol="0" anchor="t"/>
          <a:lstStyle/>
          <a:p>
            <a:pPr algn="l" indent="0" marL="0">
              <a:buNone/>
            </a:pPr>
            <a:r>
              <a:rPr lang="en-US" sz="1013" b="1" spc="142" kern="0" dirty="0">
                <a:solidFill>
                  <a:srgbClr val="FBF7F1"/>
                </a:solidFill>
                <a:latin typeface="Noto Sans TC" pitchFamily="34" charset="0"/>
                <a:ea typeface="Noto Sans TC" pitchFamily="34" charset="-122"/>
                <a:cs typeface="Noto Sans TC" pitchFamily="34" charset="-120"/>
              </a:rPr>
              <a:t>手機實作</a:t>
            </a:r>
            <a:endParaRPr lang="en-US" sz="1013" dirty="0"/>
          </a:p>
        </p:txBody>
      </p:sp>
      <p:sp>
        <p:nvSpPr>
          <p:cNvPr id="27" name="Text 24"/>
          <p:cNvSpPr txBox="1"/>
          <p:nvPr/>
        </p:nvSpPr>
        <p:spPr>
          <a:xfrm>
            <a:off x="761970" y="6438930"/>
            <a:ext cx="1338042" cy="200071"/>
          </a:xfrm>
          <a:prstGeom prst="rect">
            <a:avLst/>
          </a:prstGeom>
          <a:noFill/>
          <a:ln/>
        </p:spPr>
        <p:txBody>
          <a:bodyPr wrap="square" lIns="0" tIns="0" rIns="0" bIns="0" rtlCol="0" anchor="t"/>
          <a:lstStyle/>
          <a:p>
            <a:pPr algn="l" indent="0" marL="0">
              <a:buNone/>
            </a:pPr>
            <a:r>
              <a:rPr lang="en-US" sz="938" b="1" spc="56" kern="0" dirty="0">
                <a:solidFill>
                  <a:srgbClr val="9C8B7C"/>
                </a:solidFill>
                <a:latin typeface="Noto Sans TC" pitchFamily="34" charset="0"/>
                <a:ea typeface="Noto Sans TC" pitchFamily="34" charset="-122"/>
                <a:cs typeface="Noto Sans TC" pitchFamily="34" charset="-120"/>
              </a:rPr>
              <a:t>PART 3 · 10:50</a:t>
            </a:r>
            <a:endParaRPr lang="en-US" sz="938" dirty="0"/>
          </a:p>
        </p:txBody>
      </p:sp>
      <p:sp>
        <p:nvSpPr>
          <p:cNvPr id="28" name="Text 25"/>
          <p:cNvSpPr txBox="1"/>
          <p:nvPr/>
        </p:nvSpPr>
        <p:spPr>
          <a:xfrm>
            <a:off x="10922599" y="6438930"/>
            <a:ext cx="562630" cy="200071"/>
          </a:xfrm>
          <a:prstGeom prst="rect">
            <a:avLst/>
          </a:prstGeom>
          <a:noFill/>
          <a:ln/>
        </p:spPr>
        <p:txBody>
          <a:bodyPr wrap="square" lIns="0" tIns="0" rIns="0" bIns="0" rtlCol="0" anchor="t"/>
          <a:lstStyle/>
          <a:p>
            <a:pPr algn="l" indent="0" marL="0">
              <a:buNone/>
            </a:pPr>
            <a:r>
              <a:rPr lang="en-US" sz="938" b="1" spc="56" kern="0" dirty="0">
                <a:solidFill>
                  <a:srgbClr val="9C8B7C"/>
                </a:solidFill>
                <a:latin typeface="Noto Sans TC" pitchFamily="34" charset="0"/>
                <a:ea typeface="Noto Sans TC" pitchFamily="34" charset="-122"/>
                <a:cs typeface="Noto Sans TC" pitchFamily="34" charset="-120"/>
              </a:rPr>
              <a:t>22 / 75</a:t>
            </a:r>
            <a:endParaRPr lang="en-US" sz="938"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BF7F1"/>
        </a:solidFill>
      </p:bgPr>
    </p:bg>
    <p:spTree>
      <p:nvGrpSpPr>
        <p:cNvPr id="1" name=""/>
        <p:cNvGrpSpPr/>
        <p:nvPr/>
      </p:nvGrpSpPr>
      <p:grpSpPr>
        <a:xfrm>
          <a:off x="0" y="0"/>
          <a:ext cx="0" cy="0"/>
          <a:chOff x="0" y="0"/>
          <a:chExt cx="0" cy="0"/>
        </a:xfrm>
      </p:grpSpPr>
      <p:pic>
        <p:nvPicPr>
          <p:cNvPr id="2" name="Image 0" descr="/home/user/gogoeveryday/social-course/export-pptx/build/bg/23.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761970" y="786293"/>
            <a:ext cx="1544879" cy="219090"/>
          </a:xfrm>
          <a:prstGeom prst="rect">
            <a:avLst/>
          </a:prstGeom>
          <a:noFill/>
          <a:ln/>
        </p:spPr>
        <p:txBody>
          <a:bodyPr wrap="square" lIns="0" tIns="0" rIns="0" bIns="0" rtlCol="0" anchor="t"/>
          <a:lstStyle/>
          <a:p>
            <a:pPr algn="l" indent="0" marL="0">
              <a:buNone/>
            </a:pPr>
            <a:r>
              <a:rPr lang="en-US" sz="1125" b="1" spc="225" kern="0" dirty="0">
                <a:solidFill>
                  <a:srgbClr val="C05F3C"/>
                </a:solidFill>
                <a:latin typeface="Noto Sans TC" pitchFamily="34" charset="0"/>
                <a:ea typeface="Noto Sans TC" pitchFamily="34" charset="-122"/>
                <a:cs typeface="Noto Sans TC" pitchFamily="34" charset="-120"/>
              </a:rPr>
              <a:t>免費曝光的第一課</a:t>
            </a:r>
            <a:endParaRPr lang="en-US" sz="1125" dirty="0"/>
          </a:p>
        </p:txBody>
      </p:sp>
      <p:sp>
        <p:nvSpPr>
          <p:cNvPr id="4" name="Text 1"/>
          <p:cNvSpPr txBox="1"/>
          <p:nvPr/>
        </p:nvSpPr>
        <p:spPr>
          <a:xfrm>
            <a:off x="761970" y="1091062"/>
            <a:ext cx="5354909" cy="542971"/>
          </a:xfrm>
          <a:prstGeom prst="rect">
            <a:avLst/>
          </a:prstGeom>
          <a:noFill/>
          <a:ln/>
        </p:spPr>
        <p:txBody>
          <a:bodyPr wrap="square" lIns="0" tIns="0" rIns="0" bIns="0" rtlCol="0" anchor="t"/>
          <a:lstStyle/>
          <a:p>
            <a:pPr algn="l" indent="0" marL="0">
              <a:lnSpc>
                <a:spcPts val="3477"/>
              </a:lnSpc>
              <a:buNone/>
            </a:pPr>
            <a:r>
              <a:rPr lang="en-US" sz="2850" b="1" spc="-57" kern="0" dirty="0">
                <a:solidFill>
                  <a:srgbClr val="241C17"/>
                </a:solidFill>
                <a:latin typeface="Noto Sans TC" pitchFamily="34" charset="0"/>
                <a:ea typeface="Noto Sans TC" pitchFamily="34" charset="-122"/>
                <a:cs typeface="Noto Sans TC" pitchFamily="34" charset="-120"/>
              </a:rPr>
              <a:t>同一則貼文，可以分享到哪裡？</a:t>
            </a:r>
            <a:endParaRPr lang="en-US" sz="2850" dirty="0"/>
          </a:p>
        </p:txBody>
      </p:sp>
      <p:sp>
        <p:nvSpPr>
          <p:cNvPr id="5" name="Text 2"/>
          <p:cNvSpPr txBox="1"/>
          <p:nvPr/>
        </p:nvSpPr>
        <p:spPr>
          <a:xfrm>
            <a:off x="1019190" y="2199406"/>
            <a:ext cx="850941" cy="200071"/>
          </a:xfrm>
          <a:prstGeom prst="rect">
            <a:avLst/>
          </a:prstGeom>
          <a:noFill/>
          <a:ln/>
        </p:spPr>
        <p:txBody>
          <a:bodyPr wrap="square" lIns="0" tIns="0" rIns="0" bIns="0" rtlCol="0" anchor="t"/>
          <a:lstStyle/>
          <a:p>
            <a:pPr algn="l" indent="0" marL="0">
              <a:buNone/>
            </a:pPr>
            <a:r>
              <a:rPr lang="en-US" sz="975" b="1" spc="136" kern="0" dirty="0">
                <a:solidFill>
                  <a:srgbClr val="5F7A63"/>
                </a:solidFill>
                <a:latin typeface="Noto Sans TC" pitchFamily="34" charset="0"/>
                <a:ea typeface="Noto Sans TC" pitchFamily="34" charset="-122"/>
                <a:cs typeface="Noto Sans TC" pitchFamily="34" charset="-120"/>
              </a:rPr>
              <a:t>✓ 可以分享</a:t>
            </a:r>
            <a:endParaRPr lang="en-US" sz="975" dirty="0"/>
          </a:p>
        </p:txBody>
      </p:sp>
      <p:sp>
        <p:nvSpPr>
          <p:cNvPr id="6" name="Text 3"/>
          <p:cNvSpPr txBox="1"/>
          <p:nvPr/>
        </p:nvSpPr>
        <p:spPr>
          <a:xfrm>
            <a:off x="1019190" y="2494666"/>
            <a:ext cx="262433" cy="276240"/>
          </a:xfrm>
          <a:prstGeom prst="rect">
            <a:avLst/>
          </a:prstGeom>
          <a:noFill/>
          <a:ln/>
        </p:spPr>
        <p:txBody>
          <a:bodyPr wrap="square" lIns="0" tIns="0" rIns="0" bIns="0" rtlCol="0" anchor="t"/>
          <a:lstStyle/>
          <a:p>
            <a:pPr algn="l" indent="0" marL="0">
              <a:lnSpc>
                <a:spcPts val="2066"/>
              </a:lnSpc>
              <a:buNone/>
            </a:pPr>
            <a:r>
              <a:rPr lang="en-US" sz="1425" b="1" dirty="0">
                <a:solidFill>
                  <a:srgbClr val="5F7A63"/>
                </a:solidFill>
                <a:latin typeface="Noto Sans TC" pitchFamily="34" charset="0"/>
                <a:ea typeface="Noto Sans TC" pitchFamily="34" charset="-122"/>
                <a:cs typeface="Noto Sans TC" pitchFamily="34" charset="-120"/>
              </a:rPr>
              <a:t>✓</a:t>
            </a:r>
            <a:endParaRPr lang="en-US" sz="1425" dirty="0"/>
          </a:p>
        </p:txBody>
      </p:sp>
      <p:sp>
        <p:nvSpPr>
          <p:cNvPr id="7" name="Text 4"/>
          <p:cNvSpPr txBox="1"/>
          <p:nvPr/>
        </p:nvSpPr>
        <p:spPr>
          <a:xfrm>
            <a:off x="1264432" y="2494666"/>
            <a:ext cx="1997598" cy="276240"/>
          </a:xfrm>
          <a:prstGeom prst="rect">
            <a:avLst/>
          </a:prstGeom>
          <a:noFill/>
          <a:ln/>
        </p:spPr>
        <p:txBody>
          <a:bodyPr wrap="square" lIns="0" tIns="0" rIns="0" bIns="0" rtlCol="0" anchor="t"/>
          <a:lstStyle/>
          <a:p>
            <a:pPr algn="l" indent="0" marL="0">
              <a:lnSpc>
                <a:spcPts val="2138"/>
              </a:lnSpc>
              <a:buNone/>
            </a:pPr>
            <a:r>
              <a:rPr lang="en-US" sz="1425" b="1" dirty="0">
                <a:solidFill>
                  <a:srgbClr val="4A3C33"/>
                </a:solidFill>
                <a:latin typeface="Noto Sans TC" pitchFamily="34" charset="0"/>
                <a:ea typeface="Noto Sans TC" pitchFamily="34" charset="-122"/>
                <a:cs typeface="Noto Sans TC" pitchFamily="34" charset="-120"/>
              </a:rPr>
              <a:t>自己的個人 Facebook</a:t>
            </a:r>
            <a:endParaRPr lang="en-US" sz="1425" dirty="0"/>
          </a:p>
        </p:txBody>
      </p:sp>
      <p:sp>
        <p:nvSpPr>
          <p:cNvPr id="8" name="Text 5"/>
          <p:cNvSpPr txBox="1"/>
          <p:nvPr/>
        </p:nvSpPr>
        <p:spPr>
          <a:xfrm>
            <a:off x="1019190" y="2880451"/>
            <a:ext cx="262433" cy="276240"/>
          </a:xfrm>
          <a:prstGeom prst="rect">
            <a:avLst/>
          </a:prstGeom>
          <a:noFill/>
          <a:ln/>
        </p:spPr>
        <p:txBody>
          <a:bodyPr wrap="square" lIns="0" tIns="0" rIns="0" bIns="0" rtlCol="0" anchor="t"/>
          <a:lstStyle/>
          <a:p>
            <a:pPr algn="l" indent="0" marL="0">
              <a:lnSpc>
                <a:spcPts val="2066"/>
              </a:lnSpc>
              <a:buNone/>
            </a:pPr>
            <a:r>
              <a:rPr lang="en-US" sz="1425" b="1" dirty="0">
                <a:solidFill>
                  <a:srgbClr val="5F7A63"/>
                </a:solidFill>
                <a:latin typeface="Noto Sans TC" pitchFamily="34" charset="0"/>
                <a:ea typeface="Noto Sans TC" pitchFamily="34" charset="-122"/>
                <a:cs typeface="Noto Sans TC" pitchFamily="34" charset="-120"/>
              </a:rPr>
              <a:t>✓</a:t>
            </a:r>
            <a:endParaRPr lang="en-US" sz="1425" dirty="0"/>
          </a:p>
        </p:txBody>
      </p:sp>
      <p:sp>
        <p:nvSpPr>
          <p:cNvPr id="9" name="Text 6"/>
          <p:cNvSpPr txBox="1"/>
          <p:nvPr/>
        </p:nvSpPr>
        <p:spPr>
          <a:xfrm>
            <a:off x="1264432" y="2880451"/>
            <a:ext cx="1433871" cy="276240"/>
          </a:xfrm>
          <a:prstGeom prst="rect">
            <a:avLst/>
          </a:prstGeom>
          <a:noFill/>
          <a:ln/>
        </p:spPr>
        <p:txBody>
          <a:bodyPr wrap="square" lIns="0" tIns="0" rIns="0" bIns="0" rtlCol="0" anchor="t"/>
          <a:lstStyle/>
          <a:p>
            <a:pPr algn="l" indent="0" marL="0">
              <a:lnSpc>
                <a:spcPts val="2138"/>
              </a:lnSpc>
              <a:buNone/>
            </a:pPr>
            <a:r>
              <a:rPr lang="en-US" sz="1425" b="1" dirty="0">
                <a:solidFill>
                  <a:srgbClr val="4A3C33"/>
                </a:solidFill>
                <a:latin typeface="Noto Sans TC" pitchFamily="34" charset="0"/>
                <a:ea typeface="Noto Sans TC" pitchFamily="34" charset="-122"/>
                <a:cs typeface="Noto Sans TC" pitchFamily="34" charset="-120"/>
              </a:rPr>
              <a:t>適合的主題社團</a:t>
            </a:r>
            <a:endParaRPr lang="en-US" sz="1425" dirty="0"/>
          </a:p>
        </p:txBody>
      </p:sp>
      <p:sp>
        <p:nvSpPr>
          <p:cNvPr id="10" name="Text 7"/>
          <p:cNvSpPr txBox="1"/>
          <p:nvPr/>
        </p:nvSpPr>
        <p:spPr>
          <a:xfrm>
            <a:off x="1019190" y="3266145"/>
            <a:ext cx="262433" cy="276240"/>
          </a:xfrm>
          <a:prstGeom prst="rect">
            <a:avLst/>
          </a:prstGeom>
          <a:noFill/>
          <a:ln/>
        </p:spPr>
        <p:txBody>
          <a:bodyPr wrap="square" lIns="0" tIns="0" rIns="0" bIns="0" rtlCol="0" anchor="t"/>
          <a:lstStyle/>
          <a:p>
            <a:pPr algn="l" indent="0" marL="0">
              <a:lnSpc>
                <a:spcPts val="2066"/>
              </a:lnSpc>
              <a:buNone/>
            </a:pPr>
            <a:r>
              <a:rPr lang="en-US" sz="1425" b="1" dirty="0">
                <a:solidFill>
                  <a:srgbClr val="5F7A63"/>
                </a:solidFill>
                <a:latin typeface="Noto Sans TC" pitchFamily="34" charset="0"/>
                <a:ea typeface="Noto Sans TC" pitchFamily="34" charset="-122"/>
                <a:cs typeface="Noto Sans TC" pitchFamily="34" charset="-120"/>
              </a:rPr>
              <a:t>✓</a:t>
            </a:r>
            <a:endParaRPr lang="en-US" sz="1425" dirty="0"/>
          </a:p>
        </p:txBody>
      </p:sp>
      <p:sp>
        <p:nvSpPr>
          <p:cNvPr id="11" name="Text 8"/>
          <p:cNvSpPr txBox="1"/>
          <p:nvPr/>
        </p:nvSpPr>
        <p:spPr>
          <a:xfrm>
            <a:off x="1264432" y="3266145"/>
            <a:ext cx="1433871" cy="276240"/>
          </a:xfrm>
          <a:prstGeom prst="rect">
            <a:avLst/>
          </a:prstGeom>
          <a:noFill/>
          <a:ln/>
        </p:spPr>
        <p:txBody>
          <a:bodyPr wrap="square" lIns="0" tIns="0" rIns="0" bIns="0" rtlCol="0" anchor="t"/>
          <a:lstStyle/>
          <a:p>
            <a:pPr algn="l" indent="0" marL="0">
              <a:lnSpc>
                <a:spcPts val="2138"/>
              </a:lnSpc>
              <a:buNone/>
            </a:pPr>
            <a:r>
              <a:rPr lang="en-US" sz="1425" b="1" dirty="0">
                <a:solidFill>
                  <a:srgbClr val="4A3C33"/>
                </a:solidFill>
                <a:latin typeface="Noto Sans TC" pitchFamily="34" charset="0"/>
                <a:ea typeface="Noto Sans TC" pitchFamily="34" charset="-122"/>
                <a:cs typeface="Noto Sans TC" pitchFamily="34" charset="-120"/>
              </a:rPr>
              <a:t>相關的地方社團</a:t>
            </a:r>
            <a:endParaRPr lang="en-US" sz="1425" dirty="0"/>
          </a:p>
        </p:txBody>
      </p:sp>
      <p:sp>
        <p:nvSpPr>
          <p:cNvPr id="12" name="Text 9"/>
          <p:cNvSpPr txBox="1"/>
          <p:nvPr/>
        </p:nvSpPr>
        <p:spPr>
          <a:xfrm>
            <a:off x="1019190" y="3651931"/>
            <a:ext cx="262433" cy="276240"/>
          </a:xfrm>
          <a:prstGeom prst="rect">
            <a:avLst/>
          </a:prstGeom>
          <a:noFill/>
          <a:ln/>
        </p:spPr>
        <p:txBody>
          <a:bodyPr wrap="square" lIns="0" tIns="0" rIns="0" bIns="0" rtlCol="0" anchor="t"/>
          <a:lstStyle/>
          <a:p>
            <a:pPr algn="l" indent="0" marL="0">
              <a:lnSpc>
                <a:spcPts val="2066"/>
              </a:lnSpc>
              <a:buNone/>
            </a:pPr>
            <a:r>
              <a:rPr lang="en-US" sz="1425" b="1" dirty="0">
                <a:solidFill>
                  <a:srgbClr val="5F7A63"/>
                </a:solidFill>
                <a:latin typeface="Noto Sans TC" pitchFamily="34" charset="0"/>
                <a:ea typeface="Noto Sans TC" pitchFamily="34" charset="-122"/>
                <a:cs typeface="Noto Sans TC" pitchFamily="34" charset="-120"/>
              </a:rPr>
              <a:t>✓</a:t>
            </a:r>
            <a:endParaRPr lang="en-US" sz="1425" dirty="0"/>
          </a:p>
        </p:txBody>
      </p:sp>
      <p:sp>
        <p:nvSpPr>
          <p:cNvPr id="13" name="Text 10"/>
          <p:cNvSpPr txBox="1"/>
          <p:nvPr/>
        </p:nvSpPr>
        <p:spPr>
          <a:xfrm>
            <a:off x="1264432" y="3651931"/>
            <a:ext cx="1433871" cy="276240"/>
          </a:xfrm>
          <a:prstGeom prst="rect">
            <a:avLst/>
          </a:prstGeom>
          <a:noFill/>
          <a:ln/>
        </p:spPr>
        <p:txBody>
          <a:bodyPr wrap="square" lIns="0" tIns="0" rIns="0" bIns="0" rtlCol="0" anchor="t"/>
          <a:lstStyle/>
          <a:p>
            <a:pPr algn="l" indent="0" marL="0">
              <a:lnSpc>
                <a:spcPts val="2138"/>
              </a:lnSpc>
              <a:buNone/>
            </a:pPr>
            <a:r>
              <a:rPr lang="en-US" sz="1425" b="1" dirty="0">
                <a:solidFill>
                  <a:srgbClr val="4A3C33"/>
                </a:solidFill>
                <a:latin typeface="Noto Sans TC" pitchFamily="34" charset="0"/>
                <a:ea typeface="Noto Sans TC" pitchFamily="34" charset="-122"/>
                <a:cs typeface="Noto Sans TC" pitchFamily="34" charset="-120"/>
              </a:rPr>
              <a:t>合作夥伴的頁面</a:t>
            </a:r>
            <a:endParaRPr lang="en-US" sz="1425" dirty="0"/>
          </a:p>
        </p:txBody>
      </p:sp>
      <p:sp>
        <p:nvSpPr>
          <p:cNvPr id="14" name="Text 11"/>
          <p:cNvSpPr txBox="1"/>
          <p:nvPr/>
        </p:nvSpPr>
        <p:spPr>
          <a:xfrm>
            <a:off x="1019190" y="4228186"/>
            <a:ext cx="4038630" cy="257221"/>
          </a:xfrm>
          <a:prstGeom prst="rect">
            <a:avLst/>
          </a:prstGeom>
          <a:noFill/>
          <a:ln/>
        </p:spPr>
        <p:txBody>
          <a:bodyPr wrap="square" lIns="0" tIns="0" rIns="0" bIns="0" rtlCol="0" anchor="t"/>
          <a:lstStyle/>
          <a:p>
            <a:pPr algn="l" indent="0" marL="0">
              <a:lnSpc>
                <a:spcPts val="2066"/>
              </a:lnSpc>
              <a:buNone/>
            </a:pPr>
            <a:r>
              <a:rPr lang="en-US" sz="1275" dirty="0">
                <a:solidFill>
                  <a:srgbClr val="4A3C33"/>
                </a:solidFill>
                <a:latin typeface="Noto Sans TC" pitchFamily="34" charset="0"/>
                <a:ea typeface="Noto Sans TC" pitchFamily="34" charset="-122"/>
                <a:cs typeface="Noto Sans TC" pitchFamily="34" charset="-120"/>
              </a:rPr>
              <a:t>分享前先想一句：</a:t>
            </a:r>
            <a:pPr algn="l" indent="0" marL="0">
              <a:lnSpc>
                <a:spcPts val="2066"/>
              </a:lnSpc>
              <a:buNone/>
            </a:pPr>
            <a:r>
              <a:rPr lang="en-US" sz="1275" b="1" dirty="0">
                <a:solidFill>
                  <a:srgbClr val="4A3C33"/>
                </a:solidFill>
                <a:latin typeface="Noto Sans TC" pitchFamily="34" charset="0"/>
                <a:ea typeface="Noto Sans TC" pitchFamily="34" charset="-122"/>
                <a:cs typeface="Noto Sans TC" pitchFamily="34" charset="-120"/>
              </a:rPr>
              <a:t>這則貼文對這個社團的人有用嗎？</a:t>
            </a:r>
            <a:endParaRPr lang="en-US" sz="1275" dirty="0"/>
          </a:p>
        </p:txBody>
      </p:sp>
      <p:sp>
        <p:nvSpPr>
          <p:cNvPr id="15" name="Text 12"/>
          <p:cNvSpPr txBox="1"/>
          <p:nvPr/>
        </p:nvSpPr>
        <p:spPr>
          <a:xfrm>
            <a:off x="2314621" y="4228186"/>
            <a:ext cx="2665476" cy="257221"/>
          </a:xfrm>
          <a:prstGeom prst="rect">
            <a:avLst/>
          </a:prstGeom>
          <a:noFill/>
          <a:ln/>
        </p:spPr>
        <p:txBody>
          <a:bodyPr wrap="square" lIns="0" tIns="0" rIns="0" bIns="0" rtlCol="0" anchor="t"/>
          <a:lstStyle/>
          <a:p>
            <a:pPr algn="l" indent="0" marL="0">
              <a:lnSpc>
                <a:spcPts val="2066"/>
              </a:lnSpc>
              <a:buNone/>
            </a:pPr>
            <a:r>
              <a:rPr lang="en-US" sz="1275" b="1" dirty="0">
                <a:solidFill>
                  <a:srgbClr val="4A3C33"/>
                </a:solidFill>
                <a:latin typeface="Noto Sans TC" pitchFamily="34" charset="0"/>
                <a:ea typeface="Noto Sans TC" pitchFamily="34" charset="-122"/>
                <a:cs typeface="Noto Sans TC" pitchFamily="34" charset="-120"/>
              </a:rPr>
              <a:t>這則貼文對這個社團的人有用嗎？</a:t>
            </a:r>
            <a:endParaRPr lang="en-US" sz="1275" dirty="0"/>
          </a:p>
        </p:txBody>
      </p:sp>
      <p:sp>
        <p:nvSpPr>
          <p:cNvPr id="16" name="Text 13"/>
          <p:cNvSpPr txBox="1"/>
          <p:nvPr/>
        </p:nvSpPr>
        <p:spPr>
          <a:xfrm>
            <a:off x="6524610" y="2199406"/>
            <a:ext cx="1016721" cy="200071"/>
          </a:xfrm>
          <a:prstGeom prst="rect">
            <a:avLst/>
          </a:prstGeom>
          <a:noFill/>
          <a:ln/>
        </p:spPr>
        <p:txBody>
          <a:bodyPr wrap="square" lIns="0" tIns="0" rIns="0" bIns="0" rtlCol="0" anchor="t"/>
          <a:lstStyle/>
          <a:p>
            <a:pPr algn="l" indent="0" marL="0">
              <a:buNone/>
            </a:pPr>
            <a:r>
              <a:rPr lang="en-US" sz="975" b="1" spc="136" kern="0" dirty="0">
                <a:solidFill>
                  <a:srgbClr val="C05F3C"/>
                </a:solidFill>
                <a:latin typeface="Noto Sans TC" pitchFamily="34" charset="0"/>
                <a:ea typeface="Noto Sans TC" pitchFamily="34" charset="-122"/>
                <a:cs typeface="Noto Sans TC" pitchFamily="34" charset="-120"/>
              </a:rPr>
              <a:t>✕ 不要這樣做</a:t>
            </a:r>
            <a:endParaRPr lang="en-US" sz="975" dirty="0"/>
          </a:p>
        </p:txBody>
      </p:sp>
      <p:sp>
        <p:nvSpPr>
          <p:cNvPr id="17" name="Text 14"/>
          <p:cNvSpPr txBox="1"/>
          <p:nvPr/>
        </p:nvSpPr>
        <p:spPr>
          <a:xfrm>
            <a:off x="6524610" y="2494666"/>
            <a:ext cx="283830" cy="276240"/>
          </a:xfrm>
          <a:prstGeom prst="rect">
            <a:avLst/>
          </a:prstGeom>
          <a:noFill/>
          <a:ln/>
        </p:spPr>
        <p:txBody>
          <a:bodyPr wrap="square" lIns="0" tIns="0" rIns="0" bIns="0" rtlCol="0" anchor="t"/>
          <a:lstStyle/>
          <a:p>
            <a:pPr algn="l" indent="0" marL="0">
              <a:lnSpc>
                <a:spcPts val="2066"/>
              </a:lnSpc>
              <a:buNone/>
            </a:pPr>
            <a:r>
              <a:rPr lang="en-US" sz="1425" b="1" dirty="0">
                <a:solidFill>
                  <a:srgbClr val="C05F3C"/>
                </a:solidFill>
                <a:latin typeface="Noto Sans TC" pitchFamily="34" charset="0"/>
                <a:ea typeface="Noto Sans TC" pitchFamily="34" charset="-122"/>
                <a:cs typeface="Noto Sans TC" pitchFamily="34" charset="-120"/>
              </a:rPr>
              <a:t>✕</a:t>
            </a:r>
            <a:endParaRPr lang="en-US" sz="1425" dirty="0"/>
          </a:p>
        </p:txBody>
      </p:sp>
      <p:sp>
        <p:nvSpPr>
          <p:cNvPr id="18" name="Text 15"/>
          <p:cNvSpPr txBox="1"/>
          <p:nvPr/>
        </p:nvSpPr>
        <p:spPr>
          <a:xfrm>
            <a:off x="6791340" y="2494666"/>
            <a:ext cx="2009394" cy="276240"/>
          </a:xfrm>
          <a:prstGeom prst="rect">
            <a:avLst/>
          </a:prstGeom>
          <a:noFill/>
          <a:ln/>
        </p:spPr>
        <p:txBody>
          <a:bodyPr wrap="square" lIns="0" tIns="0" rIns="0" bIns="0" rtlCol="0" anchor="t"/>
          <a:lstStyle/>
          <a:p>
            <a:pPr algn="l" indent="0" marL="0">
              <a:lnSpc>
                <a:spcPts val="2138"/>
              </a:lnSpc>
              <a:buNone/>
            </a:pPr>
            <a:r>
              <a:rPr lang="en-US" sz="1425" b="1" dirty="0">
                <a:solidFill>
                  <a:srgbClr val="4A3C33"/>
                </a:solidFill>
                <a:latin typeface="Noto Sans TC" pitchFamily="34" charset="0"/>
                <a:ea typeface="Noto Sans TC" pitchFamily="34" charset="-122"/>
                <a:cs typeface="Noto Sans TC" pitchFamily="34" charset="-120"/>
              </a:rPr>
              <a:t>到處貼一模一樣的廣告</a:t>
            </a:r>
            <a:endParaRPr lang="en-US" sz="1425" dirty="0"/>
          </a:p>
        </p:txBody>
      </p:sp>
      <p:sp>
        <p:nvSpPr>
          <p:cNvPr id="19" name="Text 16"/>
          <p:cNvSpPr txBox="1"/>
          <p:nvPr/>
        </p:nvSpPr>
        <p:spPr>
          <a:xfrm>
            <a:off x="6524610" y="2880451"/>
            <a:ext cx="283830" cy="276240"/>
          </a:xfrm>
          <a:prstGeom prst="rect">
            <a:avLst/>
          </a:prstGeom>
          <a:noFill/>
          <a:ln/>
        </p:spPr>
        <p:txBody>
          <a:bodyPr wrap="square" lIns="0" tIns="0" rIns="0" bIns="0" rtlCol="0" anchor="t"/>
          <a:lstStyle/>
          <a:p>
            <a:pPr algn="l" indent="0" marL="0">
              <a:lnSpc>
                <a:spcPts val="2066"/>
              </a:lnSpc>
              <a:buNone/>
            </a:pPr>
            <a:r>
              <a:rPr lang="en-US" sz="1425" b="1" dirty="0">
                <a:solidFill>
                  <a:srgbClr val="C05F3C"/>
                </a:solidFill>
                <a:latin typeface="Noto Sans TC" pitchFamily="34" charset="0"/>
                <a:ea typeface="Noto Sans TC" pitchFamily="34" charset="-122"/>
                <a:cs typeface="Noto Sans TC" pitchFamily="34" charset="-120"/>
              </a:rPr>
              <a:t>✕</a:t>
            </a:r>
            <a:endParaRPr lang="en-US" sz="1425" dirty="0"/>
          </a:p>
        </p:txBody>
      </p:sp>
      <p:sp>
        <p:nvSpPr>
          <p:cNvPr id="20" name="Text 17"/>
          <p:cNvSpPr txBox="1"/>
          <p:nvPr/>
        </p:nvSpPr>
        <p:spPr>
          <a:xfrm>
            <a:off x="6791340" y="2880451"/>
            <a:ext cx="1625620" cy="276240"/>
          </a:xfrm>
          <a:prstGeom prst="rect">
            <a:avLst/>
          </a:prstGeom>
          <a:noFill/>
          <a:ln/>
        </p:spPr>
        <p:txBody>
          <a:bodyPr wrap="square" lIns="0" tIns="0" rIns="0" bIns="0" rtlCol="0" anchor="t"/>
          <a:lstStyle/>
          <a:p>
            <a:pPr algn="l" indent="0" marL="0">
              <a:lnSpc>
                <a:spcPts val="2138"/>
              </a:lnSpc>
              <a:buNone/>
            </a:pPr>
            <a:r>
              <a:rPr lang="en-US" sz="1425" b="1" dirty="0">
                <a:solidFill>
                  <a:srgbClr val="4A3C33"/>
                </a:solidFill>
                <a:latin typeface="Noto Sans TC" pitchFamily="34" charset="0"/>
                <a:ea typeface="Noto Sans TC" pitchFamily="34" charset="-122"/>
                <a:cs typeface="Noto Sans TC" pitchFamily="34" charset="-120"/>
              </a:rPr>
              <a:t>沒看社團規則就貼</a:t>
            </a:r>
            <a:endParaRPr lang="en-US" sz="1425" dirty="0"/>
          </a:p>
        </p:txBody>
      </p:sp>
      <p:sp>
        <p:nvSpPr>
          <p:cNvPr id="21" name="Text 18"/>
          <p:cNvSpPr txBox="1"/>
          <p:nvPr/>
        </p:nvSpPr>
        <p:spPr>
          <a:xfrm>
            <a:off x="6524610" y="3266145"/>
            <a:ext cx="283830" cy="276240"/>
          </a:xfrm>
          <a:prstGeom prst="rect">
            <a:avLst/>
          </a:prstGeom>
          <a:noFill/>
          <a:ln/>
        </p:spPr>
        <p:txBody>
          <a:bodyPr wrap="square" lIns="0" tIns="0" rIns="0" bIns="0" rtlCol="0" anchor="t"/>
          <a:lstStyle/>
          <a:p>
            <a:pPr algn="l" indent="0" marL="0">
              <a:lnSpc>
                <a:spcPts val="2066"/>
              </a:lnSpc>
              <a:buNone/>
            </a:pPr>
            <a:r>
              <a:rPr lang="en-US" sz="1425" b="1" dirty="0">
                <a:solidFill>
                  <a:srgbClr val="C05F3C"/>
                </a:solidFill>
                <a:latin typeface="Noto Sans TC" pitchFamily="34" charset="0"/>
                <a:ea typeface="Noto Sans TC" pitchFamily="34" charset="-122"/>
                <a:cs typeface="Noto Sans TC" pitchFamily="34" charset="-120"/>
              </a:rPr>
              <a:t>✕</a:t>
            </a:r>
            <a:endParaRPr lang="en-US" sz="1425" dirty="0"/>
          </a:p>
        </p:txBody>
      </p:sp>
      <p:sp>
        <p:nvSpPr>
          <p:cNvPr id="22" name="Text 19"/>
          <p:cNvSpPr txBox="1"/>
          <p:nvPr/>
        </p:nvSpPr>
        <p:spPr>
          <a:xfrm>
            <a:off x="6791340" y="3266145"/>
            <a:ext cx="1817553" cy="276240"/>
          </a:xfrm>
          <a:prstGeom prst="rect">
            <a:avLst/>
          </a:prstGeom>
          <a:noFill/>
          <a:ln/>
        </p:spPr>
        <p:txBody>
          <a:bodyPr wrap="square" lIns="0" tIns="0" rIns="0" bIns="0" rtlCol="0" anchor="t"/>
          <a:lstStyle/>
          <a:p>
            <a:pPr algn="l" indent="0" marL="0">
              <a:lnSpc>
                <a:spcPts val="2138"/>
              </a:lnSpc>
              <a:buNone/>
            </a:pPr>
            <a:r>
              <a:rPr lang="en-US" sz="1425" b="1" dirty="0">
                <a:solidFill>
                  <a:srgbClr val="4A3C33"/>
                </a:solidFill>
                <a:latin typeface="Noto Sans TC" pitchFamily="34" charset="0"/>
                <a:ea typeface="Noto Sans TC" pitchFamily="34" charset="-122"/>
                <a:cs typeface="Noto Sans TC" pitchFamily="34" charset="-120"/>
              </a:rPr>
              <a:t>跟社團主題完全無關</a:t>
            </a:r>
            <a:endParaRPr lang="en-US" sz="1425" dirty="0"/>
          </a:p>
        </p:txBody>
      </p:sp>
      <p:sp>
        <p:nvSpPr>
          <p:cNvPr id="23" name="Text 20"/>
          <p:cNvSpPr txBox="1"/>
          <p:nvPr/>
        </p:nvSpPr>
        <p:spPr>
          <a:xfrm>
            <a:off x="6524610" y="3651931"/>
            <a:ext cx="283830" cy="276240"/>
          </a:xfrm>
          <a:prstGeom prst="rect">
            <a:avLst/>
          </a:prstGeom>
          <a:noFill/>
          <a:ln/>
        </p:spPr>
        <p:txBody>
          <a:bodyPr wrap="square" lIns="0" tIns="0" rIns="0" bIns="0" rtlCol="0" anchor="t"/>
          <a:lstStyle/>
          <a:p>
            <a:pPr algn="l" indent="0" marL="0">
              <a:lnSpc>
                <a:spcPts val="2066"/>
              </a:lnSpc>
              <a:buNone/>
            </a:pPr>
            <a:r>
              <a:rPr lang="en-US" sz="1425" b="1" dirty="0">
                <a:solidFill>
                  <a:srgbClr val="C05F3C"/>
                </a:solidFill>
                <a:latin typeface="Noto Sans TC" pitchFamily="34" charset="0"/>
                <a:ea typeface="Noto Sans TC" pitchFamily="34" charset="-122"/>
                <a:cs typeface="Noto Sans TC" pitchFamily="34" charset="-120"/>
              </a:rPr>
              <a:t>✕</a:t>
            </a:r>
            <a:endParaRPr lang="en-US" sz="1425" dirty="0"/>
          </a:p>
        </p:txBody>
      </p:sp>
      <p:sp>
        <p:nvSpPr>
          <p:cNvPr id="24" name="Text 21"/>
          <p:cNvSpPr txBox="1"/>
          <p:nvPr/>
        </p:nvSpPr>
        <p:spPr>
          <a:xfrm>
            <a:off x="6791340" y="3651931"/>
            <a:ext cx="1433871" cy="276240"/>
          </a:xfrm>
          <a:prstGeom prst="rect">
            <a:avLst/>
          </a:prstGeom>
          <a:noFill/>
          <a:ln/>
        </p:spPr>
        <p:txBody>
          <a:bodyPr wrap="square" lIns="0" tIns="0" rIns="0" bIns="0" rtlCol="0" anchor="t"/>
          <a:lstStyle/>
          <a:p>
            <a:pPr algn="l" indent="0" marL="0">
              <a:lnSpc>
                <a:spcPts val="2138"/>
              </a:lnSpc>
              <a:buNone/>
            </a:pPr>
            <a:r>
              <a:rPr lang="en-US" sz="1425" b="1" dirty="0">
                <a:solidFill>
                  <a:srgbClr val="4A3C33"/>
                </a:solidFill>
                <a:latin typeface="Noto Sans TC" pitchFamily="34" charset="0"/>
                <a:ea typeface="Noto Sans TC" pitchFamily="34" charset="-122"/>
                <a:cs typeface="Noto Sans TC" pitchFamily="34" charset="-120"/>
              </a:rPr>
              <a:t>一天洗好幾次版</a:t>
            </a:r>
            <a:endParaRPr lang="en-US" sz="1425" dirty="0"/>
          </a:p>
        </p:txBody>
      </p:sp>
      <p:sp>
        <p:nvSpPr>
          <p:cNvPr id="25" name="Text 22"/>
          <p:cNvSpPr txBox="1"/>
          <p:nvPr/>
        </p:nvSpPr>
        <p:spPr>
          <a:xfrm>
            <a:off x="6524610" y="4228186"/>
            <a:ext cx="3352008" cy="257221"/>
          </a:xfrm>
          <a:prstGeom prst="rect">
            <a:avLst/>
          </a:prstGeom>
          <a:noFill/>
          <a:ln/>
        </p:spPr>
        <p:txBody>
          <a:bodyPr wrap="square" lIns="0" tIns="0" rIns="0" bIns="0" rtlCol="0" anchor="t"/>
          <a:lstStyle/>
          <a:p>
            <a:pPr algn="l" indent="0" marL="0">
              <a:lnSpc>
                <a:spcPts val="2066"/>
              </a:lnSpc>
              <a:buNone/>
            </a:pPr>
            <a:r>
              <a:rPr lang="en-US" sz="1275" dirty="0">
                <a:solidFill>
                  <a:srgbClr val="4A3C33"/>
                </a:solidFill>
                <a:latin typeface="Noto Sans TC" pitchFamily="34" charset="0"/>
                <a:ea typeface="Noto Sans TC" pitchFamily="34" charset="-122"/>
                <a:cs typeface="Noto Sans TC" pitchFamily="34" charset="-120"/>
              </a:rPr>
              <a:t>後果：</a:t>
            </a:r>
            <a:pPr algn="l" indent="0" marL="0">
              <a:lnSpc>
                <a:spcPts val="2066"/>
              </a:lnSpc>
              <a:buNone/>
            </a:pPr>
            <a:r>
              <a:rPr lang="en-US" sz="1275" b="1" dirty="0">
                <a:solidFill>
                  <a:srgbClr val="4A3C33"/>
                </a:solidFill>
                <a:latin typeface="Noto Sans TC" pitchFamily="34" charset="0"/>
                <a:ea typeface="Noto Sans TC" pitchFamily="34" charset="-122"/>
                <a:cs typeface="Noto Sans TC" pitchFamily="34" charset="-120"/>
              </a:rPr>
              <a:t>被檢舉、被踢出社團、帳號被限制。</a:t>
            </a:r>
            <a:endParaRPr lang="en-US" sz="1275" dirty="0"/>
          </a:p>
        </p:txBody>
      </p:sp>
      <p:sp>
        <p:nvSpPr>
          <p:cNvPr id="26" name="Text 23"/>
          <p:cNvSpPr txBox="1"/>
          <p:nvPr/>
        </p:nvSpPr>
        <p:spPr>
          <a:xfrm>
            <a:off x="7010430" y="4228186"/>
            <a:ext cx="2837109" cy="257221"/>
          </a:xfrm>
          <a:prstGeom prst="rect">
            <a:avLst/>
          </a:prstGeom>
          <a:noFill/>
          <a:ln/>
        </p:spPr>
        <p:txBody>
          <a:bodyPr wrap="square" lIns="0" tIns="0" rIns="0" bIns="0" rtlCol="0" anchor="t"/>
          <a:lstStyle/>
          <a:p>
            <a:pPr algn="l" indent="0" marL="0">
              <a:lnSpc>
                <a:spcPts val="2066"/>
              </a:lnSpc>
              <a:buNone/>
            </a:pPr>
            <a:r>
              <a:rPr lang="en-US" sz="1275" b="1" dirty="0">
                <a:solidFill>
                  <a:srgbClr val="4A3C33"/>
                </a:solidFill>
                <a:latin typeface="Noto Sans TC" pitchFamily="34" charset="0"/>
                <a:ea typeface="Noto Sans TC" pitchFamily="34" charset="-122"/>
                <a:cs typeface="Noto Sans TC" pitchFamily="34" charset="-120"/>
              </a:rPr>
              <a:t>被檢舉、被踢出社團、帳號被限制。</a:t>
            </a:r>
            <a:endParaRPr lang="en-US" sz="1275" dirty="0"/>
          </a:p>
        </p:txBody>
      </p:sp>
      <p:sp>
        <p:nvSpPr>
          <p:cNvPr id="27" name="Text 24"/>
          <p:cNvSpPr txBox="1"/>
          <p:nvPr/>
        </p:nvSpPr>
        <p:spPr>
          <a:xfrm>
            <a:off x="1552560" y="5147706"/>
            <a:ext cx="4129430" cy="590520"/>
          </a:xfrm>
          <a:prstGeom prst="rect">
            <a:avLst/>
          </a:prstGeom>
          <a:noFill/>
          <a:ln/>
        </p:spPr>
        <p:txBody>
          <a:bodyPr wrap="square" lIns="0" tIns="0" rIns="0" bIns="0" rtlCol="0" anchor="t"/>
          <a:lstStyle/>
          <a:p>
            <a:pPr algn="l" indent="0" marL="0">
              <a:lnSpc>
                <a:spcPts val="2325"/>
              </a:lnSpc>
              <a:buNone/>
            </a:pPr>
            <a:r>
              <a:rPr lang="en-US" sz="1500" b="1" dirty="0">
                <a:solidFill>
                  <a:srgbClr val="4A3C33"/>
                </a:solidFill>
                <a:latin typeface="Noto Sans TC" pitchFamily="34" charset="0"/>
                <a:ea typeface="Noto Sans TC" pitchFamily="34" charset="-122"/>
                <a:cs typeface="Noto Sans TC" pitchFamily="34" charset="-120"/>
              </a:rPr>
              <a:t>在社團裡，你是</a:t>
            </a:r>
            <a:pPr algn="l" indent="0" marL="0">
              <a:lnSpc>
                <a:spcPts val="2325"/>
              </a:lnSpc>
              <a:buNone/>
            </a:pPr>
            <a:r>
              <a:rPr lang="en-US" sz="1500" b="1" dirty="0">
                <a:solidFill>
                  <a:srgbClr val="C05F3C"/>
                </a:solidFill>
                <a:latin typeface="Noto Sans TC" pitchFamily="34" charset="0"/>
                <a:ea typeface="Noto Sans TC" pitchFamily="34" charset="-122"/>
                <a:cs typeface="Noto Sans TC" pitchFamily="34" charset="-120"/>
              </a:rPr>
              <a:t>客人</a:t>
            </a:r>
            <a:pPr algn="l" indent="0" marL="0">
              <a:lnSpc>
                <a:spcPts val="2325"/>
              </a:lnSpc>
              <a:buNone/>
            </a:pPr>
            <a:r>
              <a:rPr lang="en-US" sz="1500" b="1" dirty="0">
                <a:solidFill>
                  <a:srgbClr val="4A3C33"/>
                </a:solidFill>
                <a:latin typeface="Noto Sans TC" pitchFamily="34" charset="0"/>
                <a:ea typeface="Noto Sans TC" pitchFamily="34" charset="-122"/>
                <a:cs typeface="Noto Sans TC" pitchFamily="34" charset="-120"/>
              </a:rPr>
              <a:t>，不是老闆。</a:t>
            </a:r>
            <a:endParaRPr lang="en-US" sz="1500" dirty="0"/>
          </a:p>
          <a:p>
            <a:pPr algn="l" indent="0" marL="0">
              <a:lnSpc>
                <a:spcPts val="2325"/>
              </a:lnSpc>
              <a:buNone/>
            </a:pPr>
            <a:r>
              <a:rPr lang="en-US" sz="1500" b="1" dirty="0">
                <a:solidFill>
                  <a:srgbClr val="4A3C33"/>
                </a:solidFill>
                <a:latin typeface="Noto Sans TC" pitchFamily="34" charset="0"/>
                <a:ea typeface="Noto Sans TC" pitchFamily="34" charset="-122"/>
                <a:cs typeface="Noto Sans TC" pitchFamily="34" charset="-120"/>
              </a:rPr>
              <a:t> 先參與、先幫忙回答問題，再談自己的東西。</a:t>
            </a:r>
            <a:endParaRPr lang="en-US" sz="1500" dirty="0"/>
          </a:p>
        </p:txBody>
      </p:sp>
      <p:sp>
        <p:nvSpPr>
          <p:cNvPr id="28" name="Text 25"/>
          <p:cNvSpPr txBox="1"/>
          <p:nvPr/>
        </p:nvSpPr>
        <p:spPr>
          <a:xfrm>
            <a:off x="2886121" y="5147706"/>
            <a:ext cx="512430" cy="295260"/>
          </a:xfrm>
          <a:prstGeom prst="rect">
            <a:avLst/>
          </a:prstGeom>
          <a:noFill/>
          <a:ln/>
        </p:spPr>
        <p:txBody>
          <a:bodyPr wrap="square" lIns="0" tIns="0" rIns="0" bIns="0" rtlCol="0" anchor="t"/>
          <a:lstStyle/>
          <a:p>
            <a:pPr algn="l" indent="0" marL="0">
              <a:lnSpc>
                <a:spcPts val="2325"/>
              </a:lnSpc>
              <a:buNone/>
            </a:pPr>
            <a:r>
              <a:rPr lang="en-US" sz="1500" b="1" dirty="0">
                <a:solidFill>
                  <a:srgbClr val="C05F3C"/>
                </a:solidFill>
                <a:latin typeface="Noto Sans TC" pitchFamily="34" charset="0"/>
                <a:ea typeface="Noto Sans TC" pitchFamily="34" charset="-122"/>
                <a:cs typeface="Noto Sans TC" pitchFamily="34" charset="-120"/>
              </a:rPr>
              <a:t>客人</a:t>
            </a:r>
            <a:endParaRPr lang="en-US" sz="1500" dirty="0"/>
          </a:p>
        </p:txBody>
      </p:sp>
      <p:sp>
        <p:nvSpPr>
          <p:cNvPr id="29" name="Text 26"/>
          <p:cNvSpPr txBox="1"/>
          <p:nvPr/>
        </p:nvSpPr>
        <p:spPr>
          <a:xfrm>
            <a:off x="761970" y="6438930"/>
            <a:ext cx="1338042" cy="200071"/>
          </a:xfrm>
          <a:prstGeom prst="rect">
            <a:avLst/>
          </a:prstGeom>
          <a:noFill/>
          <a:ln/>
        </p:spPr>
        <p:txBody>
          <a:bodyPr wrap="square" lIns="0" tIns="0" rIns="0" bIns="0" rtlCol="0" anchor="t"/>
          <a:lstStyle/>
          <a:p>
            <a:pPr algn="l" indent="0" marL="0">
              <a:buNone/>
            </a:pPr>
            <a:r>
              <a:rPr lang="en-US" sz="938" b="1" spc="56" kern="0" dirty="0">
                <a:solidFill>
                  <a:srgbClr val="9C8B7C"/>
                </a:solidFill>
                <a:latin typeface="Noto Sans TC" pitchFamily="34" charset="0"/>
                <a:ea typeface="Noto Sans TC" pitchFamily="34" charset="-122"/>
                <a:cs typeface="Noto Sans TC" pitchFamily="34" charset="-120"/>
              </a:rPr>
              <a:t>PART 3 · 10:58</a:t>
            </a:r>
            <a:endParaRPr lang="en-US" sz="938" dirty="0"/>
          </a:p>
        </p:txBody>
      </p:sp>
      <p:sp>
        <p:nvSpPr>
          <p:cNvPr id="30" name="Text 27"/>
          <p:cNvSpPr txBox="1"/>
          <p:nvPr/>
        </p:nvSpPr>
        <p:spPr>
          <a:xfrm>
            <a:off x="10922599" y="6438930"/>
            <a:ext cx="562630" cy="200071"/>
          </a:xfrm>
          <a:prstGeom prst="rect">
            <a:avLst/>
          </a:prstGeom>
          <a:noFill/>
          <a:ln/>
        </p:spPr>
        <p:txBody>
          <a:bodyPr wrap="square" lIns="0" tIns="0" rIns="0" bIns="0" rtlCol="0" anchor="t"/>
          <a:lstStyle/>
          <a:p>
            <a:pPr algn="l" indent="0" marL="0">
              <a:buNone/>
            </a:pPr>
            <a:r>
              <a:rPr lang="en-US" sz="938" b="1" spc="56" kern="0" dirty="0">
                <a:solidFill>
                  <a:srgbClr val="9C8B7C"/>
                </a:solidFill>
                <a:latin typeface="Noto Sans TC" pitchFamily="34" charset="0"/>
                <a:ea typeface="Noto Sans TC" pitchFamily="34" charset="-122"/>
                <a:cs typeface="Noto Sans TC" pitchFamily="34" charset="-120"/>
              </a:rPr>
              <a:t>23 / 75</a:t>
            </a:r>
            <a:endParaRPr lang="en-US" sz="938"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BF7F1"/>
        </a:solidFill>
      </p:bgPr>
    </p:bg>
    <p:spTree>
      <p:nvGrpSpPr>
        <p:cNvPr id="1" name=""/>
        <p:cNvGrpSpPr/>
        <p:nvPr/>
      </p:nvGrpSpPr>
      <p:grpSpPr>
        <a:xfrm>
          <a:off x="0" y="0"/>
          <a:ext cx="0" cy="0"/>
          <a:chOff x="0" y="0"/>
          <a:chExt cx="0" cy="0"/>
        </a:xfrm>
      </p:grpSpPr>
      <p:pic>
        <p:nvPicPr>
          <p:cNvPr id="2" name="Image 0" descr="/home/user/gogoeveryday/social-course/export-pptx/build/bg/24.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876270" y="1373520"/>
            <a:ext cx="2230862" cy="209580"/>
          </a:xfrm>
          <a:prstGeom prst="rect">
            <a:avLst/>
          </a:prstGeom>
          <a:noFill/>
          <a:ln/>
        </p:spPr>
        <p:txBody>
          <a:bodyPr wrap="square" lIns="0" tIns="0" rIns="0" bIns="0" rtlCol="0" anchor="t"/>
          <a:lstStyle/>
          <a:p>
            <a:pPr algn="l" indent="0" marL="0">
              <a:buNone/>
            </a:pPr>
            <a:r>
              <a:rPr lang="en-US" sz="1050" b="1" spc="189" kern="0" dirty="0">
                <a:solidFill>
                  <a:srgbClr val="D99A4E"/>
                </a:solidFill>
                <a:latin typeface="Noto Sans TC" pitchFamily="34" charset="0"/>
                <a:ea typeface="Noto Sans TC" pitchFamily="34" charset="-122"/>
                <a:cs typeface="Noto Sans TC" pitchFamily="34" charset="-120"/>
              </a:rPr>
              <a:t>11:05 – 12:00 ｜ PART 4</a:t>
            </a:r>
            <a:endParaRPr lang="en-US" sz="1050" dirty="0"/>
          </a:p>
        </p:txBody>
      </p:sp>
      <p:sp>
        <p:nvSpPr>
          <p:cNvPr id="4" name="Text 1"/>
          <p:cNvSpPr txBox="1"/>
          <p:nvPr/>
        </p:nvSpPr>
        <p:spPr>
          <a:xfrm>
            <a:off x="876270" y="1487820"/>
            <a:ext cx="1726662" cy="2086021"/>
          </a:xfrm>
          <a:prstGeom prst="rect">
            <a:avLst/>
          </a:prstGeom>
          <a:noFill/>
          <a:ln/>
        </p:spPr>
        <p:txBody>
          <a:bodyPr wrap="square" lIns="0" tIns="0" rIns="0" bIns="0" rtlCol="0" anchor="t"/>
          <a:lstStyle/>
          <a:p>
            <a:pPr algn="l" indent="0" marL="0">
              <a:lnSpc>
                <a:spcPts val="11250"/>
              </a:lnSpc>
              <a:buNone/>
            </a:pPr>
            <a:r>
              <a:rPr lang="en-US" sz="11250" b="1" spc="-563" kern="0" dirty="0">
                <a:solidFill>
                  <a:srgbClr val="FFFFFF"/>
                </a:solidFill>
                <a:latin typeface="Noto Sans TC" pitchFamily="34" charset="0"/>
                <a:ea typeface="Noto Sans TC" pitchFamily="34" charset="-122"/>
                <a:cs typeface="Noto Sans TC" pitchFamily="34" charset="-120"/>
              </a:rPr>
              <a:t>04</a:t>
            </a:r>
            <a:endParaRPr lang="en-US" sz="11250" dirty="0"/>
          </a:p>
        </p:txBody>
      </p:sp>
      <p:sp>
        <p:nvSpPr>
          <p:cNvPr id="5" name="Text 2"/>
          <p:cNvSpPr txBox="1"/>
          <p:nvPr/>
        </p:nvSpPr>
        <p:spPr>
          <a:xfrm>
            <a:off x="876270" y="3030870"/>
            <a:ext cx="3967307" cy="1562070"/>
          </a:xfrm>
          <a:prstGeom prst="rect">
            <a:avLst/>
          </a:prstGeom>
          <a:noFill/>
          <a:ln/>
        </p:spPr>
        <p:txBody>
          <a:bodyPr wrap="square" lIns="0" tIns="0" rIns="0" bIns="0" rtlCol="0" anchor="t"/>
          <a:lstStyle/>
          <a:p>
            <a:pPr algn="l" indent="0" marL="0">
              <a:buNone/>
            </a:pPr>
            <a:r>
              <a:rPr lang="en-US" sz="4200" b="1" spc="-126" kern="0" dirty="0">
                <a:solidFill>
                  <a:srgbClr val="FFFFFF"/>
                </a:solidFill>
                <a:latin typeface="Noto Sans TC" pitchFamily="34" charset="0"/>
                <a:ea typeface="Noto Sans TC" pitchFamily="34" charset="-122"/>
                <a:cs typeface="Noto Sans TC" pitchFamily="34" charset="-120"/>
              </a:rPr>
              <a:t>Instagram 操作</a:t>
            </a:r>
            <a:endParaRPr lang="en-US" sz="4200" dirty="0"/>
          </a:p>
          <a:p>
            <a:pPr algn="l" indent="0" marL="0">
              <a:buNone/>
            </a:pPr>
            <a:r>
              <a:rPr lang="en-US" sz="4200" b="1" spc="-126" kern="0" dirty="0">
                <a:solidFill>
                  <a:srgbClr val="FFFFFF"/>
                </a:solidFill>
                <a:latin typeface="Noto Sans TC" pitchFamily="34" charset="0"/>
                <a:ea typeface="Noto Sans TC" pitchFamily="34" charset="-122"/>
                <a:cs typeface="Noto Sans TC" pitchFamily="34" charset="-120"/>
              </a:rPr>
              <a:t>＋品牌案例觀察</a:t>
            </a:r>
            <a:endParaRPr lang="en-US" sz="4200" dirty="0"/>
          </a:p>
        </p:txBody>
      </p:sp>
      <p:sp>
        <p:nvSpPr>
          <p:cNvPr id="6" name="Text 3"/>
          <p:cNvSpPr txBox="1"/>
          <p:nvPr/>
        </p:nvSpPr>
        <p:spPr>
          <a:xfrm>
            <a:off x="876270" y="4954951"/>
            <a:ext cx="4119372" cy="304770"/>
          </a:xfrm>
          <a:prstGeom prst="rect">
            <a:avLst/>
          </a:prstGeom>
          <a:noFill/>
          <a:ln/>
        </p:spPr>
        <p:txBody>
          <a:bodyPr wrap="square" lIns="0" tIns="0" rIns="0" bIns="0" rtlCol="0" anchor="t"/>
          <a:lstStyle/>
          <a:p>
            <a:pPr algn="l" indent="0" marL="0">
              <a:lnSpc>
                <a:spcPts val="2520"/>
              </a:lnSpc>
              <a:buNone/>
            </a:pPr>
            <a:r>
              <a:rPr lang="en-US" sz="1575" dirty="0">
                <a:solidFill>
                  <a:srgbClr val="FFFFFF"/>
                </a:solidFill>
                <a:latin typeface="Noto Sans TC" pitchFamily="34" charset="0"/>
                <a:ea typeface="Noto Sans TC" pitchFamily="34" charset="-122"/>
                <a:cs typeface="Noto Sans TC" pitchFamily="34" charset="-120"/>
              </a:rPr>
              <a:t>先看懂別人怎麼做，再回頭看自己的帳號。</a:t>
            </a:r>
            <a:endParaRPr lang="en-US" sz="1575" dirty="0"/>
          </a:p>
        </p:txBody>
      </p:sp>
      <p:sp>
        <p:nvSpPr>
          <p:cNvPr id="7" name="Text 4"/>
          <p:cNvSpPr txBox="1"/>
          <p:nvPr/>
        </p:nvSpPr>
        <p:spPr>
          <a:xfrm>
            <a:off x="761970" y="6438930"/>
            <a:ext cx="1791035" cy="200071"/>
          </a:xfrm>
          <a:prstGeom prst="rect">
            <a:avLst/>
          </a:prstGeom>
          <a:noFill/>
          <a:ln/>
        </p:spPr>
        <p:txBody>
          <a:bodyPr wrap="square" lIns="0" tIns="0" rIns="0" bIns="0" rtlCol="0" anchor="t"/>
          <a:lstStyle/>
          <a:p>
            <a:pPr algn="l" indent="0" marL="0">
              <a:buNone/>
            </a:pPr>
            <a:r>
              <a:rPr lang="en-US" sz="938" b="1" spc="56" kern="0" dirty="0">
                <a:solidFill>
                  <a:srgbClr val="FFFFFF"/>
                </a:solidFill>
                <a:latin typeface="Noto Sans TC" pitchFamily="34" charset="0"/>
                <a:ea typeface="Noto Sans TC" pitchFamily="34" charset="-122"/>
                <a:cs typeface="Noto Sans TC" pitchFamily="34" charset="-120"/>
              </a:rPr>
              <a:t>PART 4 · 11:05–12:00</a:t>
            </a:r>
            <a:endParaRPr lang="en-US" sz="938" dirty="0"/>
          </a:p>
        </p:txBody>
      </p:sp>
      <p:sp>
        <p:nvSpPr>
          <p:cNvPr id="8" name="Text 5"/>
          <p:cNvSpPr txBox="1"/>
          <p:nvPr/>
        </p:nvSpPr>
        <p:spPr>
          <a:xfrm>
            <a:off x="10922599" y="6438930"/>
            <a:ext cx="562630" cy="200071"/>
          </a:xfrm>
          <a:prstGeom prst="rect">
            <a:avLst/>
          </a:prstGeom>
          <a:noFill/>
          <a:ln/>
        </p:spPr>
        <p:txBody>
          <a:bodyPr wrap="square" lIns="0" tIns="0" rIns="0" bIns="0" rtlCol="0" anchor="t"/>
          <a:lstStyle/>
          <a:p>
            <a:pPr algn="l" indent="0" marL="0">
              <a:buNone/>
            </a:pPr>
            <a:r>
              <a:rPr lang="en-US" sz="938" b="1" spc="56" kern="0" dirty="0">
                <a:solidFill>
                  <a:srgbClr val="FFFFFF"/>
                </a:solidFill>
                <a:latin typeface="Noto Sans TC" pitchFamily="34" charset="0"/>
                <a:ea typeface="Noto Sans TC" pitchFamily="34" charset="-122"/>
                <a:cs typeface="Noto Sans TC" pitchFamily="34" charset="-120"/>
              </a:rPr>
              <a:t>24 / 75</a:t>
            </a:r>
            <a:endParaRPr lang="en-US" sz="938"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BF7F1"/>
        </a:solidFill>
      </p:bgPr>
    </p:bg>
    <p:spTree>
      <p:nvGrpSpPr>
        <p:cNvPr id="1" name=""/>
        <p:cNvGrpSpPr/>
        <p:nvPr/>
      </p:nvGrpSpPr>
      <p:grpSpPr>
        <a:xfrm>
          <a:off x="0" y="0"/>
          <a:ext cx="0" cy="0"/>
          <a:chOff x="0" y="0"/>
          <a:chExt cx="0" cy="0"/>
        </a:xfrm>
      </p:grpSpPr>
      <p:pic>
        <p:nvPicPr>
          <p:cNvPr id="2" name="Image 0" descr="/home/user/gogoeveryday/social-course/export-pptx/build/bg/25.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761970" y="660197"/>
            <a:ext cx="999714" cy="219090"/>
          </a:xfrm>
          <a:prstGeom prst="rect">
            <a:avLst/>
          </a:prstGeom>
          <a:noFill/>
          <a:ln/>
        </p:spPr>
        <p:txBody>
          <a:bodyPr wrap="square" lIns="0" tIns="0" rIns="0" bIns="0" rtlCol="0" anchor="t"/>
          <a:lstStyle/>
          <a:p>
            <a:pPr algn="l" indent="0" marL="0">
              <a:buNone/>
            </a:pPr>
            <a:r>
              <a:rPr lang="en-US" sz="1125" b="1" spc="225" kern="0" dirty="0">
                <a:solidFill>
                  <a:srgbClr val="8A5A6D"/>
                </a:solidFill>
                <a:latin typeface="Noto Sans TC" pitchFamily="34" charset="0"/>
                <a:ea typeface="Noto Sans TC" pitchFamily="34" charset="-122"/>
                <a:cs typeface="Noto Sans TC" pitchFamily="34" charset="-120"/>
              </a:rPr>
              <a:t>先看，再改</a:t>
            </a:r>
            <a:endParaRPr lang="en-US" sz="1125" dirty="0"/>
          </a:p>
        </p:txBody>
      </p:sp>
      <p:sp>
        <p:nvSpPr>
          <p:cNvPr id="4" name="Text 1"/>
          <p:cNvSpPr txBox="1"/>
          <p:nvPr/>
        </p:nvSpPr>
        <p:spPr>
          <a:xfrm>
            <a:off x="761970" y="964966"/>
            <a:ext cx="4316700" cy="542971"/>
          </a:xfrm>
          <a:prstGeom prst="rect">
            <a:avLst/>
          </a:prstGeom>
          <a:noFill/>
          <a:ln/>
        </p:spPr>
        <p:txBody>
          <a:bodyPr wrap="square" lIns="0" tIns="0" rIns="0" bIns="0" rtlCol="0" anchor="t"/>
          <a:lstStyle/>
          <a:p>
            <a:pPr algn="l" indent="0" marL="0">
              <a:lnSpc>
                <a:spcPts val="3477"/>
              </a:lnSpc>
              <a:buNone/>
            </a:pPr>
            <a:r>
              <a:rPr lang="en-US" sz="2850" b="1" spc="-57" kern="0" dirty="0">
                <a:solidFill>
                  <a:srgbClr val="241C17"/>
                </a:solidFill>
                <a:latin typeface="Noto Sans TC" pitchFamily="34" charset="0"/>
                <a:ea typeface="Noto Sans TC" pitchFamily="34" charset="-122"/>
                <a:cs typeface="Noto Sans TC" pitchFamily="34" charset="-120"/>
              </a:rPr>
              <a:t>打開 IG，先看這五個地方</a:t>
            </a:r>
            <a:endParaRPr lang="en-US" sz="2850" dirty="0"/>
          </a:p>
        </p:txBody>
      </p:sp>
      <p:sp>
        <p:nvSpPr>
          <p:cNvPr id="5" name="Text 2"/>
          <p:cNvSpPr txBox="1"/>
          <p:nvPr/>
        </p:nvSpPr>
        <p:spPr>
          <a:xfrm>
            <a:off x="962040" y="1930481"/>
            <a:ext cx="331470" cy="304770"/>
          </a:xfrm>
          <a:prstGeom prst="rect">
            <a:avLst/>
          </a:prstGeom>
          <a:noFill/>
          <a:ln/>
        </p:spPr>
        <p:txBody>
          <a:bodyPr wrap="square" lIns="0" tIns="0" rIns="0" bIns="0" rtlCol="0" anchor="t"/>
          <a:lstStyle/>
          <a:p>
            <a:pPr algn="l" indent="0" marL="0">
              <a:buNone/>
            </a:pPr>
            <a:r>
              <a:rPr lang="en-US" sz="1575" b="1" dirty="0">
                <a:solidFill>
                  <a:srgbClr val="8A5A6D"/>
                </a:solidFill>
                <a:latin typeface="Noto Sans TC" pitchFamily="34" charset="0"/>
                <a:ea typeface="Noto Sans TC" pitchFamily="34" charset="-122"/>
                <a:cs typeface="Noto Sans TC" pitchFamily="34" charset="-120"/>
              </a:rPr>
              <a:t>①</a:t>
            </a:r>
            <a:endParaRPr lang="en-US" sz="1575" dirty="0"/>
          </a:p>
        </p:txBody>
      </p:sp>
      <p:sp>
        <p:nvSpPr>
          <p:cNvPr id="6" name="Text 3"/>
          <p:cNvSpPr txBox="1"/>
          <p:nvPr/>
        </p:nvSpPr>
        <p:spPr>
          <a:xfrm>
            <a:off x="1304940" y="1835201"/>
            <a:ext cx="660197" cy="266730"/>
          </a:xfrm>
          <a:prstGeom prst="rect">
            <a:avLst/>
          </a:prstGeom>
          <a:noFill/>
          <a:ln/>
        </p:spPr>
        <p:txBody>
          <a:bodyPr wrap="square" lIns="0" tIns="0" rIns="0" bIns="0" rtlCol="0" anchor="t"/>
          <a:lstStyle/>
          <a:p>
            <a:pPr algn="l" indent="0" marL="0">
              <a:buNone/>
            </a:pPr>
            <a:r>
              <a:rPr lang="en-US" sz="1388" b="1" dirty="0">
                <a:solidFill>
                  <a:srgbClr val="241C17"/>
                </a:solidFill>
                <a:latin typeface="Noto Sans TC" pitchFamily="34" charset="0"/>
                <a:ea typeface="Noto Sans TC" pitchFamily="34" charset="-122"/>
                <a:cs typeface="Noto Sans TC" pitchFamily="34" charset="-120"/>
              </a:rPr>
              <a:t>大頭貼</a:t>
            </a:r>
            <a:endParaRPr lang="en-US" sz="1388" dirty="0"/>
          </a:p>
        </p:txBody>
      </p:sp>
      <p:sp>
        <p:nvSpPr>
          <p:cNvPr id="7" name="Text 4"/>
          <p:cNvSpPr txBox="1"/>
          <p:nvPr/>
        </p:nvSpPr>
        <p:spPr>
          <a:xfrm>
            <a:off x="1304940" y="2111441"/>
            <a:ext cx="2059869" cy="219090"/>
          </a:xfrm>
          <a:prstGeom prst="rect">
            <a:avLst/>
          </a:prstGeom>
          <a:noFill/>
          <a:ln/>
        </p:spPr>
        <p:txBody>
          <a:bodyPr wrap="square" lIns="0" tIns="0" rIns="0" bIns="0" rtlCol="0" anchor="t"/>
          <a:lstStyle/>
          <a:p>
            <a:pPr algn="l" indent="0" marL="0">
              <a:buNone/>
            </a:pPr>
            <a:r>
              <a:rPr lang="en-US" sz="1125" b="1" dirty="0">
                <a:solidFill>
                  <a:srgbClr val="7A6A5D"/>
                </a:solidFill>
                <a:latin typeface="Noto Sans TC" pitchFamily="34" charset="0"/>
                <a:ea typeface="Noto Sans TC" pitchFamily="34" charset="-122"/>
                <a:cs typeface="Noto Sans TC" pitchFamily="34" charset="-120"/>
              </a:rPr>
              <a:t>用商品或本人，不要用風景照</a:t>
            </a:r>
            <a:endParaRPr lang="en-US" sz="1125" dirty="0"/>
          </a:p>
        </p:txBody>
      </p:sp>
      <p:sp>
        <p:nvSpPr>
          <p:cNvPr id="8" name="Text 5"/>
          <p:cNvSpPr txBox="1"/>
          <p:nvPr/>
        </p:nvSpPr>
        <p:spPr>
          <a:xfrm>
            <a:off x="962040" y="2825770"/>
            <a:ext cx="331470" cy="304770"/>
          </a:xfrm>
          <a:prstGeom prst="rect">
            <a:avLst/>
          </a:prstGeom>
          <a:noFill/>
          <a:ln/>
        </p:spPr>
        <p:txBody>
          <a:bodyPr wrap="square" lIns="0" tIns="0" rIns="0" bIns="0" rtlCol="0" anchor="t"/>
          <a:lstStyle/>
          <a:p>
            <a:pPr algn="l" indent="0" marL="0">
              <a:buNone/>
            </a:pPr>
            <a:r>
              <a:rPr lang="en-US" sz="1575" b="1" dirty="0">
                <a:solidFill>
                  <a:srgbClr val="8A5A6D"/>
                </a:solidFill>
                <a:latin typeface="Noto Sans TC" pitchFamily="34" charset="0"/>
                <a:ea typeface="Noto Sans TC" pitchFamily="34" charset="-122"/>
                <a:cs typeface="Noto Sans TC" pitchFamily="34" charset="-120"/>
              </a:rPr>
              <a:t>②</a:t>
            </a:r>
            <a:endParaRPr lang="en-US" sz="1575" dirty="0"/>
          </a:p>
        </p:txBody>
      </p:sp>
      <p:sp>
        <p:nvSpPr>
          <p:cNvPr id="9" name="Text 6"/>
          <p:cNvSpPr txBox="1"/>
          <p:nvPr/>
        </p:nvSpPr>
        <p:spPr>
          <a:xfrm>
            <a:off x="1304940" y="2730581"/>
            <a:ext cx="483992" cy="266730"/>
          </a:xfrm>
          <a:prstGeom prst="rect">
            <a:avLst/>
          </a:prstGeom>
          <a:noFill/>
          <a:ln/>
        </p:spPr>
        <p:txBody>
          <a:bodyPr wrap="square" lIns="0" tIns="0" rIns="0" bIns="0" rtlCol="0" anchor="t"/>
          <a:lstStyle/>
          <a:p>
            <a:pPr algn="l" indent="0" marL="0">
              <a:buNone/>
            </a:pPr>
            <a:r>
              <a:rPr lang="en-US" sz="1388" b="1" dirty="0">
                <a:solidFill>
                  <a:srgbClr val="241C17"/>
                </a:solidFill>
                <a:latin typeface="Noto Sans TC" pitchFamily="34" charset="0"/>
                <a:ea typeface="Noto Sans TC" pitchFamily="34" charset="-122"/>
                <a:cs typeface="Noto Sans TC" pitchFamily="34" charset="-120"/>
              </a:rPr>
              <a:t>名稱</a:t>
            </a:r>
            <a:endParaRPr lang="en-US" sz="1388" dirty="0"/>
          </a:p>
        </p:txBody>
      </p:sp>
      <p:sp>
        <p:nvSpPr>
          <p:cNvPr id="10" name="Text 7"/>
          <p:cNvSpPr txBox="1"/>
          <p:nvPr/>
        </p:nvSpPr>
        <p:spPr>
          <a:xfrm>
            <a:off x="1304940" y="3006730"/>
            <a:ext cx="2665659" cy="219090"/>
          </a:xfrm>
          <a:prstGeom prst="rect">
            <a:avLst/>
          </a:prstGeom>
          <a:noFill/>
          <a:ln/>
        </p:spPr>
        <p:txBody>
          <a:bodyPr wrap="square" lIns="0" tIns="0" rIns="0" bIns="0" rtlCol="0" anchor="t"/>
          <a:lstStyle/>
          <a:p>
            <a:pPr algn="l" indent="0" marL="0">
              <a:buNone/>
            </a:pPr>
            <a:r>
              <a:rPr lang="en-US" sz="1125" b="1" dirty="0">
                <a:solidFill>
                  <a:srgbClr val="7A6A5D"/>
                </a:solidFill>
                <a:latin typeface="Noto Sans TC" pitchFamily="34" charset="0"/>
                <a:ea typeface="Noto Sans TC" pitchFamily="34" charset="-122"/>
                <a:cs typeface="Noto Sans TC" pitchFamily="34" charset="-120"/>
              </a:rPr>
              <a:t>含「做什麼」的關鍵字，別人才搜得到</a:t>
            </a:r>
            <a:endParaRPr lang="en-US" sz="1125" dirty="0"/>
          </a:p>
        </p:txBody>
      </p:sp>
      <p:sp>
        <p:nvSpPr>
          <p:cNvPr id="11" name="Text 8"/>
          <p:cNvSpPr txBox="1"/>
          <p:nvPr/>
        </p:nvSpPr>
        <p:spPr>
          <a:xfrm>
            <a:off x="962040" y="3721151"/>
            <a:ext cx="331470" cy="304770"/>
          </a:xfrm>
          <a:prstGeom prst="rect">
            <a:avLst/>
          </a:prstGeom>
          <a:noFill/>
          <a:ln/>
        </p:spPr>
        <p:txBody>
          <a:bodyPr wrap="square" lIns="0" tIns="0" rIns="0" bIns="0" rtlCol="0" anchor="t"/>
          <a:lstStyle/>
          <a:p>
            <a:pPr algn="l" indent="0" marL="0">
              <a:buNone/>
            </a:pPr>
            <a:r>
              <a:rPr lang="en-US" sz="1575" b="1" dirty="0">
                <a:solidFill>
                  <a:srgbClr val="8A5A6D"/>
                </a:solidFill>
                <a:latin typeface="Noto Sans TC" pitchFamily="34" charset="0"/>
                <a:ea typeface="Noto Sans TC" pitchFamily="34" charset="-122"/>
                <a:cs typeface="Noto Sans TC" pitchFamily="34" charset="-120"/>
              </a:rPr>
              <a:t>③</a:t>
            </a:r>
            <a:endParaRPr lang="en-US" sz="1575" dirty="0"/>
          </a:p>
        </p:txBody>
      </p:sp>
      <p:sp>
        <p:nvSpPr>
          <p:cNvPr id="12" name="Text 9"/>
          <p:cNvSpPr txBox="1"/>
          <p:nvPr/>
        </p:nvSpPr>
        <p:spPr>
          <a:xfrm>
            <a:off x="1304940" y="3625870"/>
            <a:ext cx="838139" cy="266730"/>
          </a:xfrm>
          <a:prstGeom prst="rect">
            <a:avLst/>
          </a:prstGeom>
          <a:noFill/>
          <a:ln/>
        </p:spPr>
        <p:txBody>
          <a:bodyPr wrap="square" lIns="0" tIns="0" rIns="0" bIns="0" rtlCol="0" anchor="t"/>
          <a:lstStyle/>
          <a:p>
            <a:pPr algn="l" indent="0" marL="0">
              <a:buNone/>
            </a:pPr>
            <a:r>
              <a:rPr lang="en-US" sz="1388" b="1" dirty="0">
                <a:solidFill>
                  <a:srgbClr val="241C17"/>
                </a:solidFill>
                <a:latin typeface="Noto Sans TC" pitchFamily="34" charset="0"/>
                <a:ea typeface="Noto Sans TC" pitchFamily="34" charset="-122"/>
                <a:cs typeface="Noto Sans TC" pitchFamily="34" charset="-120"/>
              </a:rPr>
              <a:t>自我介紹</a:t>
            </a:r>
            <a:endParaRPr lang="en-US" sz="1388" dirty="0"/>
          </a:p>
        </p:txBody>
      </p:sp>
      <p:sp>
        <p:nvSpPr>
          <p:cNvPr id="13" name="Text 10"/>
          <p:cNvSpPr txBox="1"/>
          <p:nvPr/>
        </p:nvSpPr>
        <p:spPr>
          <a:xfrm>
            <a:off x="1304940" y="3902111"/>
            <a:ext cx="1908353" cy="219090"/>
          </a:xfrm>
          <a:prstGeom prst="rect">
            <a:avLst/>
          </a:prstGeom>
          <a:noFill/>
          <a:ln/>
        </p:spPr>
        <p:txBody>
          <a:bodyPr wrap="square" lIns="0" tIns="0" rIns="0" bIns="0" rtlCol="0" anchor="t"/>
          <a:lstStyle/>
          <a:p>
            <a:pPr algn="l" indent="0" marL="0">
              <a:buNone/>
            </a:pPr>
            <a:r>
              <a:rPr lang="en-US" sz="1125" b="1" dirty="0">
                <a:solidFill>
                  <a:srgbClr val="7A6A5D"/>
                </a:solidFill>
                <a:latin typeface="Noto Sans TC" pitchFamily="34" charset="0"/>
                <a:ea typeface="Noto Sans TC" pitchFamily="34" charset="-122"/>
                <a:cs typeface="Noto Sans TC" pitchFamily="34" charset="-120"/>
              </a:rPr>
              <a:t>你做什麼、賣給誰、在哪裡</a:t>
            </a:r>
            <a:endParaRPr lang="en-US" sz="1125" dirty="0"/>
          </a:p>
        </p:txBody>
      </p:sp>
      <p:sp>
        <p:nvSpPr>
          <p:cNvPr id="14" name="Text 11"/>
          <p:cNvSpPr txBox="1"/>
          <p:nvPr/>
        </p:nvSpPr>
        <p:spPr>
          <a:xfrm>
            <a:off x="962040" y="4616531"/>
            <a:ext cx="331470" cy="304770"/>
          </a:xfrm>
          <a:prstGeom prst="rect">
            <a:avLst/>
          </a:prstGeom>
          <a:noFill/>
          <a:ln/>
        </p:spPr>
        <p:txBody>
          <a:bodyPr wrap="square" lIns="0" tIns="0" rIns="0" bIns="0" rtlCol="0" anchor="t"/>
          <a:lstStyle/>
          <a:p>
            <a:pPr algn="l" indent="0" marL="0">
              <a:buNone/>
            </a:pPr>
            <a:r>
              <a:rPr lang="en-US" sz="1575" b="1" dirty="0">
                <a:solidFill>
                  <a:srgbClr val="8A5A6D"/>
                </a:solidFill>
                <a:latin typeface="Noto Sans TC" pitchFamily="34" charset="0"/>
                <a:ea typeface="Noto Sans TC" pitchFamily="34" charset="-122"/>
                <a:cs typeface="Noto Sans TC" pitchFamily="34" charset="-120"/>
              </a:rPr>
              <a:t>④</a:t>
            </a:r>
            <a:endParaRPr lang="en-US" sz="1575" dirty="0"/>
          </a:p>
        </p:txBody>
      </p:sp>
      <p:sp>
        <p:nvSpPr>
          <p:cNvPr id="15" name="Text 12"/>
          <p:cNvSpPr txBox="1"/>
          <p:nvPr/>
        </p:nvSpPr>
        <p:spPr>
          <a:xfrm>
            <a:off x="1304940" y="4521251"/>
            <a:ext cx="483992" cy="266730"/>
          </a:xfrm>
          <a:prstGeom prst="rect">
            <a:avLst/>
          </a:prstGeom>
          <a:noFill/>
          <a:ln/>
        </p:spPr>
        <p:txBody>
          <a:bodyPr wrap="square" lIns="0" tIns="0" rIns="0" bIns="0" rtlCol="0" anchor="t"/>
          <a:lstStyle/>
          <a:p>
            <a:pPr algn="l" indent="0" marL="0">
              <a:buNone/>
            </a:pPr>
            <a:r>
              <a:rPr lang="en-US" sz="1388" b="1" dirty="0">
                <a:solidFill>
                  <a:srgbClr val="241C17"/>
                </a:solidFill>
                <a:latin typeface="Noto Sans TC" pitchFamily="34" charset="0"/>
                <a:ea typeface="Noto Sans TC" pitchFamily="34" charset="-122"/>
                <a:cs typeface="Noto Sans TC" pitchFamily="34" charset="-120"/>
              </a:rPr>
              <a:t>貼文</a:t>
            </a:r>
            <a:endParaRPr lang="en-US" sz="1388" dirty="0"/>
          </a:p>
        </p:txBody>
      </p:sp>
      <p:sp>
        <p:nvSpPr>
          <p:cNvPr id="16" name="Text 13"/>
          <p:cNvSpPr txBox="1"/>
          <p:nvPr/>
        </p:nvSpPr>
        <p:spPr>
          <a:xfrm>
            <a:off x="1304940" y="4797491"/>
            <a:ext cx="1454079" cy="219090"/>
          </a:xfrm>
          <a:prstGeom prst="rect">
            <a:avLst/>
          </a:prstGeom>
          <a:noFill/>
          <a:ln/>
        </p:spPr>
        <p:txBody>
          <a:bodyPr wrap="square" lIns="0" tIns="0" rIns="0" bIns="0" rtlCol="0" anchor="t"/>
          <a:lstStyle/>
          <a:p>
            <a:pPr algn="l" indent="0" marL="0">
              <a:buNone/>
            </a:pPr>
            <a:r>
              <a:rPr lang="en-US" sz="1125" b="1" dirty="0">
                <a:solidFill>
                  <a:srgbClr val="7A6A5D"/>
                </a:solidFill>
                <a:latin typeface="Noto Sans TC" pitchFamily="34" charset="0"/>
                <a:ea typeface="Noto Sans TC" pitchFamily="34" charset="-122"/>
                <a:cs typeface="Noto Sans TC" pitchFamily="34" charset="-120"/>
              </a:rPr>
              <a:t>前九張決定第一印象</a:t>
            </a:r>
            <a:endParaRPr lang="en-US" sz="1125" dirty="0"/>
          </a:p>
        </p:txBody>
      </p:sp>
      <p:sp>
        <p:nvSpPr>
          <p:cNvPr id="17" name="Text 14"/>
          <p:cNvSpPr txBox="1"/>
          <p:nvPr/>
        </p:nvSpPr>
        <p:spPr>
          <a:xfrm>
            <a:off x="962040" y="5511820"/>
            <a:ext cx="331470" cy="304770"/>
          </a:xfrm>
          <a:prstGeom prst="rect">
            <a:avLst/>
          </a:prstGeom>
          <a:noFill/>
          <a:ln/>
        </p:spPr>
        <p:txBody>
          <a:bodyPr wrap="square" lIns="0" tIns="0" rIns="0" bIns="0" rtlCol="0" anchor="t"/>
          <a:lstStyle/>
          <a:p>
            <a:pPr algn="l" indent="0" marL="0">
              <a:buNone/>
            </a:pPr>
            <a:r>
              <a:rPr lang="en-US" sz="1575" b="1" dirty="0">
                <a:solidFill>
                  <a:srgbClr val="8A5A6D"/>
                </a:solidFill>
                <a:latin typeface="Noto Sans TC" pitchFamily="34" charset="0"/>
                <a:ea typeface="Noto Sans TC" pitchFamily="34" charset="-122"/>
                <a:cs typeface="Noto Sans TC" pitchFamily="34" charset="-120"/>
              </a:rPr>
              <a:t>⑤</a:t>
            </a:r>
            <a:endParaRPr lang="en-US" sz="1575" dirty="0"/>
          </a:p>
        </p:txBody>
      </p:sp>
      <p:sp>
        <p:nvSpPr>
          <p:cNvPr id="18" name="Text 15"/>
          <p:cNvSpPr txBox="1"/>
          <p:nvPr/>
        </p:nvSpPr>
        <p:spPr>
          <a:xfrm>
            <a:off x="1304940" y="5416631"/>
            <a:ext cx="1398575" cy="266730"/>
          </a:xfrm>
          <a:prstGeom prst="rect">
            <a:avLst/>
          </a:prstGeom>
          <a:noFill/>
          <a:ln/>
        </p:spPr>
        <p:txBody>
          <a:bodyPr wrap="square" lIns="0" tIns="0" rIns="0" bIns="0" rtlCol="0" anchor="t"/>
          <a:lstStyle/>
          <a:p>
            <a:pPr algn="l" indent="0" marL="0">
              <a:buNone/>
            </a:pPr>
            <a:r>
              <a:rPr lang="en-US" sz="1388" b="1" dirty="0">
                <a:solidFill>
                  <a:srgbClr val="241C17"/>
                </a:solidFill>
                <a:latin typeface="Noto Sans TC" pitchFamily="34" charset="0"/>
                <a:ea typeface="Noto Sans TC" pitchFamily="34" charset="-122"/>
                <a:cs typeface="Noto Sans TC" pitchFamily="34" charset="-120"/>
              </a:rPr>
              <a:t>連結／聯絡方式</a:t>
            </a:r>
            <a:endParaRPr lang="en-US" sz="1388" dirty="0"/>
          </a:p>
        </p:txBody>
      </p:sp>
      <p:sp>
        <p:nvSpPr>
          <p:cNvPr id="19" name="Text 16"/>
          <p:cNvSpPr txBox="1"/>
          <p:nvPr/>
        </p:nvSpPr>
        <p:spPr>
          <a:xfrm>
            <a:off x="1304940" y="5692780"/>
            <a:ext cx="2101017" cy="219090"/>
          </a:xfrm>
          <a:prstGeom prst="rect">
            <a:avLst/>
          </a:prstGeom>
          <a:noFill/>
          <a:ln/>
        </p:spPr>
        <p:txBody>
          <a:bodyPr wrap="square" lIns="0" tIns="0" rIns="0" bIns="0" rtlCol="0" anchor="t"/>
          <a:lstStyle/>
          <a:p>
            <a:pPr algn="l" indent="0" marL="0">
              <a:buNone/>
            </a:pPr>
            <a:r>
              <a:rPr lang="en-US" sz="1125" b="1" dirty="0">
                <a:solidFill>
                  <a:srgbClr val="7A6A5D"/>
                </a:solidFill>
                <a:latin typeface="Noto Sans TC" pitchFamily="34" charset="0"/>
                <a:ea typeface="Noto Sans TC" pitchFamily="34" charset="-122"/>
                <a:cs typeface="Noto Sans TC" pitchFamily="34" charset="-120"/>
              </a:rPr>
              <a:t>LINE、電話、訂購表單放這裡</a:t>
            </a:r>
            <a:endParaRPr lang="en-US" sz="1125" dirty="0"/>
          </a:p>
        </p:txBody>
      </p:sp>
      <p:sp>
        <p:nvSpPr>
          <p:cNvPr id="20" name="Text 17"/>
          <p:cNvSpPr txBox="1"/>
          <p:nvPr/>
        </p:nvSpPr>
        <p:spPr>
          <a:xfrm>
            <a:off x="7251741" y="1776222"/>
            <a:ext cx="274503" cy="219090"/>
          </a:xfrm>
          <a:prstGeom prst="rect">
            <a:avLst/>
          </a:prstGeom>
          <a:noFill/>
          <a:ln/>
        </p:spPr>
        <p:txBody>
          <a:bodyPr wrap="square" lIns="0" tIns="0" rIns="0" bIns="0" rtlCol="0" anchor="t"/>
          <a:lstStyle/>
          <a:p>
            <a:pPr algn="ctr" indent="0" marL="0">
              <a:buNone/>
            </a:pPr>
            <a:r>
              <a:rPr lang="en-US" sz="1125" b="1" dirty="0">
                <a:solidFill>
                  <a:srgbClr val="FFFFFF"/>
                </a:solidFill>
                <a:latin typeface="Noto Sans TC" pitchFamily="34" charset="0"/>
                <a:ea typeface="Noto Sans TC" pitchFamily="34" charset="-122"/>
                <a:cs typeface="Noto Sans TC" pitchFamily="34" charset="-120"/>
              </a:rPr>
              <a:t>①</a:t>
            </a:r>
            <a:endParaRPr lang="en-US" sz="1125" dirty="0"/>
          </a:p>
        </p:txBody>
      </p:sp>
      <p:sp>
        <p:nvSpPr>
          <p:cNvPr id="21" name="Text 18"/>
          <p:cNvSpPr txBox="1"/>
          <p:nvPr/>
        </p:nvSpPr>
        <p:spPr>
          <a:xfrm>
            <a:off x="7251741" y="1204722"/>
            <a:ext cx="274503" cy="219090"/>
          </a:xfrm>
          <a:prstGeom prst="rect">
            <a:avLst/>
          </a:prstGeom>
          <a:noFill/>
          <a:ln/>
        </p:spPr>
        <p:txBody>
          <a:bodyPr wrap="square" lIns="0" tIns="0" rIns="0" bIns="0" rtlCol="0" anchor="t"/>
          <a:lstStyle/>
          <a:p>
            <a:pPr algn="ctr" indent="0" marL="0">
              <a:buNone/>
            </a:pPr>
            <a:r>
              <a:rPr lang="en-US" sz="1125" b="1" dirty="0">
                <a:solidFill>
                  <a:srgbClr val="FFFFFF"/>
                </a:solidFill>
                <a:latin typeface="Noto Sans TC" pitchFamily="34" charset="0"/>
                <a:ea typeface="Noto Sans TC" pitchFamily="34" charset="-122"/>
                <a:cs typeface="Noto Sans TC" pitchFamily="34" charset="-120"/>
              </a:rPr>
              <a:t>②</a:t>
            </a:r>
            <a:endParaRPr lang="en-US" sz="1125" dirty="0"/>
          </a:p>
        </p:txBody>
      </p:sp>
      <p:sp>
        <p:nvSpPr>
          <p:cNvPr id="22" name="Text 19"/>
          <p:cNvSpPr txBox="1"/>
          <p:nvPr/>
        </p:nvSpPr>
        <p:spPr>
          <a:xfrm>
            <a:off x="7251741" y="2347722"/>
            <a:ext cx="274503" cy="219090"/>
          </a:xfrm>
          <a:prstGeom prst="rect">
            <a:avLst/>
          </a:prstGeom>
          <a:noFill/>
          <a:ln/>
        </p:spPr>
        <p:txBody>
          <a:bodyPr wrap="square" lIns="0" tIns="0" rIns="0" bIns="0" rtlCol="0" anchor="t"/>
          <a:lstStyle/>
          <a:p>
            <a:pPr algn="ctr" indent="0" marL="0">
              <a:buNone/>
            </a:pPr>
            <a:r>
              <a:rPr lang="en-US" sz="1125" b="1" dirty="0">
                <a:solidFill>
                  <a:srgbClr val="FFFFFF"/>
                </a:solidFill>
                <a:latin typeface="Noto Sans TC" pitchFamily="34" charset="0"/>
                <a:ea typeface="Noto Sans TC" pitchFamily="34" charset="-122"/>
                <a:cs typeface="Noto Sans TC" pitchFamily="34" charset="-120"/>
              </a:rPr>
              <a:t>③</a:t>
            </a:r>
            <a:endParaRPr lang="en-US" sz="1125" dirty="0"/>
          </a:p>
        </p:txBody>
      </p:sp>
      <p:sp>
        <p:nvSpPr>
          <p:cNvPr id="23" name="Text 20"/>
          <p:cNvSpPr txBox="1"/>
          <p:nvPr/>
        </p:nvSpPr>
        <p:spPr>
          <a:xfrm>
            <a:off x="7251741" y="3033522"/>
            <a:ext cx="274503" cy="219090"/>
          </a:xfrm>
          <a:prstGeom prst="rect">
            <a:avLst/>
          </a:prstGeom>
          <a:noFill/>
          <a:ln/>
        </p:spPr>
        <p:txBody>
          <a:bodyPr wrap="square" lIns="0" tIns="0" rIns="0" bIns="0" rtlCol="0" anchor="t"/>
          <a:lstStyle/>
          <a:p>
            <a:pPr algn="ctr" indent="0" marL="0">
              <a:buNone/>
            </a:pPr>
            <a:r>
              <a:rPr lang="en-US" sz="1125" b="1" dirty="0">
                <a:solidFill>
                  <a:srgbClr val="FFFFFF"/>
                </a:solidFill>
                <a:latin typeface="Noto Sans TC" pitchFamily="34" charset="0"/>
                <a:ea typeface="Noto Sans TC" pitchFamily="34" charset="-122"/>
                <a:cs typeface="Noto Sans TC" pitchFamily="34" charset="-120"/>
              </a:rPr>
              <a:t>④</a:t>
            </a:r>
            <a:endParaRPr lang="en-US" sz="1125" dirty="0"/>
          </a:p>
        </p:txBody>
      </p:sp>
      <p:sp>
        <p:nvSpPr>
          <p:cNvPr id="24" name="Text 21"/>
          <p:cNvSpPr txBox="1"/>
          <p:nvPr/>
        </p:nvSpPr>
        <p:spPr>
          <a:xfrm>
            <a:off x="10471160" y="2652583"/>
            <a:ext cx="274503" cy="219090"/>
          </a:xfrm>
          <a:prstGeom prst="rect">
            <a:avLst/>
          </a:prstGeom>
          <a:noFill/>
          <a:ln/>
        </p:spPr>
        <p:txBody>
          <a:bodyPr wrap="square" lIns="0" tIns="0" rIns="0" bIns="0" rtlCol="0" anchor="t"/>
          <a:lstStyle/>
          <a:p>
            <a:pPr algn="ctr" indent="0" marL="0">
              <a:buNone/>
            </a:pPr>
            <a:r>
              <a:rPr lang="en-US" sz="1125" b="1" dirty="0">
                <a:solidFill>
                  <a:srgbClr val="FFFFFF"/>
                </a:solidFill>
                <a:latin typeface="Noto Sans TC" pitchFamily="34" charset="0"/>
                <a:ea typeface="Noto Sans TC" pitchFamily="34" charset="-122"/>
                <a:cs typeface="Noto Sans TC" pitchFamily="34" charset="-120"/>
              </a:rPr>
              <a:t>⑤</a:t>
            </a:r>
            <a:endParaRPr lang="en-US" sz="1125" dirty="0"/>
          </a:p>
        </p:txBody>
      </p:sp>
      <p:sp>
        <p:nvSpPr>
          <p:cNvPr id="25" name="Text 22"/>
          <p:cNvSpPr txBox="1"/>
          <p:nvPr/>
        </p:nvSpPr>
        <p:spPr>
          <a:xfrm>
            <a:off x="10605486" y="304770"/>
            <a:ext cx="717804" cy="209580"/>
          </a:xfrm>
          <a:prstGeom prst="rect">
            <a:avLst/>
          </a:prstGeom>
          <a:noFill/>
          <a:ln/>
        </p:spPr>
        <p:txBody>
          <a:bodyPr wrap="square" lIns="0" tIns="0" rIns="0" bIns="0" rtlCol="0" anchor="t"/>
          <a:lstStyle/>
          <a:p>
            <a:pPr algn="l" indent="0" marL="0">
              <a:buNone/>
            </a:pPr>
            <a:r>
              <a:rPr lang="en-US" sz="1013" b="1" spc="142" kern="0" dirty="0">
                <a:solidFill>
                  <a:srgbClr val="FBF7F1"/>
                </a:solidFill>
                <a:latin typeface="Noto Sans TC" pitchFamily="34" charset="0"/>
                <a:ea typeface="Noto Sans TC" pitchFamily="34" charset="-122"/>
                <a:cs typeface="Noto Sans TC" pitchFamily="34" charset="-120"/>
              </a:rPr>
              <a:t>手機實作</a:t>
            </a:r>
            <a:endParaRPr lang="en-US" sz="1013" dirty="0"/>
          </a:p>
        </p:txBody>
      </p:sp>
      <p:sp>
        <p:nvSpPr>
          <p:cNvPr id="26" name="Text 23"/>
          <p:cNvSpPr txBox="1"/>
          <p:nvPr/>
        </p:nvSpPr>
        <p:spPr>
          <a:xfrm>
            <a:off x="761970" y="6438930"/>
            <a:ext cx="1338042" cy="200071"/>
          </a:xfrm>
          <a:prstGeom prst="rect">
            <a:avLst/>
          </a:prstGeom>
          <a:noFill/>
          <a:ln/>
        </p:spPr>
        <p:txBody>
          <a:bodyPr wrap="square" lIns="0" tIns="0" rIns="0" bIns="0" rtlCol="0" anchor="t"/>
          <a:lstStyle/>
          <a:p>
            <a:pPr algn="l" indent="0" marL="0">
              <a:buNone/>
            </a:pPr>
            <a:r>
              <a:rPr lang="en-US" sz="938" b="1" spc="56" kern="0" dirty="0">
                <a:solidFill>
                  <a:srgbClr val="9C8B7C"/>
                </a:solidFill>
                <a:latin typeface="Noto Sans TC" pitchFamily="34" charset="0"/>
                <a:ea typeface="Noto Sans TC" pitchFamily="34" charset="-122"/>
                <a:cs typeface="Noto Sans TC" pitchFamily="34" charset="-120"/>
              </a:rPr>
              <a:t>PART 4 · 11:05</a:t>
            </a:r>
            <a:endParaRPr lang="en-US" sz="938" dirty="0"/>
          </a:p>
        </p:txBody>
      </p:sp>
      <p:sp>
        <p:nvSpPr>
          <p:cNvPr id="27" name="Text 24"/>
          <p:cNvSpPr txBox="1"/>
          <p:nvPr/>
        </p:nvSpPr>
        <p:spPr>
          <a:xfrm>
            <a:off x="10922599" y="6438930"/>
            <a:ext cx="562630" cy="200071"/>
          </a:xfrm>
          <a:prstGeom prst="rect">
            <a:avLst/>
          </a:prstGeom>
          <a:noFill/>
          <a:ln/>
        </p:spPr>
        <p:txBody>
          <a:bodyPr wrap="square" lIns="0" tIns="0" rIns="0" bIns="0" rtlCol="0" anchor="t"/>
          <a:lstStyle/>
          <a:p>
            <a:pPr algn="l" indent="0" marL="0">
              <a:buNone/>
            </a:pPr>
            <a:r>
              <a:rPr lang="en-US" sz="938" b="1" spc="56" kern="0" dirty="0">
                <a:solidFill>
                  <a:srgbClr val="9C8B7C"/>
                </a:solidFill>
                <a:latin typeface="Noto Sans TC" pitchFamily="34" charset="0"/>
                <a:ea typeface="Noto Sans TC" pitchFamily="34" charset="-122"/>
                <a:cs typeface="Noto Sans TC" pitchFamily="34" charset="-120"/>
              </a:rPr>
              <a:t>25 / 75</a:t>
            </a:r>
            <a:endParaRPr lang="en-US" sz="938"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BF7F1"/>
        </a:solidFill>
      </p:bgPr>
    </p:bg>
    <p:spTree>
      <p:nvGrpSpPr>
        <p:cNvPr id="1" name=""/>
        <p:cNvGrpSpPr/>
        <p:nvPr/>
      </p:nvGrpSpPr>
      <p:grpSpPr>
        <a:xfrm>
          <a:off x="0" y="0"/>
          <a:ext cx="0" cy="0"/>
          <a:chOff x="0" y="0"/>
          <a:chExt cx="0" cy="0"/>
        </a:xfrm>
      </p:grpSpPr>
      <p:pic>
        <p:nvPicPr>
          <p:cNvPr id="2" name="Image 0" descr="/home/user/gogoeveryday/social-course/export-pptx/build/bg/26.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3215122" y="1584289"/>
            <a:ext cx="5771327" cy="1504097"/>
          </a:xfrm>
          <a:prstGeom prst="rect">
            <a:avLst/>
          </a:prstGeom>
          <a:noFill/>
          <a:ln/>
        </p:spPr>
        <p:txBody>
          <a:bodyPr wrap="square" lIns="0" tIns="0" rIns="0" bIns="0" rtlCol="0" anchor="t"/>
          <a:lstStyle/>
          <a:p>
            <a:pPr algn="ctr" indent="0" marL="0">
              <a:lnSpc>
                <a:spcPts val="5394"/>
              </a:lnSpc>
              <a:buNone/>
            </a:pPr>
            <a:r>
              <a:rPr lang="en-US" sz="4350" b="1" spc="-130" kern="0" dirty="0">
                <a:solidFill>
                  <a:srgbClr val="241C17"/>
                </a:solidFill>
                <a:latin typeface="Noto Sans TC" pitchFamily="34" charset="0"/>
                <a:ea typeface="Noto Sans TC" pitchFamily="34" charset="-122"/>
                <a:cs typeface="Noto Sans TC" pitchFamily="34" charset="-120"/>
              </a:rPr>
              <a:t>三秒鐘內，</a:t>
            </a:r>
            <a:endParaRPr lang="en-US" sz="4350" dirty="0"/>
          </a:p>
          <a:p>
            <a:pPr algn="ctr" indent="0" marL="0">
              <a:lnSpc>
                <a:spcPts val="5394"/>
              </a:lnSpc>
              <a:buNone/>
            </a:pPr>
            <a:r>
              <a:rPr lang="en-US" sz="4350" b="1" spc="-130" kern="0" dirty="0">
                <a:solidFill>
                  <a:srgbClr val="241C17"/>
                </a:solidFill>
                <a:latin typeface="Noto Sans TC" pitchFamily="34" charset="0"/>
                <a:ea typeface="Noto Sans TC" pitchFamily="34" charset="-122"/>
                <a:cs typeface="Noto Sans TC" pitchFamily="34" charset="-120"/>
              </a:rPr>
              <a:t>我知道你在做什麼嗎？</a:t>
            </a:r>
            <a:endParaRPr lang="en-US" sz="4350" dirty="0"/>
          </a:p>
        </p:txBody>
      </p:sp>
      <p:sp>
        <p:nvSpPr>
          <p:cNvPr id="4" name="Text 1"/>
          <p:cNvSpPr txBox="1"/>
          <p:nvPr/>
        </p:nvSpPr>
        <p:spPr>
          <a:xfrm>
            <a:off x="3419124" y="3620841"/>
            <a:ext cx="696133" cy="200071"/>
          </a:xfrm>
          <a:prstGeom prst="rect">
            <a:avLst/>
          </a:prstGeom>
          <a:noFill/>
          <a:ln/>
        </p:spPr>
        <p:txBody>
          <a:bodyPr wrap="square" lIns="0" tIns="0" rIns="0" bIns="0" rtlCol="0" anchor="t"/>
          <a:lstStyle/>
          <a:p>
            <a:pPr algn="ctr" indent="0" marL="0">
              <a:buNone/>
            </a:pPr>
            <a:r>
              <a:rPr lang="en-US" sz="975" b="1" spc="136" kern="0" dirty="0">
                <a:solidFill>
                  <a:srgbClr val="9C8B7C"/>
                </a:solidFill>
                <a:latin typeface="Noto Sans TC" pitchFamily="34" charset="0"/>
                <a:ea typeface="Noto Sans TC" pitchFamily="34" charset="-122"/>
                <a:cs typeface="Noto Sans TC" pitchFamily="34" charset="-120"/>
              </a:rPr>
              <a:t>比較模糊</a:t>
            </a:r>
            <a:endParaRPr lang="en-US" sz="975" dirty="0"/>
          </a:p>
        </p:txBody>
      </p:sp>
      <p:sp>
        <p:nvSpPr>
          <p:cNvPr id="5" name="Text 2"/>
          <p:cNvSpPr txBox="1"/>
          <p:nvPr/>
        </p:nvSpPr>
        <p:spPr>
          <a:xfrm>
            <a:off x="2358695" y="3897081"/>
            <a:ext cx="2816992" cy="390540"/>
          </a:xfrm>
          <a:prstGeom prst="rect">
            <a:avLst/>
          </a:prstGeom>
          <a:noFill/>
          <a:ln/>
        </p:spPr>
        <p:txBody>
          <a:bodyPr wrap="square" lIns="0" tIns="0" rIns="0" bIns="0" rtlCol="0" anchor="t"/>
          <a:lstStyle/>
          <a:p>
            <a:pPr algn="ctr" indent="0" marL="0">
              <a:buNone/>
            </a:pPr>
            <a:r>
              <a:rPr lang="en-US" sz="2025" b="1" dirty="0">
                <a:solidFill>
                  <a:srgbClr val="7A6A5D"/>
                </a:solidFill>
                <a:latin typeface="Noto Sans TC" pitchFamily="34" charset="0"/>
                <a:ea typeface="Noto Sans TC" pitchFamily="34" charset="-122"/>
                <a:cs typeface="Noto Sans TC" pitchFamily="34" charset="-120"/>
              </a:rPr>
              <a:t> 「分享生活中的幸福」</a:t>
            </a:r>
            <a:endParaRPr lang="en-US" sz="2025" dirty="0"/>
          </a:p>
        </p:txBody>
      </p:sp>
      <p:sp>
        <p:nvSpPr>
          <p:cNvPr id="6" name="Text 3"/>
          <p:cNvSpPr txBox="1"/>
          <p:nvPr/>
        </p:nvSpPr>
        <p:spPr>
          <a:xfrm>
            <a:off x="2663007" y="4401922"/>
            <a:ext cx="283830" cy="276240"/>
          </a:xfrm>
          <a:prstGeom prst="rect">
            <a:avLst/>
          </a:prstGeom>
          <a:noFill/>
          <a:ln/>
        </p:spPr>
        <p:txBody>
          <a:bodyPr wrap="square" lIns="0" tIns="0" rIns="0" bIns="0" rtlCol="0" anchor="t"/>
          <a:lstStyle/>
          <a:p>
            <a:pPr algn="ctr" indent="0" marL="0">
              <a:lnSpc>
                <a:spcPts val="2066"/>
              </a:lnSpc>
              <a:buNone/>
            </a:pPr>
            <a:r>
              <a:rPr lang="en-US" sz="1425" b="1" dirty="0">
                <a:solidFill>
                  <a:srgbClr val="C05F3C"/>
                </a:solidFill>
                <a:latin typeface="Noto Sans TC" pitchFamily="34" charset="0"/>
                <a:ea typeface="Noto Sans TC" pitchFamily="34" charset="-122"/>
                <a:cs typeface="Noto Sans TC" pitchFamily="34" charset="-120"/>
              </a:rPr>
              <a:t>✕</a:t>
            </a:r>
            <a:endParaRPr lang="en-US" sz="1425" dirty="0"/>
          </a:p>
        </p:txBody>
      </p:sp>
      <p:sp>
        <p:nvSpPr>
          <p:cNvPr id="7" name="Text 4"/>
          <p:cNvSpPr txBox="1"/>
          <p:nvPr/>
        </p:nvSpPr>
        <p:spPr>
          <a:xfrm>
            <a:off x="2895722" y="4401922"/>
            <a:ext cx="2009394" cy="276240"/>
          </a:xfrm>
          <a:prstGeom prst="rect">
            <a:avLst/>
          </a:prstGeom>
          <a:noFill/>
          <a:ln/>
        </p:spPr>
        <p:txBody>
          <a:bodyPr wrap="square" lIns="0" tIns="0" rIns="0" bIns="0" rtlCol="0" anchor="t"/>
          <a:lstStyle/>
          <a:p>
            <a:pPr algn="ctr" indent="0" marL="0">
              <a:lnSpc>
                <a:spcPts val="2138"/>
              </a:lnSpc>
              <a:buNone/>
            </a:pPr>
            <a:r>
              <a:rPr lang="en-US" sz="1425" b="1" dirty="0">
                <a:solidFill>
                  <a:srgbClr val="4A3C33"/>
                </a:solidFill>
                <a:latin typeface="Noto Sans TC" pitchFamily="34" charset="0"/>
                <a:ea typeface="Noto Sans TC" pitchFamily="34" charset="-122"/>
                <a:cs typeface="Noto Sans TC" pitchFamily="34" charset="-120"/>
              </a:rPr>
              <a:t>看完不知道你在做什麼</a:t>
            </a:r>
            <a:endParaRPr lang="en-US" sz="1425" dirty="0"/>
          </a:p>
        </p:txBody>
      </p:sp>
      <p:sp>
        <p:nvSpPr>
          <p:cNvPr id="8" name="Text 5"/>
          <p:cNvSpPr txBox="1"/>
          <p:nvPr/>
        </p:nvSpPr>
        <p:spPr>
          <a:xfrm>
            <a:off x="8086314" y="3620841"/>
            <a:ext cx="696133" cy="200071"/>
          </a:xfrm>
          <a:prstGeom prst="rect">
            <a:avLst/>
          </a:prstGeom>
          <a:noFill/>
          <a:ln/>
        </p:spPr>
        <p:txBody>
          <a:bodyPr wrap="square" lIns="0" tIns="0" rIns="0" bIns="0" rtlCol="0" anchor="t"/>
          <a:lstStyle/>
          <a:p>
            <a:pPr algn="ctr" indent="0" marL="0">
              <a:buNone/>
            </a:pPr>
            <a:r>
              <a:rPr lang="en-US" sz="975" b="1" spc="136" kern="0" dirty="0">
                <a:solidFill>
                  <a:srgbClr val="8A5A6D"/>
                </a:solidFill>
                <a:latin typeface="Noto Sans TC" pitchFamily="34" charset="0"/>
                <a:ea typeface="Noto Sans TC" pitchFamily="34" charset="-122"/>
                <a:cs typeface="Noto Sans TC" pitchFamily="34" charset="-120"/>
              </a:rPr>
              <a:t>比較清楚</a:t>
            </a:r>
            <a:endParaRPr lang="en-US" sz="975" dirty="0"/>
          </a:p>
        </p:txBody>
      </p:sp>
      <p:sp>
        <p:nvSpPr>
          <p:cNvPr id="9" name="Text 6"/>
          <p:cNvSpPr txBox="1"/>
          <p:nvPr/>
        </p:nvSpPr>
        <p:spPr>
          <a:xfrm>
            <a:off x="6753301" y="3897081"/>
            <a:ext cx="3362157" cy="390540"/>
          </a:xfrm>
          <a:prstGeom prst="rect">
            <a:avLst/>
          </a:prstGeom>
          <a:noFill/>
          <a:ln/>
        </p:spPr>
        <p:txBody>
          <a:bodyPr wrap="square" lIns="0" tIns="0" rIns="0" bIns="0" rtlCol="0" anchor="t"/>
          <a:lstStyle/>
          <a:p>
            <a:pPr algn="ctr" indent="0" marL="0">
              <a:buNone/>
            </a:pPr>
            <a:r>
              <a:rPr lang="en-US" sz="2025" b="1" dirty="0">
                <a:solidFill>
                  <a:srgbClr val="241C17"/>
                </a:solidFill>
                <a:latin typeface="Noto Sans TC" pitchFamily="34" charset="0"/>
                <a:ea typeface="Noto Sans TC" pitchFamily="34" charset="-122"/>
                <a:cs typeface="Noto Sans TC" pitchFamily="34" charset="-120"/>
              </a:rPr>
              <a:t> 「台中手作甜點｜預訂制」</a:t>
            </a:r>
            <a:endParaRPr lang="en-US" sz="2025" dirty="0"/>
          </a:p>
        </p:txBody>
      </p:sp>
      <p:sp>
        <p:nvSpPr>
          <p:cNvPr id="10" name="Text 7"/>
          <p:cNvSpPr txBox="1"/>
          <p:nvPr/>
        </p:nvSpPr>
        <p:spPr>
          <a:xfrm>
            <a:off x="6888541" y="4401922"/>
            <a:ext cx="262433" cy="276240"/>
          </a:xfrm>
          <a:prstGeom prst="rect">
            <a:avLst/>
          </a:prstGeom>
          <a:noFill/>
          <a:ln/>
        </p:spPr>
        <p:txBody>
          <a:bodyPr wrap="square" lIns="0" tIns="0" rIns="0" bIns="0" rtlCol="0" anchor="t"/>
          <a:lstStyle/>
          <a:p>
            <a:pPr algn="ctr" indent="0" marL="0">
              <a:lnSpc>
                <a:spcPts val="2066"/>
              </a:lnSpc>
              <a:buNone/>
            </a:pPr>
            <a:r>
              <a:rPr lang="en-US" sz="1425" b="1" dirty="0">
                <a:solidFill>
                  <a:srgbClr val="5F7A63"/>
                </a:solidFill>
                <a:latin typeface="Noto Sans TC" pitchFamily="34" charset="0"/>
                <a:ea typeface="Noto Sans TC" pitchFamily="34" charset="-122"/>
                <a:cs typeface="Noto Sans TC" pitchFamily="34" charset="-120"/>
              </a:rPr>
              <a:t>✓</a:t>
            </a:r>
            <a:endParaRPr lang="en-US" sz="1425" dirty="0"/>
          </a:p>
        </p:txBody>
      </p:sp>
      <p:sp>
        <p:nvSpPr>
          <p:cNvPr id="11" name="Text 8"/>
          <p:cNvSpPr txBox="1"/>
          <p:nvPr/>
        </p:nvSpPr>
        <p:spPr>
          <a:xfrm>
            <a:off x="7072701" y="4401922"/>
            <a:ext cx="2968600" cy="276240"/>
          </a:xfrm>
          <a:prstGeom prst="rect">
            <a:avLst/>
          </a:prstGeom>
          <a:noFill/>
          <a:ln/>
        </p:spPr>
        <p:txBody>
          <a:bodyPr wrap="square" lIns="0" tIns="0" rIns="0" bIns="0" rtlCol="0" anchor="t"/>
          <a:lstStyle/>
          <a:p>
            <a:pPr algn="ctr" indent="0" marL="0">
              <a:lnSpc>
                <a:spcPts val="2138"/>
              </a:lnSpc>
              <a:buNone/>
            </a:pPr>
            <a:r>
              <a:rPr lang="en-US" sz="1425" b="1" dirty="0">
                <a:solidFill>
                  <a:srgbClr val="4A3C33"/>
                </a:solidFill>
                <a:latin typeface="Noto Sans TC" pitchFamily="34" charset="0"/>
                <a:ea typeface="Noto Sans TC" pitchFamily="34" charset="-122"/>
                <a:cs typeface="Noto Sans TC" pitchFamily="34" charset="-120"/>
              </a:rPr>
              <a:t>做什麼、在哪裡、怎麼買，都有了</a:t>
            </a:r>
            <a:endParaRPr lang="en-US" sz="1425" dirty="0"/>
          </a:p>
        </p:txBody>
      </p:sp>
      <p:sp>
        <p:nvSpPr>
          <p:cNvPr id="12" name="Text 9"/>
          <p:cNvSpPr txBox="1"/>
          <p:nvPr/>
        </p:nvSpPr>
        <p:spPr>
          <a:xfrm>
            <a:off x="3707801" y="5411511"/>
            <a:ext cx="4785970" cy="457383"/>
          </a:xfrm>
          <a:prstGeom prst="rect">
            <a:avLst/>
          </a:prstGeom>
          <a:noFill/>
          <a:ln/>
        </p:spPr>
        <p:txBody>
          <a:bodyPr wrap="square" lIns="0" tIns="0" rIns="0" bIns="0" rtlCol="0" anchor="t"/>
          <a:lstStyle/>
          <a:p>
            <a:pPr algn="ctr" indent="0" marL="0">
              <a:lnSpc>
                <a:spcPts val="1802"/>
              </a:lnSpc>
              <a:buNone/>
            </a:pPr>
            <a:r>
              <a:rPr lang="en-US" sz="1163" b="1" dirty="0">
                <a:solidFill>
                  <a:srgbClr val="9C8B7C"/>
                </a:solidFill>
                <a:latin typeface="Noto Sans TC" pitchFamily="34" charset="0"/>
                <a:ea typeface="Noto Sans TC" pitchFamily="34" charset="-122"/>
                <a:cs typeface="Noto Sans TC" pitchFamily="34" charset="-120"/>
              </a:rPr>
              <a:t> ＊今天不深入教文案寫作，那是後面「商品文案設計」課程的內容。</a:t>
            </a:r>
            <a:endParaRPr lang="en-US" sz="1163" dirty="0"/>
          </a:p>
          <a:p>
            <a:pPr algn="ctr" indent="0" marL="0">
              <a:lnSpc>
                <a:spcPts val="1802"/>
              </a:lnSpc>
              <a:buNone/>
            </a:pPr>
            <a:r>
              <a:rPr lang="en-US" sz="1163" b="1" dirty="0">
                <a:solidFill>
                  <a:srgbClr val="9C8B7C"/>
                </a:solidFill>
                <a:latin typeface="Noto Sans TC" pitchFamily="34" charset="0"/>
                <a:ea typeface="Noto Sans TC" pitchFamily="34" charset="-122"/>
                <a:cs typeface="Noto Sans TC" pitchFamily="34" charset="-120"/>
              </a:rPr>
              <a:t> 現在只要做到一件事：讓陌生人三秒內看懂。</a:t>
            </a:r>
            <a:endParaRPr lang="en-US" sz="1163" dirty="0"/>
          </a:p>
        </p:txBody>
      </p:sp>
      <p:sp>
        <p:nvSpPr>
          <p:cNvPr id="13" name="Text 10"/>
          <p:cNvSpPr txBox="1"/>
          <p:nvPr/>
        </p:nvSpPr>
        <p:spPr>
          <a:xfrm>
            <a:off x="10605486" y="304770"/>
            <a:ext cx="717804" cy="209580"/>
          </a:xfrm>
          <a:prstGeom prst="rect">
            <a:avLst/>
          </a:prstGeom>
          <a:noFill/>
          <a:ln/>
        </p:spPr>
        <p:txBody>
          <a:bodyPr wrap="square" lIns="0" tIns="0" rIns="0" bIns="0" rtlCol="0" anchor="t"/>
          <a:lstStyle/>
          <a:p>
            <a:pPr algn="l" indent="0" marL="0">
              <a:buNone/>
            </a:pPr>
            <a:r>
              <a:rPr lang="en-US" sz="1013" b="1" spc="142" kern="0" dirty="0">
                <a:solidFill>
                  <a:srgbClr val="FBF7F1"/>
                </a:solidFill>
                <a:latin typeface="Noto Sans TC" pitchFamily="34" charset="0"/>
                <a:ea typeface="Noto Sans TC" pitchFamily="34" charset="-122"/>
                <a:cs typeface="Noto Sans TC" pitchFamily="34" charset="-120"/>
              </a:rPr>
              <a:t>三秒測試</a:t>
            </a:r>
            <a:endParaRPr lang="en-US" sz="1013" dirty="0"/>
          </a:p>
        </p:txBody>
      </p:sp>
      <p:sp>
        <p:nvSpPr>
          <p:cNvPr id="14" name="Text 11"/>
          <p:cNvSpPr txBox="1"/>
          <p:nvPr/>
        </p:nvSpPr>
        <p:spPr>
          <a:xfrm>
            <a:off x="761970" y="6438930"/>
            <a:ext cx="1338042" cy="200071"/>
          </a:xfrm>
          <a:prstGeom prst="rect">
            <a:avLst/>
          </a:prstGeom>
          <a:noFill/>
          <a:ln/>
        </p:spPr>
        <p:txBody>
          <a:bodyPr wrap="square" lIns="0" tIns="0" rIns="0" bIns="0" rtlCol="0" anchor="t"/>
          <a:lstStyle/>
          <a:p>
            <a:pPr algn="l" indent="0" marL="0">
              <a:buNone/>
            </a:pPr>
            <a:r>
              <a:rPr lang="en-US" sz="938" b="1" spc="56" kern="0" dirty="0">
                <a:solidFill>
                  <a:srgbClr val="9C8B7C"/>
                </a:solidFill>
                <a:latin typeface="Noto Sans TC" pitchFamily="34" charset="0"/>
                <a:ea typeface="Noto Sans TC" pitchFamily="34" charset="-122"/>
                <a:cs typeface="Noto Sans TC" pitchFamily="34" charset="-120"/>
              </a:rPr>
              <a:t>PART 4 · 11:14</a:t>
            </a:r>
            <a:endParaRPr lang="en-US" sz="938" dirty="0"/>
          </a:p>
        </p:txBody>
      </p:sp>
      <p:sp>
        <p:nvSpPr>
          <p:cNvPr id="15" name="Text 12"/>
          <p:cNvSpPr txBox="1"/>
          <p:nvPr/>
        </p:nvSpPr>
        <p:spPr>
          <a:xfrm>
            <a:off x="10922599" y="6438930"/>
            <a:ext cx="562630" cy="200071"/>
          </a:xfrm>
          <a:prstGeom prst="rect">
            <a:avLst/>
          </a:prstGeom>
          <a:noFill/>
          <a:ln/>
        </p:spPr>
        <p:txBody>
          <a:bodyPr wrap="square" lIns="0" tIns="0" rIns="0" bIns="0" rtlCol="0" anchor="t"/>
          <a:lstStyle/>
          <a:p>
            <a:pPr algn="l" indent="0" marL="0">
              <a:buNone/>
            </a:pPr>
            <a:r>
              <a:rPr lang="en-US" sz="938" b="1" spc="56" kern="0" dirty="0">
                <a:solidFill>
                  <a:srgbClr val="9C8B7C"/>
                </a:solidFill>
                <a:latin typeface="Noto Sans TC" pitchFamily="34" charset="0"/>
                <a:ea typeface="Noto Sans TC" pitchFamily="34" charset="-122"/>
                <a:cs typeface="Noto Sans TC" pitchFamily="34" charset="-120"/>
              </a:rPr>
              <a:t>26 / 75</a:t>
            </a:r>
            <a:endParaRPr lang="en-US" sz="938"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BF7F1"/>
        </a:solidFill>
      </p:bgPr>
    </p:bg>
    <p:spTree>
      <p:nvGrpSpPr>
        <p:cNvPr id="1" name=""/>
        <p:cNvGrpSpPr/>
        <p:nvPr/>
      </p:nvGrpSpPr>
      <p:grpSpPr>
        <a:xfrm>
          <a:off x="0" y="0"/>
          <a:ext cx="0" cy="0"/>
          <a:chOff x="0" y="0"/>
          <a:chExt cx="0" cy="0"/>
        </a:xfrm>
      </p:grpSpPr>
      <p:pic>
        <p:nvPicPr>
          <p:cNvPr id="2" name="Image 0" descr="/home/user/gogoeveryday/social-course/export-pptx/build/bg/27.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761970" y="1087770"/>
            <a:ext cx="1726662" cy="219090"/>
          </a:xfrm>
          <a:prstGeom prst="rect">
            <a:avLst/>
          </a:prstGeom>
          <a:noFill/>
          <a:ln/>
        </p:spPr>
        <p:txBody>
          <a:bodyPr wrap="square" lIns="0" tIns="0" rIns="0" bIns="0" rtlCol="0" anchor="t"/>
          <a:lstStyle/>
          <a:p>
            <a:pPr algn="l" indent="0" marL="0">
              <a:buNone/>
            </a:pPr>
            <a:r>
              <a:rPr lang="en-US" sz="1125" b="1" spc="225" kern="0" dirty="0">
                <a:solidFill>
                  <a:srgbClr val="8A5A6D"/>
                </a:solidFill>
                <a:latin typeface="Noto Sans TC" pitchFamily="34" charset="0"/>
                <a:ea typeface="Noto Sans TC" pitchFamily="34" charset="-122"/>
                <a:cs typeface="Noto Sans TC" pitchFamily="34" charset="-120"/>
              </a:rPr>
              <a:t>四種內容，四種用途</a:t>
            </a:r>
            <a:endParaRPr lang="en-US" sz="1125" dirty="0"/>
          </a:p>
        </p:txBody>
      </p:sp>
      <p:sp>
        <p:nvSpPr>
          <p:cNvPr id="4" name="Text 1"/>
          <p:cNvSpPr txBox="1"/>
          <p:nvPr/>
        </p:nvSpPr>
        <p:spPr>
          <a:xfrm>
            <a:off x="761970" y="1392540"/>
            <a:ext cx="4316700" cy="542971"/>
          </a:xfrm>
          <a:prstGeom prst="rect">
            <a:avLst/>
          </a:prstGeom>
          <a:noFill/>
          <a:ln/>
        </p:spPr>
        <p:txBody>
          <a:bodyPr wrap="square" lIns="0" tIns="0" rIns="0" bIns="0" rtlCol="0" anchor="t"/>
          <a:lstStyle/>
          <a:p>
            <a:pPr algn="l" indent="0" marL="0">
              <a:lnSpc>
                <a:spcPts val="3477"/>
              </a:lnSpc>
              <a:buNone/>
            </a:pPr>
            <a:r>
              <a:rPr lang="en-US" sz="2850" b="1" spc="-57" kern="0" dirty="0">
                <a:solidFill>
                  <a:srgbClr val="241C17"/>
                </a:solidFill>
                <a:latin typeface="Noto Sans TC" pitchFamily="34" charset="0"/>
                <a:ea typeface="Noto Sans TC" pitchFamily="34" charset="-122"/>
                <a:cs typeface="Noto Sans TC" pitchFamily="34" charset="-120"/>
              </a:rPr>
              <a:t>IG 上你會用到的四種東西</a:t>
            </a:r>
            <a:endParaRPr lang="en-US" sz="2850" dirty="0"/>
          </a:p>
        </p:txBody>
      </p:sp>
      <p:sp>
        <p:nvSpPr>
          <p:cNvPr id="5" name="Text 2"/>
          <p:cNvSpPr txBox="1"/>
          <p:nvPr/>
        </p:nvSpPr>
        <p:spPr>
          <a:xfrm>
            <a:off x="962040" y="3415284"/>
            <a:ext cx="527609" cy="304770"/>
          </a:xfrm>
          <a:prstGeom prst="rect">
            <a:avLst/>
          </a:prstGeom>
          <a:noFill/>
          <a:ln/>
        </p:spPr>
        <p:txBody>
          <a:bodyPr wrap="square" lIns="0" tIns="0" rIns="0" bIns="0" rtlCol="0" anchor="t"/>
          <a:lstStyle/>
          <a:p>
            <a:pPr algn="l" indent="0" marL="0">
              <a:buNone/>
            </a:pPr>
            <a:r>
              <a:rPr lang="en-US" sz="1575" b="1" spc="-16" kern="0" dirty="0">
                <a:solidFill>
                  <a:srgbClr val="C05F3C"/>
                </a:solidFill>
                <a:latin typeface="Noto Sans TC" pitchFamily="34" charset="0"/>
                <a:ea typeface="Noto Sans TC" pitchFamily="34" charset="-122"/>
                <a:cs typeface="Noto Sans TC" pitchFamily="34" charset="-120"/>
              </a:rPr>
              <a:t>貼文</a:t>
            </a:r>
            <a:endParaRPr lang="en-US" sz="1575" dirty="0"/>
          </a:p>
        </p:txBody>
      </p:sp>
      <p:sp>
        <p:nvSpPr>
          <p:cNvPr id="6" name="Text 3"/>
          <p:cNvSpPr txBox="1"/>
          <p:nvPr/>
        </p:nvSpPr>
        <p:spPr>
          <a:xfrm>
            <a:off x="962040" y="3739164"/>
            <a:ext cx="908731" cy="209580"/>
          </a:xfrm>
          <a:prstGeom prst="rect">
            <a:avLst/>
          </a:prstGeom>
          <a:noFill/>
          <a:ln/>
        </p:spPr>
        <p:txBody>
          <a:bodyPr wrap="square" lIns="0" tIns="0" rIns="0" bIns="0" rtlCol="0" anchor="t"/>
          <a:lstStyle/>
          <a:p>
            <a:pPr algn="l" indent="0" marL="0">
              <a:buNone/>
            </a:pPr>
            <a:r>
              <a:rPr lang="en-US" sz="1013" b="1" dirty="0">
                <a:solidFill>
                  <a:srgbClr val="9C8B7C"/>
                </a:solidFill>
                <a:latin typeface="Noto Sans TC" pitchFamily="34" charset="0"/>
                <a:ea typeface="Noto Sans TC" pitchFamily="34" charset="-122"/>
                <a:cs typeface="Noto Sans TC" pitchFamily="34" charset="-120"/>
              </a:rPr>
              <a:t>留下來的作品</a:t>
            </a:r>
            <a:endParaRPr lang="en-US" sz="1013" dirty="0"/>
          </a:p>
        </p:txBody>
      </p:sp>
      <p:sp>
        <p:nvSpPr>
          <p:cNvPr id="7" name="Text 4"/>
          <p:cNvSpPr txBox="1"/>
          <p:nvPr/>
        </p:nvSpPr>
        <p:spPr>
          <a:xfrm>
            <a:off x="962040" y="4034424"/>
            <a:ext cx="2281977" cy="467807"/>
          </a:xfrm>
          <a:prstGeom prst="rect">
            <a:avLst/>
          </a:prstGeom>
          <a:noFill/>
          <a:ln/>
        </p:spPr>
        <p:txBody>
          <a:bodyPr wrap="square" lIns="0" tIns="0" rIns="0" bIns="0" rtlCol="0" anchor="t"/>
          <a:lstStyle/>
          <a:p>
            <a:pPr algn="l" indent="0" marL="0">
              <a:lnSpc>
                <a:spcPts val="1883"/>
              </a:lnSpc>
              <a:buNone/>
            </a:pPr>
            <a:r>
              <a:rPr lang="en-US" sz="1163" dirty="0">
                <a:solidFill>
                  <a:srgbClr val="4A3C33"/>
                </a:solidFill>
                <a:latin typeface="Noto Sans TC" pitchFamily="34" charset="0"/>
                <a:ea typeface="Noto Sans TC" pitchFamily="34" charset="-122"/>
                <a:cs typeface="Noto Sans TC" pitchFamily="34" charset="-120"/>
              </a:rPr>
              <a:t>會一直留在九宮格裡，是別人認識你的第一印象。</a:t>
            </a:r>
            <a:endParaRPr lang="en-US" sz="1163" dirty="0"/>
          </a:p>
        </p:txBody>
      </p:sp>
      <p:sp>
        <p:nvSpPr>
          <p:cNvPr id="8" name="Text 5"/>
          <p:cNvSpPr txBox="1"/>
          <p:nvPr/>
        </p:nvSpPr>
        <p:spPr>
          <a:xfrm>
            <a:off x="3657600" y="3415284"/>
            <a:ext cx="649956" cy="304770"/>
          </a:xfrm>
          <a:prstGeom prst="rect">
            <a:avLst/>
          </a:prstGeom>
          <a:noFill/>
          <a:ln/>
        </p:spPr>
        <p:txBody>
          <a:bodyPr wrap="square" lIns="0" tIns="0" rIns="0" bIns="0" rtlCol="0" anchor="t"/>
          <a:lstStyle/>
          <a:p>
            <a:pPr algn="l" indent="0" marL="0">
              <a:buNone/>
            </a:pPr>
            <a:r>
              <a:rPr lang="en-US" sz="1575" b="1" spc="-16" kern="0" dirty="0">
                <a:solidFill>
                  <a:srgbClr val="8A5A6D"/>
                </a:solidFill>
                <a:latin typeface="Noto Sans TC" pitchFamily="34" charset="0"/>
                <a:ea typeface="Noto Sans TC" pitchFamily="34" charset="-122"/>
                <a:cs typeface="Noto Sans TC" pitchFamily="34" charset="-120"/>
              </a:rPr>
              <a:t>Reels</a:t>
            </a:r>
            <a:endParaRPr lang="en-US" sz="1575" dirty="0"/>
          </a:p>
        </p:txBody>
      </p:sp>
      <p:sp>
        <p:nvSpPr>
          <p:cNvPr id="9" name="Text 6"/>
          <p:cNvSpPr txBox="1"/>
          <p:nvPr/>
        </p:nvSpPr>
        <p:spPr>
          <a:xfrm>
            <a:off x="3657600" y="3739164"/>
            <a:ext cx="1317650" cy="209580"/>
          </a:xfrm>
          <a:prstGeom prst="rect">
            <a:avLst/>
          </a:prstGeom>
          <a:noFill/>
          <a:ln/>
        </p:spPr>
        <p:txBody>
          <a:bodyPr wrap="square" lIns="0" tIns="0" rIns="0" bIns="0" rtlCol="0" anchor="t"/>
          <a:lstStyle/>
          <a:p>
            <a:pPr algn="l" indent="0" marL="0">
              <a:buNone/>
            </a:pPr>
            <a:r>
              <a:rPr lang="en-US" sz="1013" b="1" dirty="0">
                <a:solidFill>
                  <a:srgbClr val="9C8B7C"/>
                </a:solidFill>
                <a:latin typeface="Noto Sans TC" pitchFamily="34" charset="0"/>
                <a:ea typeface="Noto Sans TC" pitchFamily="34" charset="-122"/>
                <a:cs typeface="Noto Sans TC" pitchFamily="34" charset="-120"/>
              </a:rPr>
              <a:t>短影音／過程／幕後</a:t>
            </a:r>
            <a:endParaRPr lang="en-US" sz="1013" dirty="0"/>
          </a:p>
        </p:txBody>
      </p:sp>
      <p:sp>
        <p:nvSpPr>
          <p:cNvPr id="10" name="Text 7"/>
          <p:cNvSpPr txBox="1"/>
          <p:nvPr/>
        </p:nvSpPr>
        <p:spPr>
          <a:xfrm>
            <a:off x="3657600" y="4034424"/>
            <a:ext cx="2125523" cy="228600"/>
          </a:xfrm>
          <a:prstGeom prst="rect">
            <a:avLst/>
          </a:prstGeom>
          <a:noFill/>
          <a:ln/>
        </p:spPr>
        <p:txBody>
          <a:bodyPr wrap="square" lIns="0" tIns="0" rIns="0" bIns="0" rtlCol="0" anchor="t"/>
          <a:lstStyle/>
          <a:p>
            <a:pPr algn="l" indent="0" marL="0">
              <a:lnSpc>
                <a:spcPts val="1883"/>
              </a:lnSpc>
              <a:buNone/>
            </a:pPr>
            <a:r>
              <a:rPr lang="en-US" sz="1163" dirty="0">
                <a:solidFill>
                  <a:srgbClr val="4A3C33"/>
                </a:solidFill>
                <a:latin typeface="Noto Sans TC" pitchFamily="34" charset="0"/>
                <a:ea typeface="Noto Sans TC" pitchFamily="34" charset="-122"/>
                <a:cs typeface="Noto Sans TC" pitchFamily="34" charset="-120"/>
              </a:rPr>
              <a:t>最容易被陌生人看到的形式。</a:t>
            </a:r>
            <a:endParaRPr lang="en-US" sz="1163" dirty="0"/>
          </a:p>
        </p:txBody>
      </p:sp>
      <p:sp>
        <p:nvSpPr>
          <p:cNvPr id="11" name="Text 8"/>
          <p:cNvSpPr txBox="1"/>
          <p:nvPr/>
        </p:nvSpPr>
        <p:spPr>
          <a:xfrm>
            <a:off x="6353160" y="3415284"/>
            <a:ext cx="930585" cy="304770"/>
          </a:xfrm>
          <a:prstGeom prst="rect">
            <a:avLst/>
          </a:prstGeom>
          <a:noFill/>
          <a:ln/>
        </p:spPr>
        <p:txBody>
          <a:bodyPr wrap="square" lIns="0" tIns="0" rIns="0" bIns="0" rtlCol="0" anchor="t"/>
          <a:lstStyle/>
          <a:p>
            <a:pPr algn="l" indent="0" marL="0">
              <a:buNone/>
            </a:pPr>
            <a:r>
              <a:rPr lang="en-US" sz="1575" b="1" spc="-16" kern="0" dirty="0">
                <a:solidFill>
                  <a:srgbClr val="D99A4E"/>
                </a:solidFill>
                <a:latin typeface="Noto Sans TC" pitchFamily="34" charset="0"/>
                <a:ea typeface="Noto Sans TC" pitchFamily="34" charset="-122"/>
                <a:cs typeface="Noto Sans TC" pitchFamily="34" charset="-120"/>
              </a:rPr>
              <a:t>限時動態</a:t>
            </a:r>
            <a:endParaRPr lang="en-US" sz="1575" dirty="0"/>
          </a:p>
        </p:txBody>
      </p:sp>
      <p:sp>
        <p:nvSpPr>
          <p:cNvPr id="12" name="Text 9"/>
          <p:cNvSpPr txBox="1"/>
          <p:nvPr/>
        </p:nvSpPr>
        <p:spPr>
          <a:xfrm>
            <a:off x="6353160" y="3739164"/>
            <a:ext cx="1181313" cy="209580"/>
          </a:xfrm>
          <a:prstGeom prst="rect">
            <a:avLst/>
          </a:prstGeom>
          <a:noFill/>
          <a:ln/>
        </p:spPr>
        <p:txBody>
          <a:bodyPr wrap="square" lIns="0" tIns="0" rIns="0" bIns="0" rtlCol="0" anchor="t"/>
          <a:lstStyle/>
          <a:p>
            <a:pPr algn="l" indent="0" marL="0">
              <a:buNone/>
            </a:pPr>
            <a:r>
              <a:rPr lang="en-US" sz="1013" b="1" dirty="0">
                <a:solidFill>
                  <a:srgbClr val="9C8B7C"/>
                </a:solidFill>
                <a:latin typeface="Noto Sans TC" pitchFamily="34" charset="0"/>
                <a:ea typeface="Noto Sans TC" pitchFamily="34" charset="-122"/>
                <a:cs typeface="Noto Sans TC" pitchFamily="34" charset="-120"/>
              </a:rPr>
              <a:t>現在正在發生的事</a:t>
            </a:r>
            <a:endParaRPr lang="en-US" sz="1013" dirty="0"/>
          </a:p>
        </p:txBody>
      </p:sp>
      <p:sp>
        <p:nvSpPr>
          <p:cNvPr id="13" name="Text 10"/>
          <p:cNvSpPr txBox="1"/>
          <p:nvPr/>
        </p:nvSpPr>
        <p:spPr>
          <a:xfrm>
            <a:off x="6353160" y="4034424"/>
            <a:ext cx="2177644" cy="467807"/>
          </a:xfrm>
          <a:prstGeom prst="rect">
            <a:avLst/>
          </a:prstGeom>
          <a:noFill/>
          <a:ln/>
        </p:spPr>
        <p:txBody>
          <a:bodyPr wrap="square" lIns="0" tIns="0" rIns="0" bIns="0" rtlCol="0" anchor="t"/>
          <a:lstStyle/>
          <a:p>
            <a:pPr algn="l" indent="0" marL="0">
              <a:lnSpc>
                <a:spcPts val="1883"/>
              </a:lnSpc>
              <a:buNone/>
            </a:pPr>
            <a:r>
              <a:rPr lang="en-US" sz="1163" dirty="0">
                <a:solidFill>
                  <a:srgbClr val="4A3C33"/>
                </a:solidFill>
                <a:latin typeface="Noto Sans TC" pitchFamily="34" charset="0"/>
                <a:ea typeface="Noto Sans TC" pitchFamily="34" charset="-122"/>
                <a:cs typeface="Noto Sans TC" pitchFamily="34" charset="-120"/>
              </a:rPr>
              <a:t>24 小時後消失，可以隨手拍、不用完美。</a:t>
            </a:r>
            <a:endParaRPr lang="en-US" sz="1163" dirty="0"/>
          </a:p>
        </p:txBody>
      </p:sp>
      <p:sp>
        <p:nvSpPr>
          <p:cNvPr id="14" name="Text 11"/>
          <p:cNvSpPr txBox="1"/>
          <p:nvPr/>
        </p:nvSpPr>
        <p:spPr>
          <a:xfrm>
            <a:off x="9048720" y="3415284"/>
            <a:ext cx="930585" cy="304770"/>
          </a:xfrm>
          <a:prstGeom prst="rect">
            <a:avLst/>
          </a:prstGeom>
          <a:noFill/>
          <a:ln/>
        </p:spPr>
        <p:txBody>
          <a:bodyPr wrap="square" lIns="0" tIns="0" rIns="0" bIns="0" rtlCol="0" anchor="t"/>
          <a:lstStyle/>
          <a:p>
            <a:pPr algn="l" indent="0" marL="0">
              <a:buNone/>
            </a:pPr>
            <a:r>
              <a:rPr lang="en-US" sz="1575" b="1" spc="-16" kern="0" dirty="0">
                <a:solidFill>
                  <a:srgbClr val="5F7A63"/>
                </a:solidFill>
                <a:latin typeface="Noto Sans TC" pitchFamily="34" charset="0"/>
                <a:ea typeface="Noto Sans TC" pitchFamily="34" charset="-122"/>
                <a:cs typeface="Noto Sans TC" pitchFamily="34" charset="-120"/>
              </a:rPr>
              <a:t>精選限動</a:t>
            </a:r>
            <a:endParaRPr lang="en-US" sz="1575" dirty="0"/>
          </a:p>
        </p:txBody>
      </p:sp>
      <p:sp>
        <p:nvSpPr>
          <p:cNvPr id="15" name="Text 12"/>
          <p:cNvSpPr txBox="1"/>
          <p:nvPr/>
        </p:nvSpPr>
        <p:spPr>
          <a:xfrm>
            <a:off x="9048720" y="3739164"/>
            <a:ext cx="1181313" cy="209580"/>
          </a:xfrm>
          <a:prstGeom prst="rect">
            <a:avLst/>
          </a:prstGeom>
          <a:noFill/>
          <a:ln/>
        </p:spPr>
        <p:txBody>
          <a:bodyPr wrap="square" lIns="0" tIns="0" rIns="0" bIns="0" rtlCol="0" anchor="t"/>
          <a:lstStyle/>
          <a:p>
            <a:pPr algn="l" indent="0" marL="0">
              <a:buNone/>
            </a:pPr>
            <a:r>
              <a:rPr lang="en-US" sz="1013" b="1" dirty="0">
                <a:solidFill>
                  <a:srgbClr val="9C8B7C"/>
                </a:solidFill>
                <a:latin typeface="Noto Sans TC" pitchFamily="34" charset="0"/>
                <a:ea typeface="Noto Sans TC" pitchFamily="34" charset="-122"/>
                <a:cs typeface="Noto Sans TC" pitchFamily="34" charset="-120"/>
              </a:rPr>
              <a:t>把重要的限動留下</a:t>
            </a:r>
            <a:endParaRPr lang="en-US" sz="1013" dirty="0"/>
          </a:p>
        </p:txBody>
      </p:sp>
      <p:sp>
        <p:nvSpPr>
          <p:cNvPr id="16" name="Text 13"/>
          <p:cNvSpPr txBox="1"/>
          <p:nvPr/>
        </p:nvSpPr>
        <p:spPr>
          <a:xfrm>
            <a:off x="9048720" y="4034424"/>
            <a:ext cx="2125523" cy="467807"/>
          </a:xfrm>
          <a:prstGeom prst="rect">
            <a:avLst/>
          </a:prstGeom>
          <a:noFill/>
          <a:ln/>
        </p:spPr>
        <p:txBody>
          <a:bodyPr wrap="square" lIns="0" tIns="0" rIns="0" bIns="0" rtlCol="0" anchor="t"/>
          <a:lstStyle/>
          <a:p>
            <a:pPr algn="l" indent="0" marL="0">
              <a:lnSpc>
                <a:spcPts val="1883"/>
              </a:lnSpc>
              <a:buNone/>
            </a:pPr>
            <a:r>
              <a:rPr lang="en-US" sz="1163" dirty="0">
                <a:solidFill>
                  <a:srgbClr val="4A3C33"/>
                </a:solidFill>
                <a:latin typeface="Noto Sans TC" pitchFamily="34" charset="0"/>
                <a:ea typeface="Noto Sans TC" pitchFamily="34" charset="-122"/>
                <a:cs typeface="Noto Sans TC" pitchFamily="34" charset="-120"/>
              </a:rPr>
              <a:t>營業時間、訂購方式、客人回饋，放這裡。</a:t>
            </a:r>
            <a:endParaRPr lang="en-US" sz="1163" dirty="0"/>
          </a:p>
        </p:txBody>
      </p:sp>
      <p:sp>
        <p:nvSpPr>
          <p:cNvPr id="17" name="Text 14"/>
          <p:cNvSpPr txBox="1"/>
          <p:nvPr/>
        </p:nvSpPr>
        <p:spPr>
          <a:xfrm>
            <a:off x="1533540" y="5127132"/>
            <a:ext cx="6507602" cy="295260"/>
          </a:xfrm>
          <a:prstGeom prst="rect">
            <a:avLst/>
          </a:prstGeom>
          <a:noFill/>
          <a:ln/>
        </p:spPr>
        <p:txBody>
          <a:bodyPr wrap="square" lIns="0" tIns="0" rIns="0" bIns="0" rtlCol="0" anchor="t"/>
          <a:lstStyle/>
          <a:p>
            <a:pPr algn="l" indent="0" marL="0">
              <a:lnSpc>
                <a:spcPts val="2325"/>
              </a:lnSpc>
              <a:buNone/>
            </a:pPr>
            <a:r>
              <a:rPr lang="en-US" sz="1500" b="1" dirty="0">
                <a:solidFill>
                  <a:srgbClr val="4A3C33"/>
                </a:solidFill>
                <a:latin typeface="Noto Sans TC" pitchFamily="34" charset="0"/>
                <a:ea typeface="Noto Sans TC" pitchFamily="34" charset="-122"/>
                <a:cs typeface="Noto Sans TC" pitchFamily="34" charset="-120"/>
              </a:rPr>
              <a:t>初學者建議順序：</a:t>
            </a:r>
            <a:pPr algn="l" indent="0" marL="0">
              <a:lnSpc>
                <a:spcPts val="2325"/>
              </a:lnSpc>
              <a:buNone/>
            </a:pPr>
            <a:r>
              <a:rPr lang="en-US" sz="1500" b="1" dirty="0">
                <a:solidFill>
                  <a:srgbClr val="4A3C33"/>
                </a:solidFill>
                <a:latin typeface="Noto Sans TC" pitchFamily="34" charset="0"/>
                <a:ea typeface="Noto Sans TC" pitchFamily="34" charset="-122"/>
                <a:cs typeface="Noto Sans TC" pitchFamily="34" charset="-120"/>
              </a:rPr>
              <a:t>先把貼文發穩定</a:t>
            </a:r>
            <a:pPr algn="l" indent="0" marL="0">
              <a:lnSpc>
                <a:spcPts val="2325"/>
              </a:lnSpc>
              <a:buNone/>
            </a:pPr>
            <a:r>
              <a:rPr lang="en-US" sz="1500" b="1" dirty="0">
                <a:solidFill>
                  <a:srgbClr val="4A3C33"/>
                </a:solidFill>
                <a:latin typeface="Noto Sans TC" pitchFamily="34" charset="0"/>
                <a:ea typeface="Noto Sans TC" pitchFamily="34" charset="-122"/>
                <a:cs typeface="Noto Sans TC" pitchFamily="34" charset="-120"/>
              </a:rPr>
              <a:t> → 再試限時動態 → 最後才碰 Reels。</a:t>
            </a:r>
            <a:endParaRPr lang="en-US" sz="1500" dirty="0"/>
          </a:p>
        </p:txBody>
      </p:sp>
      <p:sp>
        <p:nvSpPr>
          <p:cNvPr id="18" name="Text 15"/>
          <p:cNvSpPr txBox="1"/>
          <p:nvPr/>
        </p:nvSpPr>
        <p:spPr>
          <a:xfrm>
            <a:off x="3057571" y="5127132"/>
            <a:ext cx="1504371" cy="295260"/>
          </a:xfrm>
          <a:prstGeom prst="rect">
            <a:avLst/>
          </a:prstGeom>
          <a:noFill/>
          <a:ln/>
        </p:spPr>
        <p:txBody>
          <a:bodyPr wrap="square" lIns="0" tIns="0" rIns="0" bIns="0" rtlCol="0" anchor="t"/>
          <a:lstStyle/>
          <a:p>
            <a:pPr algn="l" indent="0" marL="0">
              <a:lnSpc>
                <a:spcPts val="2325"/>
              </a:lnSpc>
              <a:buNone/>
            </a:pPr>
            <a:r>
              <a:rPr lang="en-US" sz="1500" b="1" dirty="0">
                <a:solidFill>
                  <a:srgbClr val="4A3C33"/>
                </a:solidFill>
                <a:latin typeface="Noto Sans TC" pitchFamily="34" charset="0"/>
                <a:ea typeface="Noto Sans TC" pitchFamily="34" charset="-122"/>
                <a:cs typeface="Noto Sans TC" pitchFamily="34" charset="-120"/>
              </a:rPr>
              <a:t>先把貼文發穩定</a:t>
            </a:r>
            <a:endParaRPr lang="en-US" sz="1500" dirty="0"/>
          </a:p>
        </p:txBody>
      </p:sp>
      <p:sp>
        <p:nvSpPr>
          <p:cNvPr id="19" name="Text 16"/>
          <p:cNvSpPr txBox="1"/>
          <p:nvPr/>
        </p:nvSpPr>
        <p:spPr>
          <a:xfrm>
            <a:off x="761970" y="6438930"/>
            <a:ext cx="1338042" cy="200071"/>
          </a:xfrm>
          <a:prstGeom prst="rect">
            <a:avLst/>
          </a:prstGeom>
          <a:noFill/>
          <a:ln/>
        </p:spPr>
        <p:txBody>
          <a:bodyPr wrap="square" lIns="0" tIns="0" rIns="0" bIns="0" rtlCol="0" anchor="t"/>
          <a:lstStyle/>
          <a:p>
            <a:pPr algn="l" indent="0" marL="0">
              <a:buNone/>
            </a:pPr>
            <a:r>
              <a:rPr lang="en-US" sz="938" b="1" spc="56" kern="0" dirty="0">
                <a:solidFill>
                  <a:srgbClr val="9C8B7C"/>
                </a:solidFill>
                <a:latin typeface="Noto Sans TC" pitchFamily="34" charset="0"/>
                <a:ea typeface="Noto Sans TC" pitchFamily="34" charset="-122"/>
                <a:cs typeface="Noto Sans TC" pitchFamily="34" charset="-120"/>
              </a:rPr>
              <a:t>PART 4 · 11:22</a:t>
            </a:r>
            <a:endParaRPr lang="en-US" sz="938" dirty="0"/>
          </a:p>
        </p:txBody>
      </p:sp>
      <p:sp>
        <p:nvSpPr>
          <p:cNvPr id="20" name="Text 17"/>
          <p:cNvSpPr txBox="1"/>
          <p:nvPr/>
        </p:nvSpPr>
        <p:spPr>
          <a:xfrm>
            <a:off x="10922599" y="6438930"/>
            <a:ext cx="562630" cy="200071"/>
          </a:xfrm>
          <a:prstGeom prst="rect">
            <a:avLst/>
          </a:prstGeom>
          <a:noFill/>
          <a:ln/>
        </p:spPr>
        <p:txBody>
          <a:bodyPr wrap="square" lIns="0" tIns="0" rIns="0" bIns="0" rtlCol="0" anchor="t"/>
          <a:lstStyle/>
          <a:p>
            <a:pPr algn="l" indent="0" marL="0">
              <a:buNone/>
            </a:pPr>
            <a:r>
              <a:rPr lang="en-US" sz="938" b="1" spc="56" kern="0" dirty="0">
                <a:solidFill>
                  <a:srgbClr val="9C8B7C"/>
                </a:solidFill>
                <a:latin typeface="Noto Sans TC" pitchFamily="34" charset="0"/>
                <a:ea typeface="Noto Sans TC" pitchFamily="34" charset="-122"/>
                <a:cs typeface="Noto Sans TC" pitchFamily="34" charset="-120"/>
              </a:rPr>
              <a:t>27 / 75</a:t>
            </a:r>
            <a:endParaRPr lang="en-US" sz="938"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BF7F1"/>
        </a:solidFill>
      </p:bgPr>
    </p:bg>
    <p:spTree>
      <p:nvGrpSpPr>
        <p:cNvPr id="1" name=""/>
        <p:cNvGrpSpPr/>
        <p:nvPr/>
      </p:nvGrpSpPr>
      <p:grpSpPr>
        <a:xfrm>
          <a:off x="0" y="0"/>
          <a:ext cx="0" cy="0"/>
          <a:chOff x="0" y="0"/>
          <a:chExt cx="0" cy="0"/>
        </a:xfrm>
      </p:grpSpPr>
      <p:pic>
        <p:nvPicPr>
          <p:cNvPr id="2" name="Image 0" descr="/home/user/gogoeveryday/social-course/export-pptx/build/bg/28.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5452750" y="1523299"/>
            <a:ext cx="1181405" cy="219090"/>
          </a:xfrm>
          <a:prstGeom prst="rect">
            <a:avLst/>
          </a:prstGeom>
          <a:noFill/>
          <a:ln/>
        </p:spPr>
        <p:txBody>
          <a:bodyPr wrap="square" lIns="0" tIns="0" rIns="0" bIns="0" rtlCol="0" anchor="t"/>
          <a:lstStyle/>
          <a:p>
            <a:pPr algn="ctr" indent="0" marL="0">
              <a:buNone/>
            </a:pPr>
            <a:r>
              <a:rPr lang="en-US" sz="1125" b="1" spc="225" kern="0" dirty="0">
                <a:solidFill>
                  <a:srgbClr val="8A5A6D"/>
                </a:solidFill>
                <a:latin typeface="Noto Sans TC" pitchFamily="34" charset="0"/>
                <a:ea typeface="Noto Sans TC" pitchFamily="34" charset="-122"/>
                <a:cs typeface="Noto Sans TC" pitchFamily="34" charset="-120"/>
              </a:rPr>
              <a:t>用一句話記住</a:t>
            </a:r>
            <a:endParaRPr lang="en-US" sz="1125" dirty="0"/>
          </a:p>
        </p:txBody>
      </p:sp>
      <p:sp>
        <p:nvSpPr>
          <p:cNvPr id="4" name="Text 1"/>
          <p:cNvSpPr txBox="1"/>
          <p:nvPr/>
        </p:nvSpPr>
        <p:spPr>
          <a:xfrm>
            <a:off x="1843339" y="3256818"/>
            <a:ext cx="413766" cy="200071"/>
          </a:xfrm>
          <a:prstGeom prst="rect">
            <a:avLst/>
          </a:prstGeom>
          <a:noFill/>
          <a:ln/>
        </p:spPr>
        <p:txBody>
          <a:bodyPr wrap="square" lIns="0" tIns="0" rIns="0" bIns="0" rtlCol="0" anchor="t"/>
          <a:lstStyle/>
          <a:p>
            <a:pPr algn="ctr" indent="0" marL="0">
              <a:buNone/>
            </a:pPr>
            <a:r>
              <a:rPr lang="en-US" sz="975" b="1" spc="136" kern="0" dirty="0">
                <a:solidFill>
                  <a:srgbClr val="C05F3C"/>
                </a:solidFill>
                <a:latin typeface="Noto Sans TC" pitchFamily="34" charset="0"/>
                <a:ea typeface="Noto Sans TC" pitchFamily="34" charset="-122"/>
                <a:cs typeface="Noto Sans TC" pitchFamily="34" charset="-120"/>
              </a:rPr>
              <a:t>貼文</a:t>
            </a:r>
            <a:endParaRPr lang="en-US" sz="975" dirty="0"/>
          </a:p>
        </p:txBody>
      </p:sp>
      <p:sp>
        <p:nvSpPr>
          <p:cNvPr id="5" name="Text 2"/>
          <p:cNvSpPr txBox="1"/>
          <p:nvPr/>
        </p:nvSpPr>
        <p:spPr>
          <a:xfrm>
            <a:off x="1520190" y="3494928"/>
            <a:ext cx="1060155" cy="352410"/>
          </a:xfrm>
          <a:prstGeom prst="rect">
            <a:avLst/>
          </a:prstGeom>
          <a:noFill/>
          <a:ln/>
        </p:spPr>
        <p:txBody>
          <a:bodyPr wrap="square" lIns="0" tIns="0" rIns="0" bIns="0" rtlCol="0" anchor="t"/>
          <a:lstStyle/>
          <a:p>
            <a:pPr algn="ctr" indent="0" marL="0">
              <a:lnSpc>
                <a:spcPts val="2430"/>
              </a:lnSpc>
              <a:buNone/>
            </a:pPr>
            <a:r>
              <a:rPr lang="en-US" sz="1800" b="1" dirty="0">
                <a:solidFill>
                  <a:srgbClr val="241C17"/>
                </a:solidFill>
                <a:latin typeface="Noto Sans TC" pitchFamily="34" charset="0"/>
                <a:ea typeface="Noto Sans TC" pitchFamily="34" charset="-122"/>
                <a:cs typeface="Noto Sans TC" pitchFamily="34" charset="-120"/>
              </a:rPr>
              <a:t>留下作品</a:t>
            </a:r>
            <a:endParaRPr lang="en-US" sz="1800" dirty="0"/>
          </a:p>
        </p:txBody>
      </p:sp>
      <p:sp>
        <p:nvSpPr>
          <p:cNvPr id="6" name="Text 3"/>
          <p:cNvSpPr txBox="1"/>
          <p:nvPr/>
        </p:nvSpPr>
        <p:spPr>
          <a:xfrm>
            <a:off x="4477817" y="3256818"/>
            <a:ext cx="545348" cy="200071"/>
          </a:xfrm>
          <a:prstGeom prst="rect">
            <a:avLst/>
          </a:prstGeom>
          <a:noFill/>
          <a:ln/>
        </p:spPr>
        <p:txBody>
          <a:bodyPr wrap="square" lIns="0" tIns="0" rIns="0" bIns="0" rtlCol="0" anchor="t"/>
          <a:lstStyle/>
          <a:p>
            <a:pPr algn="ctr" indent="0" marL="0">
              <a:buNone/>
            </a:pPr>
            <a:r>
              <a:rPr lang="en-US" sz="975" b="1" spc="136" kern="0" dirty="0">
                <a:solidFill>
                  <a:srgbClr val="8A5A6D"/>
                </a:solidFill>
                <a:latin typeface="Noto Sans TC" pitchFamily="34" charset="0"/>
                <a:ea typeface="Noto Sans TC" pitchFamily="34" charset="-122"/>
                <a:cs typeface="Noto Sans TC" pitchFamily="34" charset="-120"/>
              </a:rPr>
              <a:t>Reels</a:t>
            </a:r>
            <a:endParaRPr lang="en-US" sz="975" dirty="0"/>
          </a:p>
        </p:txBody>
      </p:sp>
      <p:sp>
        <p:nvSpPr>
          <p:cNvPr id="7" name="Text 4"/>
          <p:cNvSpPr txBox="1"/>
          <p:nvPr/>
        </p:nvSpPr>
        <p:spPr>
          <a:xfrm>
            <a:off x="4099347" y="3494928"/>
            <a:ext cx="1302471" cy="352410"/>
          </a:xfrm>
          <a:prstGeom prst="rect">
            <a:avLst/>
          </a:prstGeom>
          <a:noFill/>
          <a:ln/>
        </p:spPr>
        <p:txBody>
          <a:bodyPr wrap="square" lIns="0" tIns="0" rIns="0" bIns="0" rtlCol="0" anchor="t"/>
          <a:lstStyle/>
          <a:p>
            <a:pPr algn="ctr" indent="0" marL="0">
              <a:lnSpc>
                <a:spcPts val="2430"/>
              </a:lnSpc>
              <a:buNone/>
            </a:pPr>
            <a:r>
              <a:rPr lang="en-US" sz="1800" b="1" dirty="0">
                <a:solidFill>
                  <a:srgbClr val="241C17"/>
                </a:solidFill>
                <a:latin typeface="Noto Sans TC" pitchFamily="34" charset="0"/>
                <a:ea typeface="Noto Sans TC" pitchFamily="34" charset="-122"/>
                <a:cs typeface="Noto Sans TC" pitchFamily="34" charset="-120"/>
              </a:rPr>
              <a:t>讓人看過程</a:t>
            </a:r>
            <a:endParaRPr lang="en-US" sz="1800" dirty="0"/>
          </a:p>
        </p:txBody>
      </p:sp>
      <p:sp>
        <p:nvSpPr>
          <p:cNvPr id="8" name="Text 5"/>
          <p:cNvSpPr txBox="1"/>
          <p:nvPr/>
        </p:nvSpPr>
        <p:spPr>
          <a:xfrm>
            <a:off x="7102876" y="3256818"/>
            <a:ext cx="696133" cy="200071"/>
          </a:xfrm>
          <a:prstGeom prst="rect">
            <a:avLst/>
          </a:prstGeom>
          <a:noFill/>
          <a:ln/>
        </p:spPr>
        <p:txBody>
          <a:bodyPr wrap="square" lIns="0" tIns="0" rIns="0" bIns="0" rtlCol="0" anchor="t"/>
          <a:lstStyle/>
          <a:p>
            <a:pPr algn="ctr" indent="0" marL="0">
              <a:buNone/>
            </a:pPr>
            <a:r>
              <a:rPr lang="en-US" sz="975" b="1" spc="136" kern="0" dirty="0">
                <a:solidFill>
                  <a:srgbClr val="D99A4E"/>
                </a:solidFill>
                <a:latin typeface="Noto Sans TC" pitchFamily="34" charset="0"/>
                <a:ea typeface="Noto Sans TC" pitchFamily="34" charset="-122"/>
                <a:cs typeface="Noto Sans TC" pitchFamily="34" charset="-120"/>
              </a:rPr>
              <a:t>限時動態</a:t>
            </a:r>
            <a:endParaRPr lang="en-US" sz="975" dirty="0"/>
          </a:p>
        </p:txBody>
      </p:sp>
      <p:sp>
        <p:nvSpPr>
          <p:cNvPr id="9" name="Text 6"/>
          <p:cNvSpPr txBox="1"/>
          <p:nvPr/>
        </p:nvSpPr>
        <p:spPr>
          <a:xfrm>
            <a:off x="6920911" y="3494928"/>
            <a:ext cx="1060155" cy="352410"/>
          </a:xfrm>
          <a:prstGeom prst="rect">
            <a:avLst/>
          </a:prstGeom>
          <a:noFill/>
          <a:ln/>
        </p:spPr>
        <p:txBody>
          <a:bodyPr wrap="square" lIns="0" tIns="0" rIns="0" bIns="0" rtlCol="0" anchor="t"/>
          <a:lstStyle/>
          <a:p>
            <a:pPr algn="ctr" indent="0" marL="0">
              <a:lnSpc>
                <a:spcPts val="2430"/>
              </a:lnSpc>
              <a:buNone/>
            </a:pPr>
            <a:r>
              <a:rPr lang="en-US" sz="1800" b="1" dirty="0">
                <a:solidFill>
                  <a:srgbClr val="241C17"/>
                </a:solidFill>
                <a:latin typeface="Noto Sans TC" pitchFamily="34" charset="0"/>
                <a:ea typeface="Noto Sans TC" pitchFamily="34" charset="-122"/>
                <a:cs typeface="Noto Sans TC" pitchFamily="34" charset="-120"/>
              </a:rPr>
              <a:t>分享現在</a:t>
            </a:r>
            <a:endParaRPr lang="en-US" sz="1800" dirty="0"/>
          </a:p>
        </p:txBody>
      </p:sp>
      <p:sp>
        <p:nvSpPr>
          <p:cNvPr id="10" name="Text 7"/>
          <p:cNvSpPr txBox="1"/>
          <p:nvPr/>
        </p:nvSpPr>
        <p:spPr>
          <a:xfrm>
            <a:off x="9803191" y="3256818"/>
            <a:ext cx="696133" cy="200071"/>
          </a:xfrm>
          <a:prstGeom prst="rect">
            <a:avLst/>
          </a:prstGeom>
          <a:noFill/>
          <a:ln/>
        </p:spPr>
        <p:txBody>
          <a:bodyPr wrap="square" lIns="0" tIns="0" rIns="0" bIns="0" rtlCol="0" anchor="t"/>
          <a:lstStyle/>
          <a:p>
            <a:pPr algn="ctr" indent="0" marL="0">
              <a:buNone/>
            </a:pPr>
            <a:r>
              <a:rPr lang="en-US" sz="975" b="1" spc="136" kern="0" dirty="0">
                <a:solidFill>
                  <a:srgbClr val="5F7A63"/>
                </a:solidFill>
                <a:latin typeface="Noto Sans TC" pitchFamily="34" charset="0"/>
                <a:ea typeface="Noto Sans TC" pitchFamily="34" charset="-122"/>
                <a:cs typeface="Noto Sans TC" pitchFamily="34" charset="-120"/>
              </a:rPr>
              <a:t>精選限動</a:t>
            </a:r>
            <a:endParaRPr lang="en-US" sz="975" dirty="0"/>
          </a:p>
        </p:txBody>
      </p:sp>
      <p:sp>
        <p:nvSpPr>
          <p:cNvPr id="11" name="Text 8"/>
          <p:cNvSpPr txBox="1"/>
          <p:nvPr/>
        </p:nvSpPr>
        <p:spPr>
          <a:xfrm>
            <a:off x="9378909" y="3494928"/>
            <a:ext cx="1544787" cy="352410"/>
          </a:xfrm>
          <a:prstGeom prst="rect">
            <a:avLst/>
          </a:prstGeom>
          <a:noFill/>
          <a:ln/>
        </p:spPr>
        <p:txBody>
          <a:bodyPr wrap="square" lIns="0" tIns="0" rIns="0" bIns="0" rtlCol="0" anchor="t"/>
          <a:lstStyle/>
          <a:p>
            <a:pPr algn="ctr" indent="0" marL="0">
              <a:lnSpc>
                <a:spcPts val="2430"/>
              </a:lnSpc>
              <a:buNone/>
            </a:pPr>
            <a:r>
              <a:rPr lang="en-US" sz="1800" b="1" dirty="0">
                <a:solidFill>
                  <a:srgbClr val="241C17"/>
                </a:solidFill>
                <a:latin typeface="Noto Sans TC" pitchFamily="34" charset="0"/>
                <a:ea typeface="Noto Sans TC" pitchFamily="34" charset="-122"/>
                <a:cs typeface="Noto Sans TC" pitchFamily="34" charset="-120"/>
              </a:rPr>
              <a:t>留下重要資訊</a:t>
            </a:r>
            <a:endParaRPr lang="en-US" sz="1800" dirty="0"/>
          </a:p>
        </p:txBody>
      </p:sp>
      <p:sp>
        <p:nvSpPr>
          <p:cNvPr id="12" name="Text 9"/>
          <p:cNvSpPr txBox="1"/>
          <p:nvPr/>
        </p:nvSpPr>
        <p:spPr>
          <a:xfrm>
            <a:off x="4237970" y="4451116"/>
            <a:ext cx="3725631" cy="722742"/>
          </a:xfrm>
          <a:prstGeom prst="rect">
            <a:avLst/>
          </a:prstGeom>
          <a:noFill/>
          <a:ln/>
        </p:spPr>
        <p:txBody>
          <a:bodyPr wrap="square" lIns="0" tIns="0" rIns="0" bIns="0" rtlCol="0" anchor="t"/>
          <a:lstStyle/>
          <a:p>
            <a:pPr algn="ctr" indent="0" marL="0">
              <a:lnSpc>
                <a:spcPts val="2916"/>
              </a:lnSpc>
              <a:buNone/>
            </a:pPr>
            <a:r>
              <a:rPr lang="en-US" sz="1800" dirty="0">
                <a:solidFill>
                  <a:srgbClr val="4A3C33"/>
                </a:solidFill>
                <a:latin typeface="Noto Sans TC" pitchFamily="34" charset="0"/>
                <a:ea typeface="Noto Sans TC" pitchFamily="34" charset="-122"/>
                <a:cs typeface="Noto Sans TC" pitchFamily="34" charset="-120"/>
              </a:rPr>
              <a:t>四個都可以用，但不用一次全開。</a:t>
            </a:r>
            <a:endParaRPr lang="en-US" sz="1800" dirty="0"/>
          </a:p>
          <a:p>
            <a:pPr algn="ctr" indent="0" marL="0">
              <a:lnSpc>
                <a:spcPts val="2916"/>
              </a:lnSpc>
              <a:buNone/>
            </a:pPr>
            <a:r>
              <a:rPr lang="en-US" sz="1800" b="1" dirty="0">
                <a:solidFill>
                  <a:srgbClr val="4A3C33"/>
                </a:solidFill>
                <a:latin typeface="Noto Sans TC" pitchFamily="34" charset="0"/>
                <a:ea typeface="Noto Sans TC" pitchFamily="34" charset="-122"/>
                <a:cs typeface="Noto Sans TC" pitchFamily="34" charset="-120"/>
              </a:rPr>
              <a:t>先選一個你今天做得到的。</a:t>
            </a:r>
            <a:endParaRPr lang="en-US" sz="1800" dirty="0"/>
          </a:p>
        </p:txBody>
      </p:sp>
      <p:sp>
        <p:nvSpPr>
          <p:cNvPr id="13" name="Text 10"/>
          <p:cNvSpPr txBox="1"/>
          <p:nvPr/>
        </p:nvSpPr>
        <p:spPr>
          <a:xfrm>
            <a:off x="4601444" y="4821448"/>
            <a:ext cx="2998683" cy="352410"/>
          </a:xfrm>
          <a:prstGeom prst="rect">
            <a:avLst/>
          </a:prstGeom>
          <a:noFill/>
          <a:ln/>
        </p:spPr>
        <p:txBody>
          <a:bodyPr wrap="square" lIns="0" tIns="0" rIns="0" bIns="0" rtlCol="0" anchor="t"/>
          <a:lstStyle/>
          <a:p>
            <a:pPr algn="ctr" indent="0" marL="0">
              <a:lnSpc>
                <a:spcPts val="2916"/>
              </a:lnSpc>
              <a:buNone/>
            </a:pPr>
            <a:r>
              <a:rPr lang="en-US" sz="1800" b="1" dirty="0">
                <a:solidFill>
                  <a:srgbClr val="4A3C33"/>
                </a:solidFill>
                <a:latin typeface="Noto Sans TC" pitchFamily="34" charset="0"/>
                <a:ea typeface="Noto Sans TC" pitchFamily="34" charset="-122"/>
                <a:cs typeface="Noto Sans TC" pitchFamily="34" charset="-120"/>
              </a:rPr>
              <a:t>先選一個你今天做得到的。</a:t>
            </a:r>
            <a:endParaRPr lang="en-US" sz="1800" dirty="0"/>
          </a:p>
        </p:txBody>
      </p:sp>
      <p:sp>
        <p:nvSpPr>
          <p:cNvPr id="14" name="Text 11"/>
          <p:cNvSpPr txBox="1"/>
          <p:nvPr/>
        </p:nvSpPr>
        <p:spPr>
          <a:xfrm>
            <a:off x="10605486" y="304770"/>
            <a:ext cx="717804" cy="209580"/>
          </a:xfrm>
          <a:prstGeom prst="rect">
            <a:avLst/>
          </a:prstGeom>
          <a:noFill/>
          <a:ln/>
        </p:spPr>
        <p:txBody>
          <a:bodyPr wrap="square" lIns="0" tIns="0" rIns="0" bIns="0" rtlCol="0" anchor="t"/>
          <a:lstStyle/>
          <a:p>
            <a:pPr algn="l" indent="0" marL="0">
              <a:buNone/>
            </a:pPr>
            <a:r>
              <a:rPr lang="en-US" sz="1013" b="1" spc="142" kern="0" dirty="0">
                <a:solidFill>
                  <a:srgbClr val="FBF7F1"/>
                </a:solidFill>
                <a:latin typeface="Noto Sans TC" pitchFamily="34" charset="0"/>
                <a:ea typeface="Noto Sans TC" pitchFamily="34" charset="-122"/>
                <a:cs typeface="Noto Sans TC" pitchFamily="34" charset="-120"/>
              </a:rPr>
              <a:t>快問快答</a:t>
            </a:r>
            <a:endParaRPr lang="en-US" sz="1013" dirty="0"/>
          </a:p>
        </p:txBody>
      </p:sp>
      <p:sp>
        <p:nvSpPr>
          <p:cNvPr id="15" name="Text 12"/>
          <p:cNvSpPr txBox="1"/>
          <p:nvPr/>
        </p:nvSpPr>
        <p:spPr>
          <a:xfrm>
            <a:off x="761970" y="6438930"/>
            <a:ext cx="1338042" cy="200071"/>
          </a:xfrm>
          <a:prstGeom prst="rect">
            <a:avLst/>
          </a:prstGeom>
          <a:noFill/>
          <a:ln/>
        </p:spPr>
        <p:txBody>
          <a:bodyPr wrap="square" lIns="0" tIns="0" rIns="0" bIns="0" rtlCol="0" anchor="t"/>
          <a:lstStyle/>
          <a:p>
            <a:pPr algn="l" indent="0" marL="0">
              <a:buNone/>
            </a:pPr>
            <a:r>
              <a:rPr lang="en-US" sz="938" b="1" spc="56" kern="0" dirty="0">
                <a:solidFill>
                  <a:srgbClr val="9C8B7C"/>
                </a:solidFill>
                <a:latin typeface="Noto Sans TC" pitchFamily="34" charset="0"/>
                <a:ea typeface="Noto Sans TC" pitchFamily="34" charset="-122"/>
                <a:cs typeface="Noto Sans TC" pitchFamily="34" charset="-120"/>
              </a:rPr>
              <a:t>PART 4 · 11:28</a:t>
            </a:r>
            <a:endParaRPr lang="en-US" sz="938" dirty="0"/>
          </a:p>
        </p:txBody>
      </p:sp>
      <p:sp>
        <p:nvSpPr>
          <p:cNvPr id="16" name="Text 13"/>
          <p:cNvSpPr txBox="1"/>
          <p:nvPr/>
        </p:nvSpPr>
        <p:spPr>
          <a:xfrm>
            <a:off x="10922599" y="6438930"/>
            <a:ext cx="562630" cy="200071"/>
          </a:xfrm>
          <a:prstGeom prst="rect">
            <a:avLst/>
          </a:prstGeom>
          <a:noFill/>
          <a:ln/>
        </p:spPr>
        <p:txBody>
          <a:bodyPr wrap="square" lIns="0" tIns="0" rIns="0" bIns="0" rtlCol="0" anchor="t"/>
          <a:lstStyle/>
          <a:p>
            <a:pPr algn="l" indent="0" marL="0">
              <a:buNone/>
            </a:pPr>
            <a:r>
              <a:rPr lang="en-US" sz="938" b="1" spc="56" kern="0" dirty="0">
                <a:solidFill>
                  <a:srgbClr val="9C8B7C"/>
                </a:solidFill>
                <a:latin typeface="Noto Sans TC" pitchFamily="34" charset="0"/>
                <a:ea typeface="Noto Sans TC" pitchFamily="34" charset="-122"/>
                <a:cs typeface="Noto Sans TC" pitchFamily="34" charset="-120"/>
              </a:rPr>
              <a:t>28 / 75</a:t>
            </a:r>
            <a:endParaRPr lang="en-US" sz="938"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BF7F1"/>
        </a:solidFill>
      </p:bgPr>
    </p:bg>
    <p:spTree>
      <p:nvGrpSpPr>
        <p:cNvPr id="1" name=""/>
        <p:cNvGrpSpPr/>
        <p:nvPr/>
      </p:nvGrpSpPr>
      <p:grpSpPr>
        <a:xfrm>
          <a:off x="0" y="0"/>
          <a:ext cx="0" cy="0"/>
          <a:chOff x="0" y="0"/>
          <a:chExt cx="0" cy="0"/>
        </a:xfrm>
      </p:grpSpPr>
      <p:pic>
        <p:nvPicPr>
          <p:cNvPr id="2" name="Image 0" descr="/home/user/gogoeveryday/social-course/export-pptx/build/bg/29.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761970" y="350490"/>
            <a:ext cx="999714" cy="219090"/>
          </a:xfrm>
          <a:prstGeom prst="rect">
            <a:avLst/>
          </a:prstGeom>
          <a:noFill/>
          <a:ln/>
        </p:spPr>
        <p:txBody>
          <a:bodyPr wrap="square" lIns="0" tIns="0" rIns="0" bIns="0" rtlCol="0" anchor="t"/>
          <a:lstStyle/>
          <a:p>
            <a:pPr algn="l" indent="0" marL="0">
              <a:buNone/>
            </a:pPr>
            <a:r>
              <a:rPr lang="en-US" sz="1125" b="1" spc="225" kern="0" dirty="0">
                <a:solidFill>
                  <a:srgbClr val="8A5A6D"/>
                </a:solidFill>
                <a:latin typeface="Noto Sans TC" pitchFamily="34" charset="0"/>
                <a:ea typeface="Noto Sans TC" pitchFamily="34" charset="-122"/>
                <a:cs typeface="Noto Sans TC" pitchFamily="34" charset="-120"/>
              </a:rPr>
              <a:t>看真的帳號</a:t>
            </a:r>
            <a:endParaRPr lang="en-US" sz="1125" dirty="0"/>
          </a:p>
        </p:txBody>
      </p:sp>
      <p:sp>
        <p:nvSpPr>
          <p:cNvPr id="4" name="Text 1"/>
          <p:cNvSpPr txBox="1"/>
          <p:nvPr/>
        </p:nvSpPr>
        <p:spPr>
          <a:xfrm>
            <a:off x="761970" y="655259"/>
            <a:ext cx="4602907" cy="542971"/>
          </a:xfrm>
          <a:prstGeom prst="rect">
            <a:avLst/>
          </a:prstGeom>
          <a:noFill/>
          <a:ln/>
        </p:spPr>
        <p:txBody>
          <a:bodyPr wrap="square" lIns="0" tIns="0" rIns="0" bIns="0" rtlCol="0" anchor="t"/>
          <a:lstStyle/>
          <a:p>
            <a:pPr algn="l" indent="0" marL="0">
              <a:lnSpc>
                <a:spcPts val="3477"/>
              </a:lnSpc>
              <a:buNone/>
            </a:pPr>
            <a:r>
              <a:rPr lang="en-US" sz="2850" b="1" spc="-57" kern="0" dirty="0">
                <a:solidFill>
                  <a:srgbClr val="241C17"/>
                </a:solidFill>
                <a:latin typeface="Noto Sans TC" pitchFamily="34" charset="0"/>
                <a:ea typeface="Noto Sans TC" pitchFamily="34" charset="-122"/>
                <a:cs typeface="Noto Sans TC" pitchFamily="34" charset="-120"/>
              </a:rPr>
              <a:t>我們來看三個真實的小品牌</a:t>
            </a:r>
            <a:endParaRPr lang="en-US" sz="2850" dirty="0"/>
          </a:p>
        </p:txBody>
      </p:sp>
      <p:sp>
        <p:nvSpPr>
          <p:cNvPr id="5" name="Text 2"/>
          <p:cNvSpPr txBox="1"/>
          <p:nvPr/>
        </p:nvSpPr>
        <p:spPr>
          <a:xfrm>
            <a:off x="761970" y="1211123"/>
            <a:ext cx="4513204" cy="722742"/>
          </a:xfrm>
          <a:prstGeom prst="rect">
            <a:avLst/>
          </a:prstGeom>
          <a:noFill/>
          <a:ln/>
        </p:spPr>
        <p:txBody>
          <a:bodyPr wrap="square" lIns="0" tIns="0" rIns="0" bIns="0" rtlCol="0" anchor="t"/>
          <a:lstStyle/>
          <a:p>
            <a:pPr algn="l" indent="0" marL="0">
              <a:lnSpc>
                <a:spcPts val="2916"/>
              </a:lnSpc>
              <a:buNone/>
            </a:pPr>
            <a:r>
              <a:rPr lang="en-US" sz="1800" dirty="0">
                <a:solidFill>
                  <a:srgbClr val="4A3C33"/>
                </a:solidFill>
                <a:latin typeface="Noto Sans TC" pitchFamily="34" charset="0"/>
                <a:ea typeface="Noto Sans TC" pitchFamily="34" charset="-122"/>
                <a:cs typeface="Noto Sans TC" pitchFamily="34" charset="-120"/>
              </a:rPr>
              <a:t>刻意不看 Nike、Apple。</a:t>
            </a:r>
            <a:endParaRPr lang="en-US" sz="1800" dirty="0"/>
          </a:p>
          <a:p>
            <a:pPr algn="l" indent="0" marL="0">
              <a:lnSpc>
                <a:spcPts val="2916"/>
              </a:lnSpc>
              <a:buNone/>
            </a:pPr>
            <a:r>
              <a:rPr lang="en-US" sz="1800" dirty="0">
                <a:solidFill>
                  <a:srgbClr val="4A3C33"/>
                </a:solidFill>
                <a:latin typeface="Noto Sans TC" pitchFamily="34" charset="0"/>
                <a:ea typeface="Noto Sans TC" pitchFamily="34" charset="-122"/>
                <a:cs typeface="Noto Sans TC" pitchFamily="34" charset="-120"/>
              </a:rPr>
              <a:t>要看</a:t>
            </a:r>
            <a:pPr algn="l" indent="0" marL="0">
              <a:lnSpc>
                <a:spcPts val="2916"/>
              </a:lnSpc>
              <a:buNone/>
            </a:pPr>
            <a:r>
              <a:rPr lang="en-US" sz="1800" dirty="0">
                <a:solidFill>
                  <a:srgbClr val="4A3C33"/>
                </a:solidFill>
                <a:latin typeface="Noto Sans TC" pitchFamily="34" charset="0"/>
                <a:ea typeface="Noto Sans TC" pitchFamily="34" charset="-122"/>
                <a:cs typeface="Noto Sans TC" pitchFamily="34" charset="-120"/>
              </a:rPr>
              <a:t>跟你規模差不多、你做得到</a:t>
            </a:r>
            <a:pPr algn="l" indent="0" marL="0">
              <a:lnSpc>
                <a:spcPts val="2916"/>
              </a:lnSpc>
              <a:buNone/>
            </a:pPr>
            <a:r>
              <a:rPr lang="en-US" sz="1800" dirty="0">
                <a:solidFill>
                  <a:srgbClr val="4A3C33"/>
                </a:solidFill>
                <a:latin typeface="Noto Sans TC" pitchFamily="34" charset="0"/>
                <a:ea typeface="Noto Sans TC" pitchFamily="34" charset="-122"/>
                <a:cs typeface="Noto Sans TC" pitchFamily="34" charset="-120"/>
              </a:rPr>
              <a:t>的帳號。</a:t>
            </a:r>
            <a:endParaRPr lang="en-US" sz="1800" dirty="0"/>
          </a:p>
        </p:txBody>
      </p:sp>
      <p:sp>
        <p:nvSpPr>
          <p:cNvPr id="6" name="Text 3"/>
          <p:cNvSpPr txBox="1"/>
          <p:nvPr/>
        </p:nvSpPr>
        <p:spPr>
          <a:xfrm>
            <a:off x="1247790" y="1581455"/>
            <a:ext cx="2998683" cy="352410"/>
          </a:xfrm>
          <a:prstGeom prst="rect">
            <a:avLst/>
          </a:prstGeom>
          <a:noFill/>
          <a:ln/>
        </p:spPr>
        <p:txBody>
          <a:bodyPr wrap="square" lIns="0" tIns="0" rIns="0" bIns="0" rtlCol="0" anchor="t"/>
          <a:lstStyle/>
          <a:p>
            <a:pPr algn="l" indent="0" marL="0">
              <a:lnSpc>
                <a:spcPts val="2916"/>
              </a:lnSpc>
              <a:buNone/>
            </a:pPr>
            <a:r>
              <a:rPr lang="en-US" sz="1800" dirty="0">
                <a:solidFill>
                  <a:srgbClr val="4A3C33"/>
                </a:solidFill>
                <a:latin typeface="Noto Sans TC" pitchFamily="34" charset="0"/>
                <a:ea typeface="Noto Sans TC" pitchFamily="34" charset="-122"/>
                <a:cs typeface="Noto Sans TC" pitchFamily="34" charset="-120"/>
              </a:rPr>
              <a:t>跟你規模差不多、你做得到</a:t>
            </a:r>
            <a:endParaRPr lang="en-US" sz="1800" dirty="0"/>
          </a:p>
        </p:txBody>
      </p:sp>
      <p:sp>
        <p:nvSpPr>
          <p:cNvPr id="7" name="Text 4"/>
          <p:cNvSpPr txBox="1"/>
          <p:nvPr/>
        </p:nvSpPr>
        <p:spPr>
          <a:xfrm>
            <a:off x="962040" y="2389876"/>
            <a:ext cx="556047" cy="200071"/>
          </a:xfrm>
          <a:prstGeom prst="rect">
            <a:avLst/>
          </a:prstGeom>
          <a:noFill/>
          <a:ln/>
        </p:spPr>
        <p:txBody>
          <a:bodyPr wrap="square" lIns="0" tIns="0" rIns="0" bIns="0" rtlCol="0" anchor="t"/>
          <a:lstStyle/>
          <a:p>
            <a:pPr algn="l" indent="0" marL="0">
              <a:buNone/>
            </a:pPr>
            <a:r>
              <a:rPr lang="en-US" sz="975" b="1" spc="136" kern="0" dirty="0">
                <a:solidFill>
                  <a:srgbClr val="8A5A6D"/>
                </a:solidFill>
                <a:latin typeface="Noto Sans TC" pitchFamily="34" charset="0"/>
                <a:ea typeface="Noto Sans TC" pitchFamily="34" charset="-122"/>
                <a:cs typeface="Noto Sans TC" pitchFamily="34" charset="-120"/>
              </a:rPr>
              <a:t>案例 A</a:t>
            </a:r>
            <a:endParaRPr lang="en-US" sz="975" dirty="0"/>
          </a:p>
        </p:txBody>
      </p:sp>
      <p:sp>
        <p:nvSpPr>
          <p:cNvPr id="8" name="Text 5"/>
          <p:cNvSpPr txBox="1"/>
          <p:nvPr/>
        </p:nvSpPr>
        <p:spPr>
          <a:xfrm>
            <a:off x="962040" y="2666116"/>
            <a:ext cx="1454170" cy="295260"/>
          </a:xfrm>
          <a:prstGeom prst="rect">
            <a:avLst/>
          </a:prstGeom>
          <a:noFill/>
          <a:ln/>
        </p:spPr>
        <p:txBody>
          <a:bodyPr wrap="square" lIns="0" tIns="0" rIns="0" bIns="0" rtlCol="0" anchor="t"/>
          <a:lstStyle/>
          <a:p>
            <a:pPr algn="l" indent="0" marL="0">
              <a:buNone/>
            </a:pPr>
            <a:r>
              <a:rPr lang="en-US" sz="1500" b="1" spc="-15" kern="0" dirty="0">
                <a:solidFill>
                  <a:srgbClr val="241C17"/>
                </a:solidFill>
                <a:latin typeface="Noto Sans TC" pitchFamily="34" charset="0"/>
                <a:ea typeface="Noto Sans TC" pitchFamily="34" charset="-122"/>
                <a:cs typeface="Noto Sans TC" pitchFamily="34" charset="-120"/>
              </a:rPr>
              <a:t>手作飾品 / 烘焙</a:t>
            </a:r>
            <a:endParaRPr lang="en-US" sz="1500" dirty="0"/>
          </a:p>
        </p:txBody>
      </p:sp>
      <p:sp>
        <p:nvSpPr>
          <p:cNvPr id="9" name="Text 6"/>
          <p:cNvSpPr txBox="1"/>
          <p:nvPr/>
        </p:nvSpPr>
        <p:spPr>
          <a:xfrm>
            <a:off x="962040" y="5218847"/>
            <a:ext cx="1908353" cy="219090"/>
          </a:xfrm>
          <a:prstGeom prst="rect">
            <a:avLst/>
          </a:prstGeom>
          <a:noFill/>
          <a:ln/>
        </p:spPr>
        <p:txBody>
          <a:bodyPr wrap="square" lIns="0" tIns="0" rIns="0" bIns="0" rtlCol="0" anchor="t"/>
          <a:lstStyle/>
          <a:p>
            <a:pPr algn="l" indent="0" marL="0">
              <a:lnSpc>
                <a:spcPts val="1823"/>
              </a:lnSpc>
              <a:buNone/>
            </a:pPr>
            <a:r>
              <a:rPr lang="en-US" sz="1125" dirty="0">
                <a:solidFill>
                  <a:srgbClr val="4A3C33"/>
                </a:solidFill>
                <a:latin typeface="Noto Sans TC" pitchFamily="34" charset="0"/>
                <a:ea typeface="Noto Sans TC" pitchFamily="34" charset="-122"/>
                <a:cs typeface="Noto Sans TC" pitchFamily="34" charset="-120"/>
              </a:rPr>
              <a:t>一人工作室，以作品照為主</a:t>
            </a:r>
            <a:endParaRPr lang="en-US" sz="1125" dirty="0"/>
          </a:p>
        </p:txBody>
      </p:sp>
      <p:sp>
        <p:nvSpPr>
          <p:cNvPr id="10" name="Text 7"/>
          <p:cNvSpPr txBox="1"/>
          <p:nvPr/>
        </p:nvSpPr>
        <p:spPr>
          <a:xfrm>
            <a:off x="4562490" y="2389876"/>
            <a:ext cx="560984" cy="200071"/>
          </a:xfrm>
          <a:prstGeom prst="rect">
            <a:avLst/>
          </a:prstGeom>
          <a:noFill/>
          <a:ln/>
        </p:spPr>
        <p:txBody>
          <a:bodyPr wrap="square" lIns="0" tIns="0" rIns="0" bIns="0" rtlCol="0" anchor="t"/>
          <a:lstStyle/>
          <a:p>
            <a:pPr algn="l" indent="0" marL="0">
              <a:buNone/>
            </a:pPr>
            <a:r>
              <a:rPr lang="en-US" sz="975" b="1" spc="136" kern="0" dirty="0">
                <a:solidFill>
                  <a:srgbClr val="8A5A6D"/>
                </a:solidFill>
                <a:latin typeface="Noto Sans TC" pitchFamily="34" charset="0"/>
                <a:ea typeface="Noto Sans TC" pitchFamily="34" charset="-122"/>
                <a:cs typeface="Noto Sans TC" pitchFamily="34" charset="-120"/>
              </a:rPr>
              <a:t>案例 B</a:t>
            </a:r>
            <a:endParaRPr lang="en-US" sz="975" dirty="0"/>
          </a:p>
        </p:txBody>
      </p:sp>
      <p:sp>
        <p:nvSpPr>
          <p:cNvPr id="11" name="Text 8"/>
          <p:cNvSpPr txBox="1"/>
          <p:nvPr/>
        </p:nvSpPr>
        <p:spPr>
          <a:xfrm>
            <a:off x="4562490" y="2666116"/>
            <a:ext cx="1254282" cy="295260"/>
          </a:xfrm>
          <a:prstGeom prst="rect">
            <a:avLst/>
          </a:prstGeom>
          <a:noFill/>
          <a:ln/>
        </p:spPr>
        <p:txBody>
          <a:bodyPr wrap="square" lIns="0" tIns="0" rIns="0" bIns="0" rtlCol="0" anchor="t"/>
          <a:lstStyle/>
          <a:p>
            <a:pPr algn="l" indent="0" marL="0">
              <a:buNone/>
            </a:pPr>
            <a:r>
              <a:rPr lang="en-US" sz="1500" b="1" spc="-15" kern="0" dirty="0">
                <a:solidFill>
                  <a:srgbClr val="241C17"/>
                </a:solidFill>
                <a:latin typeface="Noto Sans TC" pitchFamily="34" charset="0"/>
                <a:ea typeface="Noto Sans TC" pitchFamily="34" charset="-122"/>
                <a:cs typeface="Noto Sans TC" pitchFamily="34" charset="-120"/>
              </a:rPr>
              <a:t>農產品 / 小農</a:t>
            </a:r>
            <a:endParaRPr lang="en-US" sz="1500" dirty="0"/>
          </a:p>
        </p:txBody>
      </p:sp>
      <p:sp>
        <p:nvSpPr>
          <p:cNvPr id="12" name="Text 9"/>
          <p:cNvSpPr txBox="1"/>
          <p:nvPr/>
        </p:nvSpPr>
        <p:spPr>
          <a:xfrm>
            <a:off x="4562490" y="5218847"/>
            <a:ext cx="1605504" cy="219090"/>
          </a:xfrm>
          <a:prstGeom prst="rect">
            <a:avLst/>
          </a:prstGeom>
          <a:noFill/>
          <a:ln/>
        </p:spPr>
        <p:txBody>
          <a:bodyPr wrap="square" lIns="0" tIns="0" rIns="0" bIns="0" rtlCol="0" anchor="t"/>
          <a:lstStyle/>
          <a:p>
            <a:pPr algn="l" indent="0" marL="0">
              <a:lnSpc>
                <a:spcPts val="1823"/>
              </a:lnSpc>
              <a:buNone/>
            </a:pPr>
            <a:r>
              <a:rPr lang="en-US" sz="1125" dirty="0">
                <a:solidFill>
                  <a:srgbClr val="4A3C33"/>
                </a:solidFill>
                <a:latin typeface="Noto Sans TC" pitchFamily="34" charset="0"/>
                <a:ea typeface="Noto Sans TC" pitchFamily="34" charset="-122"/>
                <a:cs typeface="Noto Sans TC" pitchFamily="34" charset="-120"/>
              </a:rPr>
              <a:t>大量製作過程與產地照</a:t>
            </a:r>
            <a:endParaRPr lang="en-US" sz="1125" dirty="0"/>
          </a:p>
        </p:txBody>
      </p:sp>
      <p:sp>
        <p:nvSpPr>
          <p:cNvPr id="13" name="Text 10"/>
          <p:cNvSpPr txBox="1"/>
          <p:nvPr/>
        </p:nvSpPr>
        <p:spPr>
          <a:xfrm>
            <a:off x="8162940" y="2389876"/>
            <a:ext cx="557875" cy="200071"/>
          </a:xfrm>
          <a:prstGeom prst="rect">
            <a:avLst/>
          </a:prstGeom>
          <a:noFill/>
          <a:ln/>
        </p:spPr>
        <p:txBody>
          <a:bodyPr wrap="square" lIns="0" tIns="0" rIns="0" bIns="0" rtlCol="0" anchor="t"/>
          <a:lstStyle/>
          <a:p>
            <a:pPr algn="l" indent="0" marL="0">
              <a:buNone/>
            </a:pPr>
            <a:r>
              <a:rPr lang="en-US" sz="975" b="1" spc="136" kern="0" dirty="0">
                <a:solidFill>
                  <a:srgbClr val="8A5A6D"/>
                </a:solidFill>
                <a:latin typeface="Noto Sans TC" pitchFamily="34" charset="0"/>
                <a:ea typeface="Noto Sans TC" pitchFamily="34" charset="-122"/>
                <a:cs typeface="Noto Sans TC" pitchFamily="34" charset="-120"/>
              </a:rPr>
              <a:t>案例 C</a:t>
            </a:r>
            <a:endParaRPr lang="en-US" sz="975" dirty="0"/>
          </a:p>
        </p:txBody>
      </p:sp>
      <p:sp>
        <p:nvSpPr>
          <p:cNvPr id="14" name="Text 11"/>
          <p:cNvSpPr txBox="1"/>
          <p:nvPr/>
        </p:nvSpPr>
        <p:spPr>
          <a:xfrm>
            <a:off x="8162940" y="2666116"/>
            <a:ext cx="1454170" cy="295260"/>
          </a:xfrm>
          <a:prstGeom prst="rect">
            <a:avLst/>
          </a:prstGeom>
          <a:noFill/>
          <a:ln/>
        </p:spPr>
        <p:txBody>
          <a:bodyPr wrap="square" lIns="0" tIns="0" rIns="0" bIns="0" rtlCol="0" anchor="t"/>
          <a:lstStyle/>
          <a:p>
            <a:pPr algn="l" indent="0" marL="0">
              <a:buNone/>
            </a:pPr>
            <a:r>
              <a:rPr lang="en-US" sz="1500" b="1" spc="-15" kern="0" dirty="0">
                <a:solidFill>
                  <a:srgbClr val="241C17"/>
                </a:solidFill>
                <a:latin typeface="Noto Sans TC" pitchFamily="34" charset="0"/>
                <a:ea typeface="Noto Sans TC" pitchFamily="34" charset="-122"/>
                <a:cs typeface="Noto Sans TC" pitchFamily="34" charset="-120"/>
              </a:rPr>
              <a:t>個人品牌 / 課程</a:t>
            </a:r>
            <a:endParaRPr lang="en-US" sz="1500" dirty="0"/>
          </a:p>
        </p:txBody>
      </p:sp>
      <p:sp>
        <p:nvSpPr>
          <p:cNvPr id="15" name="Text 12"/>
          <p:cNvSpPr txBox="1"/>
          <p:nvPr/>
        </p:nvSpPr>
        <p:spPr>
          <a:xfrm>
            <a:off x="8162940" y="5218847"/>
            <a:ext cx="1757020" cy="219090"/>
          </a:xfrm>
          <a:prstGeom prst="rect">
            <a:avLst/>
          </a:prstGeom>
          <a:noFill/>
          <a:ln/>
        </p:spPr>
        <p:txBody>
          <a:bodyPr wrap="square" lIns="0" tIns="0" rIns="0" bIns="0" rtlCol="0" anchor="t"/>
          <a:lstStyle/>
          <a:p>
            <a:pPr algn="l" indent="0" marL="0">
              <a:lnSpc>
                <a:spcPts val="1823"/>
              </a:lnSpc>
              <a:buNone/>
            </a:pPr>
            <a:r>
              <a:rPr lang="en-US" sz="1125" dirty="0">
                <a:solidFill>
                  <a:srgbClr val="4A3C33"/>
                </a:solidFill>
                <a:latin typeface="Noto Sans TC" pitchFamily="34" charset="0"/>
                <a:ea typeface="Noto Sans TC" pitchFamily="34" charset="-122"/>
                <a:cs typeface="Noto Sans TC" pitchFamily="34" charset="-120"/>
              </a:rPr>
              <a:t>人出現在畫面裡，有溫度</a:t>
            </a:r>
            <a:endParaRPr lang="en-US" sz="1125" dirty="0"/>
          </a:p>
        </p:txBody>
      </p:sp>
      <p:sp>
        <p:nvSpPr>
          <p:cNvPr id="16" name="Text 13"/>
          <p:cNvSpPr txBox="1"/>
          <p:nvPr/>
        </p:nvSpPr>
        <p:spPr>
          <a:xfrm>
            <a:off x="761970" y="5988406"/>
            <a:ext cx="8890254" cy="228600"/>
          </a:xfrm>
          <a:prstGeom prst="rect">
            <a:avLst/>
          </a:prstGeom>
          <a:noFill/>
          <a:ln/>
        </p:spPr>
        <p:txBody>
          <a:bodyPr wrap="square" lIns="0" tIns="0" rIns="0" bIns="0" rtlCol="0" anchor="t"/>
          <a:lstStyle/>
          <a:p>
            <a:pPr algn="l" indent="0" marL="0">
              <a:lnSpc>
                <a:spcPts val="1802"/>
              </a:lnSpc>
              <a:buNone/>
            </a:pPr>
            <a:r>
              <a:rPr lang="en-US" sz="1163" b="1" dirty="0">
                <a:solidFill>
                  <a:srgbClr val="9C8B7C"/>
                </a:solidFill>
                <a:latin typeface="Noto Sans TC" pitchFamily="34" charset="0"/>
                <a:ea typeface="Noto Sans TC" pitchFamily="34" charset="-122"/>
                <a:cs typeface="Noto Sans TC" pitchFamily="34" charset="-120"/>
              </a:rPr>
              <a:t> ＊建議類型：手作飾品、烘焙甜點、農產品、手作工藝、小型個人品牌。 現場也可以直接用手機投影，即時打開帳號給學員看。</a:t>
            </a:r>
            <a:endParaRPr lang="en-US" sz="1163" dirty="0"/>
          </a:p>
        </p:txBody>
      </p:sp>
      <p:sp>
        <p:nvSpPr>
          <p:cNvPr id="17" name="Text 14"/>
          <p:cNvSpPr txBox="1"/>
          <p:nvPr/>
        </p:nvSpPr>
        <p:spPr>
          <a:xfrm>
            <a:off x="10605486" y="304770"/>
            <a:ext cx="717804" cy="209580"/>
          </a:xfrm>
          <a:prstGeom prst="rect">
            <a:avLst/>
          </a:prstGeom>
          <a:noFill/>
          <a:ln/>
        </p:spPr>
        <p:txBody>
          <a:bodyPr wrap="square" lIns="0" tIns="0" rIns="0" bIns="0" rtlCol="0" anchor="t"/>
          <a:lstStyle/>
          <a:p>
            <a:pPr algn="l" indent="0" marL="0">
              <a:buNone/>
            </a:pPr>
            <a:r>
              <a:rPr lang="en-US" sz="1013" b="1" spc="142" kern="0" dirty="0">
                <a:solidFill>
                  <a:srgbClr val="FBF7F1"/>
                </a:solidFill>
                <a:latin typeface="Noto Sans TC" pitchFamily="34" charset="0"/>
                <a:ea typeface="Noto Sans TC" pitchFamily="34" charset="-122"/>
                <a:cs typeface="Noto Sans TC" pitchFamily="34" charset="-120"/>
              </a:rPr>
              <a:t>案例觀察</a:t>
            </a:r>
            <a:endParaRPr lang="en-US" sz="1013" dirty="0"/>
          </a:p>
        </p:txBody>
      </p:sp>
      <p:sp>
        <p:nvSpPr>
          <p:cNvPr id="18" name="Text 15"/>
          <p:cNvSpPr txBox="1"/>
          <p:nvPr/>
        </p:nvSpPr>
        <p:spPr>
          <a:xfrm>
            <a:off x="761970" y="6438930"/>
            <a:ext cx="1338042" cy="200071"/>
          </a:xfrm>
          <a:prstGeom prst="rect">
            <a:avLst/>
          </a:prstGeom>
          <a:noFill/>
          <a:ln/>
        </p:spPr>
        <p:txBody>
          <a:bodyPr wrap="square" lIns="0" tIns="0" rIns="0" bIns="0" rtlCol="0" anchor="t"/>
          <a:lstStyle/>
          <a:p>
            <a:pPr algn="l" indent="0" marL="0">
              <a:buNone/>
            </a:pPr>
            <a:r>
              <a:rPr lang="en-US" sz="938" b="1" spc="56" kern="0" dirty="0">
                <a:solidFill>
                  <a:srgbClr val="9C8B7C"/>
                </a:solidFill>
                <a:latin typeface="Noto Sans TC" pitchFamily="34" charset="0"/>
                <a:ea typeface="Noto Sans TC" pitchFamily="34" charset="-122"/>
                <a:cs typeface="Noto Sans TC" pitchFamily="34" charset="-120"/>
              </a:rPr>
              <a:t>PART 4 · 11:34</a:t>
            </a:r>
            <a:endParaRPr lang="en-US" sz="938" dirty="0"/>
          </a:p>
        </p:txBody>
      </p:sp>
      <p:sp>
        <p:nvSpPr>
          <p:cNvPr id="19" name="Text 16"/>
          <p:cNvSpPr txBox="1"/>
          <p:nvPr/>
        </p:nvSpPr>
        <p:spPr>
          <a:xfrm>
            <a:off x="10922599" y="6438930"/>
            <a:ext cx="562630" cy="200071"/>
          </a:xfrm>
          <a:prstGeom prst="rect">
            <a:avLst/>
          </a:prstGeom>
          <a:noFill/>
          <a:ln/>
        </p:spPr>
        <p:txBody>
          <a:bodyPr wrap="square" lIns="0" tIns="0" rIns="0" bIns="0" rtlCol="0" anchor="t"/>
          <a:lstStyle/>
          <a:p>
            <a:pPr algn="l" indent="0" marL="0">
              <a:buNone/>
            </a:pPr>
            <a:r>
              <a:rPr lang="en-US" sz="938" b="1" spc="56" kern="0" dirty="0">
                <a:solidFill>
                  <a:srgbClr val="9C8B7C"/>
                </a:solidFill>
                <a:latin typeface="Noto Sans TC" pitchFamily="34" charset="0"/>
                <a:ea typeface="Noto Sans TC" pitchFamily="34" charset="-122"/>
                <a:cs typeface="Noto Sans TC" pitchFamily="34" charset="-120"/>
              </a:rPr>
              <a:t>29 / 75</a:t>
            </a:r>
            <a:endParaRPr lang="en-US" sz="938"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BF7F1"/>
        </a:solidFill>
      </p:bgPr>
    </p:bg>
    <p:spTree>
      <p:nvGrpSpPr>
        <p:cNvPr id="1" name=""/>
        <p:cNvGrpSpPr/>
        <p:nvPr/>
      </p:nvGrpSpPr>
      <p:grpSpPr>
        <a:xfrm>
          <a:off x="0" y="0"/>
          <a:ext cx="0" cy="0"/>
          <a:chOff x="0" y="0"/>
          <a:chExt cx="0" cy="0"/>
        </a:xfrm>
      </p:grpSpPr>
      <p:pic>
        <p:nvPicPr>
          <p:cNvPr id="2" name="Image 0" descr="/home/user/gogoeveryday/social-course/export-pptx/build/bg/30.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761970" y="1078901"/>
            <a:ext cx="999714" cy="219090"/>
          </a:xfrm>
          <a:prstGeom prst="rect">
            <a:avLst/>
          </a:prstGeom>
          <a:noFill/>
          <a:ln/>
        </p:spPr>
        <p:txBody>
          <a:bodyPr wrap="square" lIns="0" tIns="0" rIns="0" bIns="0" rtlCol="0" anchor="t"/>
          <a:lstStyle/>
          <a:p>
            <a:pPr algn="l" indent="0" marL="0">
              <a:buNone/>
            </a:pPr>
            <a:r>
              <a:rPr lang="en-US" sz="1125" b="1" spc="225" kern="0" dirty="0">
                <a:solidFill>
                  <a:srgbClr val="8A5A6D"/>
                </a:solidFill>
                <a:latin typeface="Noto Sans TC" pitchFamily="34" charset="0"/>
                <a:ea typeface="Noto Sans TC" pitchFamily="34" charset="-122"/>
                <a:cs typeface="Noto Sans TC" pitchFamily="34" charset="-120"/>
              </a:rPr>
              <a:t>觀察的方法</a:t>
            </a:r>
            <a:endParaRPr lang="en-US" sz="1125" dirty="0"/>
          </a:p>
        </p:txBody>
      </p:sp>
      <p:sp>
        <p:nvSpPr>
          <p:cNvPr id="4" name="Text 1"/>
          <p:cNvSpPr txBox="1"/>
          <p:nvPr/>
        </p:nvSpPr>
        <p:spPr>
          <a:xfrm>
            <a:off x="761970" y="1383670"/>
            <a:ext cx="3098810" cy="984534"/>
          </a:xfrm>
          <a:prstGeom prst="rect">
            <a:avLst/>
          </a:prstGeom>
          <a:noFill/>
          <a:ln/>
        </p:spPr>
        <p:txBody>
          <a:bodyPr wrap="square" lIns="0" tIns="0" rIns="0" bIns="0" rtlCol="0" anchor="t"/>
          <a:lstStyle/>
          <a:p>
            <a:pPr algn="l" indent="0" marL="0">
              <a:lnSpc>
                <a:spcPts val="3477"/>
              </a:lnSpc>
              <a:buNone/>
            </a:pPr>
            <a:r>
              <a:rPr lang="en-US" sz="2850" b="1" spc="-57" kern="0" dirty="0">
                <a:solidFill>
                  <a:srgbClr val="241C17"/>
                </a:solidFill>
                <a:latin typeface="Noto Sans TC" pitchFamily="34" charset="0"/>
                <a:ea typeface="Noto Sans TC" pitchFamily="34" charset="-122"/>
                <a:cs typeface="Noto Sans TC" pitchFamily="34" charset="-120"/>
              </a:rPr>
              <a:t>看品牌時，</a:t>
            </a:r>
            <a:endParaRPr lang="en-US" sz="2850" dirty="0"/>
          </a:p>
          <a:p>
            <a:pPr algn="l" indent="0" marL="0">
              <a:lnSpc>
                <a:spcPts val="3477"/>
              </a:lnSpc>
              <a:buNone/>
            </a:pPr>
            <a:r>
              <a:rPr lang="en-US" sz="2850" b="1" spc="-57" kern="0" dirty="0">
                <a:solidFill>
                  <a:srgbClr val="241C17"/>
                </a:solidFill>
                <a:latin typeface="Noto Sans TC" pitchFamily="34" charset="0"/>
                <a:ea typeface="Noto Sans TC" pitchFamily="34" charset="-122"/>
                <a:cs typeface="Noto Sans TC" pitchFamily="34" charset="-120"/>
              </a:rPr>
              <a:t>不要只看漂不漂亮</a:t>
            </a:r>
            <a:endParaRPr lang="en-US" sz="2850" dirty="0"/>
          </a:p>
        </p:txBody>
      </p:sp>
      <p:sp>
        <p:nvSpPr>
          <p:cNvPr id="5" name="Text 2"/>
          <p:cNvSpPr txBox="1"/>
          <p:nvPr/>
        </p:nvSpPr>
        <p:spPr>
          <a:xfrm>
            <a:off x="761970" y="2419228"/>
            <a:ext cx="4270888" cy="722742"/>
          </a:xfrm>
          <a:prstGeom prst="rect">
            <a:avLst/>
          </a:prstGeom>
          <a:noFill/>
          <a:ln/>
        </p:spPr>
        <p:txBody>
          <a:bodyPr wrap="square" lIns="0" tIns="0" rIns="0" bIns="0" rtlCol="0" anchor="t"/>
          <a:lstStyle/>
          <a:p>
            <a:pPr algn="l" indent="0" marL="0">
              <a:lnSpc>
                <a:spcPts val="2916"/>
              </a:lnSpc>
              <a:buNone/>
            </a:pPr>
            <a:r>
              <a:rPr lang="en-US" sz="1800" dirty="0">
                <a:solidFill>
                  <a:srgbClr val="4A3C33"/>
                </a:solidFill>
                <a:latin typeface="Noto Sans TC" pitchFamily="34" charset="0"/>
                <a:ea typeface="Noto Sans TC" pitchFamily="34" charset="-122"/>
                <a:cs typeface="Noto Sans TC" pitchFamily="34" charset="-120"/>
              </a:rPr>
              <a:t>漂亮不一定賣得掉。</a:t>
            </a:r>
            <a:endParaRPr lang="en-US" sz="1800" dirty="0"/>
          </a:p>
          <a:p>
            <a:pPr algn="l" indent="0" marL="0">
              <a:lnSpc>
                <a:spcPts val="2916"/>
              </a:lnSpc>
              <a:buNone/>
            </a:pPr>
            <a:r>
              <a:rPr lang="en-US" sz="1800" dirty="0">
                <a:solidFill>
                  <a:srgbClr val="4A3C33"/>
                </a:solidFill>
                <a:latin typeface="Noto Sans TC" pitchFamily="34" charset="0"/>
                <a:ea typeface="Noto Sans TC" pitchFamily="34" charset="-122"/>
                <a:cs typeface="Noto Sans TC" pitchFamily="34" charset="-120"/>
              </a:rPr>
              <a:t>我們要看的是</a:t>
            </a:r>
            <a:pPr algn="l" indent="0" marL="0">
              <a:lnSpc>
                <a:spcPts val="2916"/>
              </a:lnSpc>
              <a:buNone/>
            </a:pPr>
            <a:r>
              <a:rPr lang="en-US" sz="1800" dirty="0">
                <a:solidFill>
                  <a:srgbClr val="4A3C33"/>
                </a:solidFill>
                <a:latin typeface="Noto Sans TC" pitchFamily="34" charset="0"/>
                <a:ea typeface="Noto Sans TC" pitchFamily="34" charset="-122"/>
                <a:cs typeface="Noto Sans TC" pitchFamily="34" charset="-120"/>
              </a:rPr>
              <a:t>有沒有把該說的說清楚</a:t>
            </a:r>
            <a:pPr algn="l" indent="0" marL="0">
              <a:lnSpc>
                <a:spcPts val="2916"/>
              </a:lnSpc>
              <a:buNone/>
            </a:pPr>
            <a:r>
              <a:rPr lang="en-US" sz="1800" dirty="0">
                <a:solidFill>
                  <a:srgbClr val="4A3C33"/>
                </a:solidFill>
                <a:latin typeface="Noto Sans TC" pitchFamily="34" charset="0"/>
                <a:ea typeface="Noto Sans TC" pitchFamily="34" charset="-122"/>
                <a:cs typeface="Noto Sans TC" pitchFamily="34" charset="-120"/>
              </a:rPr>
              <a:t>。</a:t>
            </a:r>
            <a:endParaRPr lang="en-US" sz="1800" dirty="0"/>
          </a:p>
        </p:txBody>
      </p:sp>
      <p:sp>
        <p:nvSpPr>
          <p:cNvPr id="6" name="Text 3"/>
          <p:cNvSpPr txBox="1"/>
          <p:nvPr/>
        </p:nvSpPr>
        <p:spPr>
          <a:xfrm>
            <a:off x="2162190" y="2789469"/>
            <a:ext cx="2514051" cy="352410"/>
          </a:xfrm>
          <a:prstGeom prst="rect">
            <a:avLst/>
          </a:prstGeom>
          <a:noFill/>
          <a:ln/>
        </p:spPr>
        <p:txBody>
          <a:bodyPr wrap="square" lIns="0" tIns="0" rIns="0" bIns="0" rtlCol="0" anchor="t"/>
          <a:lstStyle/>
          <a:p>
            <a:pPr algn="l" indent="0" marL="0">
              <a:lnSpc>
                <a:spcPts val="2916"/>
              </a:lnSpc>
              <a:buNone/>
            </a:pPr>
            <a:r>
              <a:rPr lang="en-US" sz="1800" dirty="0">
                <a:solidFill>
                  <a:srgbClr val="4A3C33"/>
                </a:solidFill>
                <a:latin typeface="Noto Sans TC" pitchFamily="34" charset="0"/>
                <a:ea typeface="Noto Sans TC" pitchFamily="34" charset="-122"/>
                <a:cs typeface="Noto Sans TC" pitchFamily="34" charset="-120"/>
              </a:rPr>
              <a:t>有沒有把該說的說清楚</a:t>
            </a:r>
            <a:endParaRPr lang="en-US" sz="1800" dirty="0"/>
          </a:p>
        </p:txBody>
      </p:sp>
      <p:sp>
        <p:nvSpPr>
          <p:cNvPr id="7" name="Text 4"/>
          <p:cNvSpPr txBox="1"/>
          <p:nvPr/>
        </p:nvSpPr>
        <p:spPr>
          <a:xfrm>
            <a:off x="1276320" y="3502701"/>
            <a:ext cx="2090044" cy="247620"/>
          </a:xfrm>
          <a:prstGeom prst="rect">
            <a:avLst/>
          </a:prstGeom>
          <a:noFill/>
          <a:ln/>
        </p:spPr>
        <p:txBody>
          <a:bodyPr wrap="square" lIns="0" tIns="0" rIns="0" bIns="0" rtlCol="0" anchor="t"/>
          <a:lstStyle/>
          <a:p>
            <a:pPr algn="l" indent="0" marL="0">
              <a:buNone/>
            </a:pPr>
            <a:r>
              <a:rPr lang="en-US" sz="1238" b="1" dirty="0">
                <a:solidFill>
                  <a:srgbClr val="4A3C33"/>
                </a:solidFill>
                <a:latin typeface="Noto Sans TC" pitchFamily="34" charset="0"/>
                <a:ea typeface="Noto Sans TC" pitchFamily="34" charset="-122"/>
                <a:cs typeface="Noto Sans TC" pitchFamily="34" charset="-120"/>
              </a:rPr>
              <a:t>我一眼知道她在賣什麼嗎？</a:t>
            </a:r>
            <a:endParaRPr lang="en-US" sz="1238" dirty="0"/>
          </a:p>
        </p:txBody>
      </p:sp>
      <p:sp>
        <p:nvSpPr>
          <p:cNvPr id="8" name="Text 5"/>
          <p:cNvSpPr txBox="1"/>
          <p:nvPr/>
        </p:nvSpPr>
        <p:spPr>
          <a:xfrm>
            <a:off x="4283873" y="3502701"/>
            <a:ext cx="1423629" cy="247620"/>
          </a:xfrm>
          <a:prstGeom prst="rect">
            <a:avLst/>
          </a:prstGeom>
          <a:noFill/>
          <a:ln/>
        </p:spPr>
        <p:txBody>
          <a:bodyPr wrap="square" lIns="0" tIns="0" rIns="0" bIns="0" rtlCol="0" anchor="t"/>
          <a:lstStyle/>
          <a:p>
            <a:pPr algn="l" indent="0" marL="0">
              <a:buNone/>
            </a:pPr>
            <a:r>
              <a:rPr lang="en-US" sz="1238" b="1" dirty="0">
                <a:solidFill>
                  <a:srgbClr val="4A3C33"/>
                </a:solidFill>
                <a:latin typeface="Noto Sans TC" pitchFamily="34" charset="0"/>
                <a:ea typeface="Noto Sans TC" pitchFamily="34" charset="-122"/>
                <a:cs typeface="Noto Sans TC" pitchFamily="34" charset="-120"/>
              </a:rPr>
              <a:t>大頭貼看得懂嗎？</a:t>
            </a:r>
            <a:endParaRPr lang="en-US" sz="1238" dirty="0"/>
          </a:p>
        </p:txBody>
      </p:sp>
      <p:sp>
        <p:nvSpPr>
          <p:cNvPr id="9" name="Text 6"/>
          <p:cNvSpPr txBox="1"/>
          <p:nvPr/>
        </p:nvSpPr>
        <p:spPr>
          <a:xfrm>
            <a:off x="1276320" y="4093220"/>
            <a:ext cx="1090422" cy="247620"/>
          </a:xfrm>
          <a:prstGeom prst="rect">
            <a:avLst/>
          </a:prstGeom>
          <a:noFill/>
          <a:ln/>
        </p:spPr>
        <p:txBody>
          <a:bodyPr wrap="square" lIns="0" tIns="0" rIns="0" bIns="0" rtlCol="0" anchor="t"/>
          <a:lstStyle/>
          <a:p>
            <a:pPr algn="l" indent="0" marL="0">
              <a:buNone/>
            </a:pPr>
            <a:r>
              <a:rPr lang="en-US" sz="1238" b="1" dirty="0">
                <a:solidFill>
                  <a:srgbClr val="4A3C33"/>
                </a:solidFill>
                <a:latin typeface="Noto Sans TC" pitchFamily="34" charset="0"/>
                <a:ea typeface="Noto Sans TC" pitchFamily="34" charset="-122"/>
                <a:cs typeface="Noto Sans TC" pitchFamily="34" charset="-120"/>
              </a:rPr>
              <a:t>自介清楚嗎？</a:t>
            </a:r>
            <a:endParaRPr lang="en-US" sz="1238" dirty="0"/>
          </a:p>
        </p:txBody>
      </p:sp>
      <p:sp>
        <p:nvSpPr>
          <p:cNvPr id="10" name="Text 7"/>
          <p:cNvSpPr txBox="1"/>
          <p:nvPr/>
        </p:nvSpPr>
        <p:spPr>
          <a:xfrm>
            <a:off x="4283873" y="4093220"/>
            <a:ext cx="1090422" cy="247620"/>
          </a:xfrm>
          <a:prstGeom prst="rect">
            <a:avLst/>
          </a:prstGeom>
          <a:noFill/>
          <a:ln/>
        </p:spPr>
        <p:txBody>
          <a:bodyPr wrap="square" lIns="0" tIns="0" rIns="0" bIns="0" rtlCol="0" anchor="t"/>
          <a:lstStyle/>
          <a:p>
            <a:pPr algn="l" indent="0" marL="0">
              <a:buNone/>
            </a:pPr>
            <a:r>
              <a:rPr lang="en-US" sz="1238" b="1" dirty="0">
                <a:solidFill>
                  <a:srgbClr val="4A3C33"/>
                </a:solidFill>
                <a:latin typeface="Noto Sans TC" pitchFamily="34" charset="0"/>
                <a:ea typeface="Noto Sans TC" pitchFamily="34" charset="-122"/>
                <a:cs typeface="Noto Sans TC" pitchFamily="34" charset="-120"/>
              </a:rPr>
              <a:t>有商品照嗎？</a:t>
            </a:r>
            <a:endParaRPr lang="en-US" sz="1238" dirty="0"/>
          </a:p>
        </p:txBody>
      </p:sp>
      <p:sp>
        <p:nvSpPr>
          <p:cNvPr id="11" name="Text 8"/>
          <p:cNvSpPr txBox="1"/>
          <p:nvPr/>
        </p:nvSpPr>
        <p:spPr>
          <a:xfrm>
            <a:off x="1276320" y="4683740"/>
            <a:ext cx="1590142" cy="247620"/>
          </a:xfrm>
          <a:prstGeom prst="rect">
            <a:avLst/>
          </a:prstGeom>
          <a:noFill/>
          <a:ln/>
        </p:spPr>
        <p:txBody>
          <a:bodyPr wrap="square" lIns="0" tIns="0" rIns="0" bIns="0" rtlCol="0" anchor="t"/>
          <a:lstStyle/>
          <a:p>
            <a:pPr algn="l" indent="0" marL="0">
              <a:buNone/>
            </a:pPr>
            <a:r>
              <a:rPr lang="en-US" sz="1238" b="1" dirty="0">
                <a:solidFill>
                  <a:srgbClr val="4A3C33"/>
                </a:solidFill>
                <a:latin typeface="Noto Sans TC" pitchFamily="34" charset="0"/>
                <a:ea typeface="Noto Sans TC" pitchFamily="34" charset="-122"/>
                <a:cs typeface="Noto Sans TC" pitchFamily="34" charset="-120"/>
              </a:rPr>
              <a:t>有人出現在裡面嗎？</a:t>
            </a:r>
            <a:endParaRPr lang="en-US" sz="1238" dirty="0"/>
          </a:p>
        </p:txBody>
      </p:sp>
      <p:sp>
        <p:nvSpPr>
          <p:cNvPr id="12" name="Text 9"/>
          <p:cNvSpPr txBox="1"/>
          <p:nvPr/>
        </p:nvSpPr>
        <p:spPr>
          <a:xfrm>
            <a:off x="4283873" y="4683740"/>
            <a:ext cx="1257026" cy="247620"/>
          </a:xfrm>
          <a:prstGeom prst="rect">
            <a:avLst/>
          </a:prstGeom>
          <a:noFill/>
          <a:ln/>
        </p:spPr>
        <p:txBody>
          <a:bodyPr wrap="square" lIns="0" tIns="0" rIns="0" bIns="0" rtlCol="0" anchor="t"/>
          <a:lstStyle/>
          <a:p>
            <a:pPr algn="l" indent="0" marL="0">
              <a:buNone/>
            </a:pPr>
            <a:r>
              <a:rPr lang="en-US" sz="1238" b="1" dirty="0">
                <a:solidFill>
                  <a:srgbClr val="4A3C33"/>
                </a:solidFill>
                <a:latin typeface="Noto Sans TC" pitchFamily="34" charset="0"/>
                <a:ea typeface="Noto Sans TC" pitchFamily="34" charset="-122"/>
                <a:cs typeface="Noto Sans TC" pitchFamily="34" charset="-120"/>
              </a:rPr>
              <a:t>有製作過程嗎？</a:t>
            </a:r>
            <a:endParaRPr lang="en-US" sz="1238" dirty="0"/>
          </a:p>
        </p:txBody>
      </p:sp>
      <p:sp>
        <p:nvSpPr>
          <p:cNvPr id="13" name="Text 10"/>
          <p:cNvSpPr txBox="1"/>
          <p:nvPr/>
        </p:nvSpPr>
        <p:spPr>
          <a:xfrm>
            <a:off x="1276320" y="5274351"/>
            <a:ext cx="1106515" cy="247620"/>
          </a:xfrm>
          <a:prstGeom prst="rect">
            <a:avLst/>
          </a:prstGeom>
          <a:noFill/>
          <a:ln/>
        </p:spPr>
        <p:txBody>
          <a:bodyPr wrap="square" lIns="0" tIns="0" rIns="0" bIns="0" rtlCol="0" anchor="t"/>
          <a:lstStyle/>
          <a:p>
            <a:pPr algn="l" indent="0" marL="0">
              <a:buNone/>
            </a:pPr>
            <a:r>
              <a:rPr lang="en-US" sz="1238" b="1" dirty="0">
                <a:solidFill>
                  <a:srgbClr val="4A3C33"/>
                </a:solidFill>
                <a:latin typeface="Noto Sans TC" pitchFamily="34" charset="0"/>
                <a:ea typeface="Noto Sans TC" pitchFamily="34" charset="-122"/>
                <a:cs typeface="Noto Sans TC" pitchFamily="34" charset="-120"/>
              </a:rPr>
              <a:t>有 Reels 嗎？</a:t>
            </a:r>
            <a:endParaRPr lang="en-US" sz="1238" dirty="0"/>
          </a:p>
        </p:txBody>
      </p:sp>
      <p:sp>
        <p:nvSpPr>
          <p:cNvPr id="14" name="Text 11"/>
          <p:cNvSpPr txBox="1"/>
          <p:nvPr/>
        </p:nvSpPr>
        <p:spPr>
          <a:xfrm>
            <a:off x="4283873" y="5274351"/>
            <a:ext cx="1257026" cy="247620"/>
          </a:xfrm>
          <a:prstGeom prst="rect">
            <a:avLst/>
          </a:prstGeom>
          <a:noFill/>
          <a:ln/>
        </p:spPr>
        <p:txBody>
          <a:bodyPr wrap="square" lIns="0" tIns="0" rIns="0" bIns="0" rtlCol="0" anchor="t"/>
          <a:lstStyle/>
          <a:p>
            <a:pPr algn="l" indent="0" marL="0">
              <a:buNone/>
            </a:pPr>
            <a:r>
              <a:rPr lang="en-US" sz="1238" b="1" dirty="0">
                <a:solidFill>
                  <a:srgbClr val="4A3C33"/>
                </a:solidFill>
                <a:latin typeface="Noto Sans TC" pitchFamily="34" charset="0"/>
                <a:ea typeface="Noto Sans TC" pitchFamily="34" charset="-122"/>
                <a:cs typeface="Noto Sans TC" pitchFamily="34" charset="-120"/>
              </a:rPr>
              <a:t>有購買方式嗎？</a:t>
            </a:r>
            <a:endParaRPr lang="en-US" sz="1238" dirty="0"/>
          </a:p>
        </p:txBody>
      </p:sp>
      <p:sp>
        <p:nvSpPr>
          <p:cNvPr id="15" name="Text 12"/>
          <p:cNvSpPr txBox="1"/>
          <p:nvPr/>
        </p:nvSpPr>
        <p:spPr>
          <a:xfrm>
            <a:off x="8090063" y="3507090"/>
            <a:ext cx="2322119" cy="781629"/>
          </a:xfrm>
          <a:prstGeom prst="rect">
            <a:avLst/>
          </a:prstGeom>
          <a:noFill/>
          <a:ln/>
        </p:spPr>
        <p:txBody>
          <a:bodyPr wrap="square" lIns="0" tIns="0" rIns="0" bIns="0" rtlCol="0" anchor="t"/>
          <a:lstStyle/>
          <a:p>
            <a:pPr algn="ctr" indent="0" marL="0">
              <a:lnSpc>
                <a:spcPts val="2066"/>
              </a:lnSpc>
              <a:buNone/>
            </a:pPr>
            <a:r>
              <a:rPr lang="en-US" sz="1275" b="1" dirty="0">
                <a:solidFill>
                  <a:srgbClr val="4A3C33"/>
                </a:solidFill>
                <a:latin typeface="Noto Sans TC" pitchFamily="34" charset="0"/>
                <a:ea typeface="Noto Sans TC" pitchFamily="34" charset="-122"/>
                <a:cs typeface="Noto Sans TC" pitchFamily="34" charset="-120"/>
              </a:rPr>
              <a:t> 八個問題裡，</a:t>
            </a:r>
            <a:endParaRPr lang="en-US" sz="1275" dirty="0"/>
          </a:p>
          <a:p>
            <a:pPr algn="ctr" indent="0" marL="0">
              <a:lnSpc>
                <a:spcPts val="2066"/>
              </a:lnSpc>
              <a:buNone/>
            </a:pPr>
            <a:r>
              <a:rPr lang="en-US" sz="1275" b="1" dirty="0">
                <a:solidFill>
                  <a:srgbClr val="4A3C33"/>
                </a:solidFill>
                <a:latin typeface="Noto Sans TC" pitchFamily="34" charset="0"/>
                <a:ea typeface="Noto Sans TC" pitchFamily="34" charset="-122"/>
                <a:cs typeface="Noto Sans TC" pitchFamily="34" charset="-120"/>
              </a:rPr>
              <a:t>如果有五個以上是「✓」，</a:t>
            </a:r>
            <a:endParaRPr lang="en-US" sz="1275" dirty="0"/>
          </a:p>
          <a:p>
            <a:pPr algn="ctr" indent="0" marL="0">
              <a:lnSpc>
                <a:spcPts val="2066"/>
              </a:lnSpc>
              <a:buNone/>
            </a:pPr>
            <a:r>
              <a:rPr lang="en-US" sz="1275" b="1" dirty="0">
                <a:solidFill>
                  <a:srgbClr val="4A3C33"/>
                </a:solidFill>
                <a:latin typeface="Noto Sans TC" pitchFamily="34" charset="0"/>
                <a:ea typeface="Noto Sans TC" pitchFamily="34" charset="-122"/>
                <a:cs typeface="Noto Sans TC" pitchFamily="34" charset="-120"/>
              </a:rPr>
              <a:t> 這個帳號就是</a:t>
            </a:r>
            <a:pPr algn="ctr" indent="0" marL="0">
              <a:lnSpc>
                <a:spcPts val="2066"/>
              </a:lnSpc>
              <a:buNone/>
            </a:pPr>
            <a:r>
              <a:rPr lang="en-US" sz="1275" b="1" dirty="0">
                <a:solidFill>
                  <a:srgbClr val="C05F3C"/>
                </a:solidFill>
                <a:latin typeface="Noto Sans TC" pitchFamily="34" charset="0"/>
                <a:ea typeface="Noto Sans TC" pitchFamily="34" charset="-122"/>
                <a:cs typeface="Noto Sans TC" pitchFamily="34" charset="-120"/>
              </a:rPr>
              <a:t>值得學的對象</a:t>
            </a:r>
            <a:pPr algn="ctr" indent="0" marL="0">
              <a:lnSpc>
                <a:spcPts val="2066"/>
              </a:lnSpc>
              <a:buNone/>
            </a:pPr>
            <a:r>
              <a:rPr lang="en-US" sz="1275" b="1" dirty="0">
                <a:solidFill>
                  <a:srgbClr val="4A3C33"/>
                </a:solidFill>
                <a:latin typeface="Noto Sans TC" pitchFamily="34" charset="0"/>
                <a:ea typeface="Noto Sans TC" pitchFamily="34" charset="-122"/>
                <a:cs typeface="Noto Sans TC" pitchFamily="34" charset="-120"/>
              </a:rPr>
              <a:t>。</a:t>
            </a:r>
            <a:endParaRPr lang="en-US" sz="1275" dirty="0"/>
          </a:p>
        </p:txBody>
      </p:sp>
      <p:sp>
        <p:nvSpPr>
          <p:cNvPr id="16" name="Text 13"/>
          <p:cNvSpPr txBox="1"/>
          <p:nvPr/>
        </p:nvSpPr>
        <p:spPr>
          <a:xfrm>
            <a:off x="9095628" y="4031590"/>
            <a:ext cx="1120780" cy="257221"/>
          </a:xfrm>
          <a:prstGeom prst="rect">
            <a:avLst/>
          </a:prstGeom>
          <a:noFill/>
          <a:ln/>
        </p:spPr>
        <p:txBody>
          <a:bodyPr wrap="square" lIns="0" tIns="0" rIns="0" bIns="0" rtlCol="0" anchor="t"/>
          <a:lstStyle/>
          <a:p>
            <a:pPr algn="ctr" indent="0" marL="0">
              <a:lnSpc>
                <a:spcPts val="2066"/>
              </a:lnSpc>
              <a:buNone/>
            </a:pPr>
            <a:r>
              <a:rPr lang="en-US" sz="1275" b="1" dirty="0">
                <a:solidFill>
                  <a:srgbClr val="C05F3C"/>
                </a:solidFill>
                <a:latin typeface="Noto Sans TC" pitchFamily="34" charset="0"/>
                <a:ea typeface="Noto Sans TC" pitchFamily="34" charset="-122"/>
                <a:cs typeface="Noto Sans TC" pitchFamily="34" charset="-120"/>
              </a:rPr>
              <a:t>值得學的對象</a:t>
            </a:r>
            <a:endParaRPr lang="en-US" sz="1275" dirty="0"/>
          </a:p>
        </p:txBody>
      </p:sp>
      <p:sp>
        <p:nvSpPr>
          <p:cNvPr id="17" name="Text 14"/>
          <p:cNvSpPr txBox="1"/>
          <p:nvPr/>
        </p:nvSpPr>
        <p:spPr>
          <a:xfrm>
            <a:off x="8543331" y="4693890"/>
            <a:ext cx="1415491" cy="209580"/>
          </a:xfrm>
          <a:prstGeom prst="rect">
            <a:avLst/>
          </a:prstGeom>
          <a:noFill/>
          <a:ln/>
        </p:spPr>
        <p:txBody>
          <a:bodyPr wrap="square" lIns="0" tIns="0" rIns="0" bIns="0" rtlCol="0" anchor="t"/>
          <a:lstStyle/>
          <a:p>
            <a:pPr algn="ctr" indent="0" marL="0">
              <a:buNone/>
            </a:pPr>
            <a:r>
              <a:rPr lang="en-US" sz="1050" b="1" spc="105" kern="0" dirty="0">
                <a:solidFill>
                  <a:srgbClr val="9C8B7C"/>
                </a:solidFill>
                <a:latin typeface="Noto Sans TC" pitchFamily="34" charset="0"/>
                <a:ea typeface="Noto Sans TC" pitchFamily="34" charset="-122"/>
                <a:cs typeface="Noto Sans TC" pitchFamily="34" charset="-120"/>
              </a:rPr>
              <a:t>＝ 講義 2 的檢查表</a:t>
            </a:r>
            <a:endParaRPr lang="en-US" sz="1050" dirty="0"/>
          </a:p>
        </p:txBody>
      </p:sp>
      <p:sp>
        <p:nvSpPr>
          <p:cNvPr id="18" name="Text 15"/>
          <p:cNvSpPr txBox="1"/>
          <p:nvPr/>
        </p:nvSpPr>
        <p:spPr>
          <a:xfrm>
            <a:off x="10757550" y="304770"/>
            <a:ext cx="565739" cy="209580"/>
          </a:xfrm>
          <a:prstGeom prst="rect">
            <a:avLst/>
          </a:prstGeom>
          <a:noFill/>
          <a:ln/>
        </p:spPr>
        <p:txBody>
          <a:bodyPr wrap="square" lIns="0" tIns="0" rIns="0" bIns="0" rtlCol="0" anchor="t"/>
          <a:lstStyle/>
          <a:p>
            <a:pPr algn="l" indent="0" marL="0">
              <a:buNone/>
            </a:pPr>
            <a:r>
              <a:rPr lang="en-US" sz="1013" b="1" spc="142" kern="0" dirty="0">
                <a:solidFill>
                  <a:srgbClr val="FBF7F1"/>
                </a:solidFill>
                <a:latin typeface="Noto Sans TC" pitchFamily="34" charset="0"/>
                <a:ea typeface="Noto Sans TC" pitchFamily="34" charset="-122"/>
                <a:cs typeface="Noto Sans TC" pitchFamily="34" charset="-120"/>
              </a:rPr>
              <a:t>講義 2</a:t>
            </a:r>
            <a:endParaRPr lang="en-US" sz="1013" dirty="0"/>
          </a:p>
        </p:txBody>
      </p:sp>
      <p:sp>
        <p:nvSpPr>
          <p:cNvPr id="19" name="Text 16"/>
          <p:cNvSpPr txBox="1"/>
          <p:nvPr/>
        </p:nvSpPr>
        <p:spPr>
          <a:xfrm>
            <a:off x="761970" y="6438930"/>
            <a:ext cx="1338042" cy="200071"/>
          </a:xfrm>
          <a:prstGeom prst="rect">
            <a:avLst/>
          </a:prstGeom>
          <a:noFill/>
          <a:ln/>
        </p:spPr>
        <p:txBody>
          <a:bodyPr wrap="square" lIns="0" tIns="0" rIns="0" bIns="0" rtlCol="0" anchor="t"/>
          <a:lstStyle/>
          <a:p>
            <a:pPr algn="l" indent="0" marL="0">
              <a:buNone/>
            </a:pPr>
            <a:r>
              <a:rPr lang="en-US" sz="938" b="1" spc="56" kern="0" dirty="0">
                <a:solidFill>
                  <a:srgbClr val="9C8B7C"/>
                </a:solidFill>
                <a:latin typeface="Noto Sans TC" pitchFamily="34" charset="0"/>
                <a:ea typeface="Noto Sans TC" pitchFamily="34" charset="-122"/>
                <a:cs typeface="Noto Sans TC" pitchFamily="34" charset="-120"/>
              </a:rPr>
              <a:t>PART 4 · 11:40</a:t>
            </a:r>
            <a:endParaRPr lang="en-US" sz="938" dirty="0"/>
          </a:p>
        </p:txBody>
      </p:sp>
      <p:sp>
        <p:nvSpPr>
          <p:cNvPr id="20" name="Text 17"/>
          <p:cNvSpPr txBox="1"/>
          <p:nvPr/>
        </p:nvSpPr>
        <p:spPr>
          <a:xfrm>
            <a:off x="10922599" y="6438930"/>
            <a:ext cx="562630" cy="200071"/>
          </a:xfrm>
          <a:prstGeom prst="rect">
            <a:avLst/>
          </a:prstGeom>
          <a:noFill/>
          <a:ln/>
        </p:spPr>
        <p:txBody>
          <a:bodyPr wrap="square" lIns="0" tIns="0" rIns="0" bIns="0" rtlCol="0" anchor="t"/>
          <a:lstStyle/>
          <a:p>
            <a:pPr algn="l" indent="0" marL="0">
              <a:buNone/>
            </a:pPr>
            <a:r>
              <a:rPr lang="en-US" sz="938" b="1" spc="56" kern="0" dirty="0">
                <a:solidFill>
                  <a:srgbClr val="9C8B7C"/>
                </a:solidFill>
                <a:latin typeface="Noto Sans TC" pitchFamily="34" charset="0"/>
                <a:ea typeface="Noto Sans TC" pitchFamily="34" charset="-122"/>
                <a:cs typeface="Noto Sans TC" pitchFamily="34" charset="-120"/>
              </a:rPr>
              <a:t>30 / 75</a:t>
            </a:r>
            <a:endParaRPr lang="en-US" sz="938"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BF7F1"/>
        </a:solidFill>
      </p:bgPr>
    </p:bg>
    <p:spTree>
      <p:nvGrpSpPr>
        <p:cNvPr id="1" name=""/>
        <p:cNvGrpSpPr/>
        <p:nvPr/>
      </p:nvGrpSpPr>
      <p:grpSpPr>
        <a:xfrm>
          <a:off x="0" y="0"/>
          <a:ext cx="0" cy="0"/>
          <a:chOff x="0" y="0"/>
          <a:chExt cx="0" cy="0"/>
        </a:xfrm>
      </p:grpSpPr>
      <p:pic>
        <p:nvPicPr>
          <p:cNvPr id="2" name="Image 0" descr="/home/user/gogoeveryday/social-course/export-pptx/build/bg/31.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761970" y="988649"/>
            <a:ext cx="1796430" cy="219090"/>
          </a:xfrm>
          <a:prstGeom prst="rect">
            <a:avLst/>
          </a:prstGeom>
          <a:noFill/>
          <a:ln/>
        </p:spPr>
        <p:txBody>
          <a:bodyPr wrap="square" lIns="0" tIns="0" rIns="0" bIns="0" rtlCol="0" anchor="t"/>
          <a:lstStyle/>
          <a:p>
            <a:pPr algn="l" indent="0" marL="0">
              <a:buNone/>
            </a:pPr>
            <a:r>
              <a:rPr lang="en-US" sz="1125" b="1" spc="225" kern="0" dirty="0">
                <a:solidFill>
                  <a:srgbClr val="8A5A6D"/>
                </a:solidFill>
                <a:latin typeface="Noto Sans TC" pitchFamily="34" charset="0"/>
                <a:ea typeface="Noto Sans TC" pitchFamily="34" charset="-122"/>
                <a:cs typeface="Noto Sans TC" pitchFamily="34" charset="-120"/>
              </a:rPr>
              <a:t>小組活動 · 15 分鐘</a:t>
            </a:r>
            <a:endParaRPr lang="en-US" sz="1125" dirty="0"/>
          </a:p>
        </p:txBody>
      </p:sp>
      <p:sp>
        <p:nvSpPr>
          <p:cNvPr id="4" name="Text 1"/>
          <p:cNvSpPr txBox="1"/>
          <p:nvPr/>
        </p:nvSpPr>
        <p:spPr>
          <a:xfrm>
            <a:off x="761970" y="1293510"/>
            <a:ext cx="3257184" cy="1036290"/>
          </a:xfrm>
          <a:prstGeom prst="rect">
            <a:avLst/>
          </a:prstGeom>
          <a:noFill/>
          <a:ln/>
        </p:spPr>
        <p:txBody>
          <a:bodyPr wrap="square" lIns="0" tIns="0" rIns="0" bIns="0" rtlCol="0" anchor="t"/>
          <a:lstStyle/>
          <a:p>
            <a:pPr algn="l" indent="0" marL="0">
              <a:lnSpc>
                <a:spcPts val="3660"/>
              </a:lnSpc>
              <a:buNone/>
            </a:pPr>
            <a:r>
              <a:rPr lang="en-US" sz="3000" b="1" spc="-60" kern="0" dirty="0">
                <a:solidFill>
                  <a:srgbClr val="241C17"/>
                </a:solidFill>
                <a:latin typeface="Noto Sans TC" pitchFamily="34" charset="0"/>
                <a:ea typeface="Noto Sans TC" pitchFamily="34" charset="-122"/>
                <a:cs typeface="Noto Sans TC" pitchFamily="34" charset="-120"/>
              </a:rPr>
              <a:t>每組看一個品牌，</a:t>
            </a:r>
            <a:endParaRPr lang="en-US" sz="3000" dirty="0"/>
          </a:p>
          <a:p>
            <a:pPr algn="l" indent="0" marL="0">
              <a:lnSpc>
                <a:spcPts val="3660"/>
              </a:lnSpc>
              <a:buNone/>
            </a:pPr>
            <a:r>
              <a:rPr lang="en-US" sz="3000" b="1" spc="-60" kern="0" dirty="0">
                <a:solidFill>
                  <a:srgbClr val="241C17"/>
                </a:solidFill>
                <a:latin typeface="Noto Sans TC" pitchFamily="34" charset="0"/>
                <a:ea typeface="Noto Sans TC" pitchFamily="34" charset="-122"/>
                <a:cs typeface="Noto Sans TC" pitchFamily="34" charset="-120"/>
              </a:rPr>
              <a:t>回答四個問題。</a:t>
            </a:r>
            <a:endParaRPr lang="en-US" sz="3000" dirty="0"/>
          </a:p>
        </p:txBody>
      </p:sp>
      <p:sp>
        <p:nvSpPr>
          <p:cNvPr id="5" name="Text 2"/>
          <p:cNvSpPr txBox="1"/>
          <p:nvPr/>
        </p:nvSpPr>
        <p:spPr>
          <a:xfrm>
            <a:off x="1945386" y="3570823"/>
            <a:ext cx="238293" cy="276240"/>
          </a:xfrm>
          <a:prstGeom prst="rect">
            <a:avLst/>
          </a:prstGeom>
          <a:noFill/>
          <a:ln/>
        </p:spPr>
        <p:txBody>
          <a:bodyPr wrap="square" lIns="0" tIns="0" rIns="0" bIns="0" rtlCol="0" anchor="t"/>
          <a:lstStyle/>
          <a:p>
            <a:pPr algn="ctr" indent="0" marL="0">
              <a:buNone/>
            </a:pPr>
            <a:r>
              <a:rPr lang="en-US" sz="1425" b="1" dirty="0">
                <a:solidFill>
                  <a:srgbClr val="C05F3C"/>
                </a:solidFill>
                <a:latin typeface="Noto Sans TC" pitchFamily="34" charset="0"/>
                <a:ea typeface="Noto Sans TC" pitchFamily="34" charset="-122"/>
                <a:cs typeface="Noto Sans TC" pitchFamily="34" charset="-120"/>
              </a:rPr>
              <a:t>1</a:t>
            </a:r>
            <a:endParaRPr lang="en-US" sz="1425" dirty="0"/>
          </a:p>
        </p:txBody>
      </p:sp>
      <p:sp>
        <p:nvSpPr>
          <p:cNvPr id="6" name="Text 3"/>
          <p:cNvSpPr txBox="1"/>
          <p:nvPr/>
        </p:nvSpPr>
        <p:spPr>
          <a:xfrm>
            <a:off x="1164397" y="3994739"/>
            <a:ext cx="1800179" cy="276240"/>
          </a:xfrm>
          <a:prstGeom prst="rect">
            <a:avLst/>
          </a:prstGeom>
          <a:noFill/>
          <a:ln/>
        </p:spPr>
        <p:txBody>
          <a:bodyPr wrap="square" lIns="0" tIns="0" rIns="0" bIns="0" rtlCol="0" anchor="t"/>
          <a:lstStyle/>
          <a:p>
            <a:pPr algn="ctr" indent="0" marL="0">
              <a:lnSpc>
                <a:spcPts val="2066"/>
              </a:lnSpc>
              <a:buNone/>
            </a:pPr>
            <a:r>
              <a:rPr lang="en-US" sz="1425" b="1" spc="-14" kern="0" dirty="0">
                <a:solidFill>
                  <a:srgbClr val="241C17"/>
                </a:solidFill>
                <a:latin typeface="Noto Sans TC" pitchFamily="34" charset="0"/>
                <a:ea typeface="Noto Sans TC" pitchFamily="34" charset="-122"/>
                <a:cs typeface="Noto Sans TC" pitchFamily="34" charset="-120"/>
              </a:rPr>
              <a:t>我最喜歡它哪一點？</a:t>
            </a:r>
            <a:endParaRPr lang="en-US" sz="1425" dirty="0"/>
          </a:p>
        </p:txBody>
      </p:sp>
      <p:sp>
        <p:nvSpPr>
          <p:cNvPr id="7" name="Text 4"/>
          <p:cNvSpPr txBox="1"/>
          <p:nvPr/>
        </p:nvSpPr>
        <p:spPr>
          <a:xfrm>
            <a:off x="4636191" y="3570823"/>
            <a:ext cx="238293" cy="276240"/>
          </a:xfrm>
          <a:prstGeom prst="rect">
            <a:avLst/>
          </a:prstGeom>
          <a:noFill/>
          <a:ln/>
        </p:spPr>
        <p:txBody>
          <a:bodyPr wrap="square" lIns="0" tIns="0" rIns="0" bIns="0" rtlCol="0" anchor="t"/>
          <a:lstStyle/>
          <a:p>
            <a:pPr algn="ctr" indent="0" marL="0">
              <a:buNone/>
            </a:pPr>
            <a:r>
              <a:rPr lang="en-US" sz="1425" b="1" dirty="0">
                <a:solidFill>
                  <a:srgbClr val="C05F3C"/>
                </a:solidFill>
                <a:latin typeface="Noto Sans TC" pitchFamily="34" charset="0"/>
                <a:ea typeface="Noto Sans TC" pitchFamily="34" charset="-122"/>
                <a:cs typeface="Noto Sans TC" pitchFamily="34" charset="-120"/>
              </a:rPr>
              <a:t>2</a:t>
            </a:r>
            <a:endParaRPr lang="en-US" sz="1425" dirty="0"/>
          </a:p>
        </p:txBody>
      </p:sp>
      <p:sp>
        <p:nvSpPr>
          <p:cNvPr id="8" name="Text 5"/>
          <p:cNvSpPr txBox="1"/>
          <p:nvPr/>
        </p:nvSpPr>
        <p:spPr>
          <a:xfrm>
            <a:off x="3665190" y="3994739"/>
            <a:ext cx="2180112" cy="276240"/>
          </a:xfrm>
          <a:prstGeom prst="rect">
            <a:avLst/>
          </a:prstGeom>
          <a:noFill/>
          <a:ln/>
        </p:spPr>
        <p:txBody>
          <a:bodyPr wrap="square" lIns="0" tIns="0" rIns="0" bIns="0" rtlCol="0" anchor="t"/>
          <a:lstStyle/>
          <a:p>
            <a:pPr algn="ctr" indent="0" marL="0">
              <a:lnSpc>
                <a:spcPts val="2066"/>
              </a:lnSpc>
              <a:buNone/>
            </a:pPr>
            <a:r>
              <a:rPr lang="en-US" sz="1425" b="1" spc="-14" kern="0" dirty="0">
                <a:solidFill>
                  <a:srgbClr val="241C17"/>
                </a:solidFill>
                <a:latin typeface="Noto Sans TC" pitchFamily="34" charset="0"/>
                <a:ea typeface="Noto Sans TC" pitchFamily="34" charset="-122"/>
                <a:cs typeface="Noto Sans TC" pitchFamily="34" charset="-120"/>
              </a:rPr>
              <a:t>哪一篇讓我最想停下來？</a:t>
            </a:r>
            <a:endParaRPr lang="en-US" sz="1425" dirty="0"/>
          </a:p>
        </p:txBody>
      </p:sp>
      <p:sp>
        <p:nvSpPr>
          <p:cNvPr id="9" name="Text 6"/>
          <p:cNvSpPr txBox="1"/>
          <p:nvPr/>
        </p:nvSpPr>
        <p:spPr>
          <a:xfrm>
            <a:off x="7326996" y="3570823"/>
            <a:ext cx="238293" cy="276240"/>
          </a:xfrm>
          <a:prstGeom prst="rect">
            <a:avLst/>
          </a:prstGeom>
          <a:noFill/>
          <a:ln/>
        </p:spPr>
        <p:txBody>
          <a:bodyPr wrap="square" lIns="0" tIns="0" rIns="0" bIns="0" rtlCol="0" anchor="t"/>
          <a:lstStyle/>
          <a:p>
            <a:pPr algn="ctr" indent="0" marL="0">
              <a:buNone/>
            </a:pPr>
            <a:r>
              <a:rPr lang="en-US" sz="1425" b="1" dirty="0">
                <a:solidFill>
                  <a:srgbClr val="C05F3C"/>
                </a:solidFill>
                <a:latin typeface="Noto Sans TC" pitchFamily="34" charset="0"/>
                <a:ea typeface="Noto Sans TC" pitchFamily="34" charset="-122"/>
                <a:cs typeface="Noto Sans TC" pitchFamily="34" charset="-120"/>
              </a:rPr>
              <a:t>3</a:t>
            </a:r>
            <a:endParaRPr lang="en-US" sz="1425" dirty="0"/>
          </a:p>
        </p:txBody>
      </p:sp>
      <p:sp>
        <p:nvSpPr>
          <p:cNvPr id="10" name="Text 7"/>
          <p:cNvSpPr txBox="1"/>
          <p:nvPr/>
        </p:nvSpPr>
        <p:spPr>
          <a:xfrm>
            <a:off x="7020855" y="3994739"/>
            <a:ext cx="850666" cy="276240"/>
          </a:xfrm>
          <a:prstGeom prst="rect">
            <a:avLst/>
          </a:prstGeom>
          <a:noFill/>
          <a:ln/>
        </p:spPr>
        <p:txBody>
          <a:bodyPr wrap="square" lIns="0" tIns="0" rIns="0" bIns="0" rtlCol="0" anchor="t"/>
          <a:lstStyle/>
          <a:p>
            <a:pPr algn="ctr" indent="0" marL="0">
              <a:lnSpc>
                <a:spcPts val="2066"/>
              </a:lnSpc>
              <a:buNone/>
            </a:pPr>
            <a:r>
              <a:rPr lang="en-US" sz="1425" b="1" spc="-14" kern="0" dirty="0">
                <a:solidFill>
                  <a:srgbClr val="241C17"/>
                </a:solidFill>
                <a:latin typeface="Noto Sans TC" pitchFamily="34" charset="0"/>
                <a:ea typeface="Noto Sans TC" pitchFamily="34" charset="-122"/>
                <a:cs typeface="Noto Sans TC" pitchFamily="34" charset="-120"/>
              </a:rPr>
              <a:t>為什麼？</a:t>
            </a:r>
            <a:endParaRPr lang="en-US" sz="1425" dirty="0"/>
          </a:p>
        </p:txBody>
      </p:sp>
      <p:sp>
        <p:nvSpPr>
          <p:cNvPr id="11" name="Text 8"/>
          <p:cNvSpPr txBox="1"/>
          <p:nvPr/>
        </p:nvSpPr>
        <p:spPr>
          <a:xfrm>
            <a:off x="10017801" y="3570823"/>
            <a:ext cx="238293" cy="276240"/>
          </a:xfrm>
          <a:prstGeom prst="rect">
            <a:avLst/>
          </a:prstGeom>
          <a:noFill/>
          <a:ln/>
        </p:spPr>
        <p:txBody>
          <a:bodyPr wrap="square" lIns="0" tIns="0" rIns="0" bIns="0" rtlCol="0" anchor="t"/>
          <a:lstStyle/>
          <a:p>
            <a:pPr algn="ctr" indent="0" marL="0">
              <a:buNone/>
            </a:pPr>
            <a:r>
              <a:rPr lang="en-US" sz="1425" b="1" dirty="0">
                <a:solidFill>
                  <a:srgbClr val="C05F3C"/>
                </a:solidFill>
                <a:latin typeface="Noto Sans TC" pitchFamily="34" charset="0"/>
                <a:ea typeface="Noto Sans TC" pitchFamily="34" charset="-122"/>
                <a:cs typeface="Noto Sans TC" pitchFamily="34" charset="-120"/>
              </a:rPr>
              <a:t>4</a:t>
            </a:r>
            <a:endParaRPr lang="en-US" sz="1425" dirty="0"/>
          </a:p>
        </p:txBody>
      </p:sp>
      <p:sp>
        <p:nvSpPr>
          <p:cNvPr id="12" name="Text 9"/>
          <p:cNvSpPr txBox="1"/>
          <p:nvPr/>
        </p:nvSpPr>
        <p:spPr>
          <a:xfrm>
            <a:off x="9046891" y="3994739"/>
            <a:ext cx="2180112" cy="276240"/>
          </a:xfrm>
          <a:prstGeom prst="rect">
            <a:avLst/>
          </a:prstGeom>
          <a:noFill/>
          <a:ln/>
        </p:spPr>
        <p:txBody>
          <a:bodyPr wrap="square" lIns="0" tIns="0" rIns="0" bIns="0" rtlCol="0" anchor="t"/>
          <a:lstStyle/>
          <a:p>
            <a:pPr algn="ctr" indent="0" marL="0">
              <a:lnSpc>
                <a:spcPts val="2066"/>
              </a:lnSpc>
              <a:buNone/>
            </a:pPr>
            <a:r>
              <a:rPr lang="en-US" sz="1425" b="1" spc="-14" kern="0" dirty="0">
                <a:solidFill>
                  <a:srgbClr val="241C17"/>
                </a:solidFill>
                <a:latin typeface="Noto Sans TC" pitchFamily="34" charset="0"/>
                <a:ea typeface="Noto Sans TC" pitchFamily="34" charset="-122"/>
                <a:cs typeface="Noto Sans TC" pitchFamily="34" charset="-120"/>
              </a:rPr>
              <a:t>有什麼是我也做得到的？</a:t>
            </a:r>
            <a:endParaRPr lang="en-US" sz="1425" dirty="0"/>
          </a:p>
        </p:txBody>
      </p:sp>
      <p:sp>
        <p:nvSpPr>
          <p:cNvPr id="13" name="Text 10"/>
          <p:cNvSpPr txBox="1"/>
          <p:nvPr/>
        </p:nvSpPr>
        <p:spPr>
          <a:xfrm>
            <a:off x="1704990" y="5019050"/>
            <a:ext cx="3439424" cy="515539"/>
          </a:xfrm>
          <a:prstGeom prst="rect">
            <a:avLst/>
          </a:prstGeom>
          <a:noFill/>
          <a:ln/>
        </p:spPr>
        <p:txBody>
          <a:bodyPr wrap="square" lIns="0" tIns="0" rIns="0" bIns="0" rtlCol="0" anchor="t"/>
          <a:lstStyle/>
          <a:p>
            <a:pPr algn="l" indent="0" marL="0">
              <a:lnSpc>
                <a:spcPts val="2034"/>
              </a:lnSpc>
              <a:buNone/>
            </a:pPr>
            <a:r>
              <a:rPr lang="en-US" sz="1313" b="1" dirty="0">
                <a:solidFill>
                  <a:srgbClr val="4A3C33"/>
                </a:solidFill>
                <a:latin typeface="Noto Sans TC" pitchFamily="34" charset="0"/>
                <a:ea typeface="Noto Sans TC" pitchFamily="34" charset="-122"/>
                <a:cs typeface="Noto Sans TC" pitchFamily="34" charset="-120"/>
              </a:rPr>
              <a:t>分組方式：</a:t>
            </a:r>
            <a:pPr algn="l" indent="0" marL="0">
              <a:lnSpc>
                <a:spcPts val="2034"/>
              </a:lnSpc>
              <a:buNone/>
            </a:pPr>
            <a:r>
              <a:rPr lang="en-US" sz="1313" b="1" dirty="0">
                <a:solidFill>
                  <a:srgbClr val="4A3C33"/>
                </a:solidFill>
                <a:latin typeface="Noto Sans TC" pitchFamily="34" charset="0"/>
                <a:ea typeface="Noto Sans TC" pitchFamily="34" charset="-122"/>
                <a:cs typeface="Noto Sans TC" pitchFamily="34" charset="-120"/>
              </a:rPr>
              <a:t>3–4 人一組，一組看一個帳號。</a:t>
            </a:r>
            <a:endParaRPr lang="en-US" sz="1313" dirty="0"/>
          </a:p>
          <a:p>
            <a:pPr algn="l" indent="0" marL="0">
              <a:lnSpc>
                <a:spcPts val="2034"/>
              </a:lnSpc>
              <a:buNone/>
            </a:pPr>
            <a:r>
              <a:rPr lang="en-US" sz="1313" b="1" dirty="0">
                <a:solidFill>
                  <a:srgbClr val="4A3C33"/>
                </a:solidFill>
                <a:latin typeface="Noto Sans TC" pitchFamily="34" charset="0"/>
                <a:ea typeface="Noto Sans TC" pitchFamily="34" charset="-122"/>
                <a:cs typeface="Noto Sans TC" pitchFamily="34" charset="-120"/>
              </a:rPr>
              <a:t> 討論 10 分鐘，每組派一人分享 1 分鐘。</a:t>
            </a:r>
            <a:endParaRPr lang="en-US" sz="1313" dirty="0"/>
          </a:p>
        </p:txBody>
      </p:sp>
      <p:sp>
        <p:nvSpPr>
          <p:cNvPr id="14" name="Text 11"/>
          <p:cNvSpPr txBox="1"/>
          <p:nvPr/>
        </p:nvSpPr>
        <p:spPr>
          <a:xfrm>
            <a:off x="1704990" y="5019050"/>
            <a:ext cx="974293" cy="257221"/>
          </a:xfrm>
          <a:prstGeom prst="rect">
            <a:avLst/>
          </a:prstGeom>
          <a:noFill/>
          <a:ln/>
        </p:spPr>
        <p:txBody>
          <a:bodyPr wrap="square" lIns="0" tIns="0" rIns="0" bIns="0" rtlCol="0" anchor="t"/>
          <a:lstStyle/>
          <a:p>
            <a:pPr algn="l" indent="0" marL="0">
              <a:lnSpc>
                <a:spcPts val="2034"/>
              </a:lnSpc>
              <a:buNone/>
            </a:pPr>
            <a:r>
              <a:rPr lang="en-US" sz="1313" b="1" dirty="0">
                <a:solidFill>
                  <a:srgbClr val="4A3C33"/>
                </a:solidFill>
                <a:latin typeface="Noto Sans TC" pitchFamily="34" charset="0"/>
                <a:ea typeface="Noto Sans TC" pitchFamily="34" charset="-122"/>
                <a:cs typeface="Noto Sans TC" pitchFamily="34" charset="-120"/>
              </a:rPr>
              <a:t>分組方式：</a:t>
            </a:r>
            <a:endParaRPr lang="en-US" sz="1313" dirty="0"/>
          </a:p>
        </p:txBody>
      </p:sp>
      <p:sp>
        <p:nvSpPr>
          <p:cNvPr id="15" name="Text 12"/>
          <p:cNvSpPr txBox="1"/>
          <p:nvPr/>
        </p:nvSpPr>
        <p:spPr>
          <a:xfrm>
            <a:off x="7038960" y="5019050"/>
            <a:ext cx="3271266" cy="515539"/>
          </a:xfrm>
          <a:prstGeom prst="rect">
            <a:avLst/>
          </a:prstGeom>
          <a:noFill/>
          <a:ln/>
        </p:spPr>
        <p:txBody>
          <a:bodyPr wrap="square" lIns="0" tIns="0" rIns="0" bIns="0" rtlCol="0" anchor="t"/>
          <a:lstStyle/>
          <a:p>
            <a:pPr algn="l" indent="0" marL="0">
              <a:lnSpc>
                <a:spcPts val="2034"/>
              </a:lnSpc>
              <a:buNone/>
            </a:pPr>
            <a:r>
              <a:rPr lang="en-US" sz="1313" b="1" dirty="0">
                <a:solidFill>
                  <a:srgbClr val="4A3C33"/>
                </a:solidFill>
                <a:latin typeface="Noto Sans TC" pitchFamily="34" charset="0"/>
                <a:ea typeface="Noto Sans TC" pitchFamily="34" charset="-122"/>
                <a:cs typeface="Noto Sans TC" pitchFamily="34" charset="-120"/>
              </a:rPr>
              <a:t>講師提醒：</a:t>
            </a:r>
            <a:pPr algn="l" indent="0" marL="0">
              <a:lnSpc>
                <a:spcPts val="2034"/>
              </a:lnSpc>
              <a:buNone/>
            </a:pPr>
            <a:r>
              <a:rPr lang="en-US" sz="1313" b="1" dirty="0">
                <a:solidFill>
                  <a:srgbClr val="4A3C33"/>
                </a:solidFill>
                <a:latin typeface="Noto Sans TC" pitchFamily="34" charset="0"/>
                <a:ea typeface="Noto Sans TC" pitchFamily="34" charset="-122"/>
                <a:cs typeface="Noto Sans TC" pitchFamily="34" charset="-120"/>
              </a:rPr>
              <a:t>第 4 題最重要。</a:t>
            </a:r>
            <a:endParaRPr lang="en-US" sz="1313" dirty="0"/>
          </a:p>
          <a:p>
            <a:pPr algn="l" indent="0" marL="0">
              <a:lnSpc>
                <a:spcPts val="2034"/>
              </a:lnSpc>
              <a:buNone/>
            </a:pPr>
            <a:r>
              <a:rPr lang="en-US" sz="1313" b="1" dirty="0">
                <a:solidFill>
                  <a:srgbClr val="4A3C33"/>
                </a:solidFill>
                <a:latin typeface="Noto Sans TC" pitchFamily="34" charset="0"/>
                <a:ea typeface="Noto Sans TC" pitchFamily="34" charset="-122"/>
                <a:cs typeface="Noto Sans TC" pitchFamily="34" charset="-120"/>
              </a:rPr>
              <a:t> 一定要問出「我也做得到」的那一件事。</a:t>
            </a:r>
            <a:endParaRPr lang="en-US" sz="1313" dirty="0"/>
          </a:p>
        </p:txBody>
      </p:sp>
      <p:sp>
        <p:nvSpPr>
          <p:cNvPr id="16" name="Text 13"/>
          <p:cNvSpPr txBox="1"/>
          <p:nvPr/>
        </p:nvSpPr>
        <p:spPr>
          <a:xfrm>
            <a:off x="7038960" y="5019050"/>
            <a:ext cx="974293" cy="257221"/>
          </a:xfrm>
          <a:prstGeom prst="rect">
            <a:avLst/>
          </a:prstGeom>
          <a:noFill/>
          <a:ln/>
        </p:spPr>
        <p:txBody>
          <a:bodyPr wrap="square" lIns="0" tIns="0" rIns="0" bIns="0" rtlCol="0" anchor="t"/>
          <a:lstStyle/>
          <a:p>
            <a:pPr algn="l" indent="0" marL="0">
              <a:lnSpc>
                <a:spcPts val="2034"/>
              </a:lnSpc>
              <a:buNone/>
            </a:pPr>
            <a:r>
              <a:rPr lang="en-US" sz="1313" b="1" dirty="0">
                <a:solidFill>
                  <a:srgbClr val="4A3C33"/>
                </a:solidFill>
                <a:latin typeface="Noto Sans TC" pitchFamily="34" charset="0"/>
                <a:ea typeface="Noto Sans TC" pitchFamily="34" charset="-122"/>
                <a:cs typeface="Noto Sans TC" pitchFamily="34" charset="-120"/>
              </a:rPr>
              <a:t>講師提醒：</a:t>
            </a:r>
            <a:endParaRPr lang="en-US" sz="1313" dirty="0"/>
          </a:p>
        </p:txBody>
      </p:sp>
      <p:sp>
        <p:nvSpPr>
          <p:cNvPr id="17" name="Text 14"/>
          <p:cNvSpPr txBox="1"/>
          <p:nvPr/>
        </p:nvSpPr>
        <p:spPr>
          <a:xfrm>
            <a:off x="10605486" y="304770"/>
            <a:ext cx="717804" cy="209580"/>
          </a:xfrm>
          <a:prstGeom prst="rect">
            <a:avLst/>
          </a:prstGeom>
          <a:noFill/>
          <a:ln/>
        </p:spPr>
        <p:txBody>
          <a:bodyPr wrap="square" lIns="0" tIns="0" rIns="0" bIns="0" rtlCol="0" anchor="t"/>
          <a:lstStyle/>
          <a:p>
            <a:pPr algn="l" indent="0" marL="0">
              <a:buNone/>
            </a:pPr>
            <a:r>
              <a:rPr lang="en-US" sz="1013" b="1" spc="142" kern="0" dirty="0">
                <a:solidFill>
                  <a:srgbClr val="FBF7F1"/>
                </a:solidFill>
                <a:latin typeface="Noto Sans TC" pitchFamily="34" charset="0"/>
                <a:ea typeface="Noto Sans TC" pitchFamily="34" charset="-122"/>
                <a:cs typeface="Noto Sans TC" pitchFamily="34" charset="-120"/>
              </a:rPr>
              <a:t>小組活動</a:t>
            </a:r>
            <a:endParaRPr lang="en-US" sz="1013" dirty="0"/>
          </a:p>
        </p:txBody>
      </p:sp>
      <p:sp>
        <p:nvSpPr>
          <p:cNvPr id="18" name="Text 15"/>
          <p:cNvSpPr txBox="1"/>
          <p:nvPr/>
        </p:nvSpPr>
        <p:spPr>
          <a:xfrm>
            <a:off x="761970" y="6438930"/>
            <a:ext cx="1338042" cy="200071"/>
          </a:xfrm>
          <a:prstGeom prst="rect">
            <a:avLst/>
          </a:prstGeom>
          <a:noFill/>
          <a:ln/>
        </p:spPr>
        <p:txBody>
          <a:bodyPr wrap="square" lIns="0" tIns="0" rIns="0" bIns="0" rtlCol="0" anchor="t"/>
          <a:lstStyle/>
          <a:p>
            <a:pPr algn="l" indent="0" marL="0">
              <a:buNone/>
            </a:pPr>
            <a:r>
              <a:rPr lang="en-US" sz="938" b="1" spc="56" kern="0" dirty="0">
                <a:solidFill>
                  <a:srgbClr val="9C8B7C"/>
                </a:solidFill>
                <a:latin typeface="Noto Sans TC" pitchFamily="34" charset="0"/>
                <a:ea typeface="Noto Sans TC" pitchFamily="34" charset="-122"/>
                <a:cs typeface="Noto Sans TC" pitchFamily="34" charset="-120"/>
              </a:rPr>
              <a:t>PART 4 · 11:45</a:t>
            </a:r>
            <a:endParaRPr lang="en-US" sz="938" dirty="0"/>
          </a:p>
        </p:txBody>
      </p:sp>
      <p:sp>
        <p:nvSpPr>
          <p:cNvPr id="19" name="Text 16"/>
          <p:cNvSpPr txBox="1"/>
          <p:nvPr/>
        </p:nvSpPr>
        <p:spPr>
          <a:xfrm>
            <a:off x="10922599" y="6438930"/>
            <a:ext cx="562630" cy="200071"/>
          </a:xfrm>
          <a:prstGeom prst="rect">
            <a:avLst/>
          </a:prstGeom>
          <a:noFill/>
          <a:ln/>
        </p:spPr>
        <p:txBody>
          <a:bodyPr wrap="square" lIns="0" tIns="0" rIns="0" bIns="0" rtlCol="0" anchor="t"/>
          <a:lstStyle/>
          <a:p>
            <a:pPr algn="l" indent="0" marL="0">
              <a:buNone/>
            </a:pPr>
            <a:r>
              <a:rPr lang="en-US" sz="938" b="1" spc="56" kern="0" dirty="0">
                <a:solidFill>
                  <a:srgbClr val="9C8B7C"/>
                </a:solidFill>
                <a:latin typeface="Noto Sans TC" pitchFamily="34" charset="0"/>
                <a:ea typeface="Noto Sans TC" pitchFamily="34" charset="-122"/>
                <a:cs typeface="Noto Sans TC" pitchFamily="34" charset="-120"/>
              </a:rPr>
              <a:t>31 / 75</a:t>
            </a:r>
            <a:endParaRPr lang="en-US" sz="938"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BF7F1"/>
        </a:solidFill>
      </p:bgPr>
    </p:bg>
    <p:spTree>
      <p:nvGrpSpPr>
        <p:cNvPr id="1" name=""/>
        <p:cNvGrpSpPr/>
        <p:nvPr/>
      </p:nvGrpSpPr>
      <p:grpSpPr>
        <a:xfrm>
          <a:off x="0" y="0"/>
          <a:ext cx="0" cy="0"/>
          <a:chOff x="0" y="0"/>
          <a:chExt cx="0" cy="0"/>
        </a:xfrm>
      </p:grpSpPr>
      <p:pic>
        <p:nvPicPr>
          <p:cNvPr id="2" name="Image 0" descr="/home/user/gogoeveryday/social-course/export-pptx/build/bg/32.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876270" y="1701241"/>
            <a:ext cx="1321857" cy="209580"/>
          </a:xfrm>
          <a:prstGeom prst="rect">
            <a:avLst/>
          </a:prstGeom>
          <a:noFill/>
          <a:ln/>
        </p:spPr>
        <p:txBody>
          <a:bodyPr wrap="square" lIns="0" tIns="0" rIns="0" bIns="0" rtlCol="0" anchor="t"/>
          <a:lstStyle/>
          <a:p>
            <a:pPr algn="l" indent="0" marL="0">
              <a:buNone/>
            </a:pPr>
            <a:r>
              <a:rPr lang="en-US" sz="1050" b="1" spc="189" kern="0" dirty="0">
                <a:solidFill>
                  <a:srgbClr val="D99A4E"/>
                </a:solidFill>
                <a:latin typeface="Noto Sans TC" pitchFamily="34" charset="0"/>
                <a:ea typeface="Noto Sans TC" pitchFamily="34" charset="-122"/>
                <a:cs typeface="Noto Sans TC" pitchFamily="34" charset="-120"/>
              </a:rPr>
              <a:t>12:00 – 13:00</a:t>
            </a:r>
            <a:endParaRPr lang="en-US" sz="1050" dirty="0"/>
          </a:p>
        </p:txBody>
      </p:sp>
      <p:sp>
        <p:nvSpPr>
          <p:cNvPr id="4" name="Text 1"/>
          <p:cNvSpPr txBox="1"/>
          <p:nvPr/>
        </p:nvSpPr>
        <p:spPr>
          <a:xfrm>
            <a:off x="876270" y="1901312"/>
            <a:ext cx="2200961" cy="1543050"/>
          </a:xfrm>
          <a:prstGeom prst="rect">
            <a:avLst/>
          </a:prstGeom>
          <a:noFill/>
          <a:ln/>
        </p:spPr>
        <p:txBody>
          <a:bodyPr wrap="square" lIns="0" tIns="0" rIns="0" bIns="0" rtlCol="0" anchor="t"/>
          <a:lstStyle/>
          <a:p>
            <a:pPr algn="l" indent="0" marL="0">
              <a:lnSpc>
                <a:spcPts val="8250"/>
              </a:lnSpc>
              <a:buNone/>
            </a:pPr>
            <a:r>
              <a:rPr lang="en-US" sz="8250" b="1" spc="-413" kern="0" dirty="0">
                <a:solidFill>
                  <a:srgbClr val="FFFFFF"/>
                </a:solidFill>
                <a:latin typeface="Noto Sans TC" pitchFamily="34" charset="0"/>
                <a:ea typeface="Noto Sans TC" pitchFamily="34" charset="-122"/>
                <a:cs typeface="Noto Sans TC" pitchFamily="34" charset="-120"/>
              </a:rPr>
              <a:t>午休</a:t>
            </a:r>
            <a:endParaRPr lang="en-US" sz="8250" dirty="0"/>
          </a:p>
        </p:txBody>
      </p:sp>
      <p:sp>
        <p:nvSpPr>
          <p:cNvPr id="5" name="Text 2"/>
          <p:cNvSpPr txBox="1"/>
          <p:nvPr/>
        </p:nvSpPr>
        <p:spPr>
          <a:xfrm>
            <a:off x="876270" y="2977561"/>
            <a:ext cx="3244383" cy="647670"/>
          </a:xfrm>
          <a:prstGeom prst="rect">
            <a:avLst/>
          </a:prstGeom>
          <a:noFill/>
          <a:ln/>
        </p:spPr>
        <p:txBody>
          <a:bodyPr wrap="square" lIns="0" tIns="0" rIns="0" bIns="0" rtlCol="0" anchor="t"/>
          <a:lstStyle/>
          <a:p>
            <a:pPr algn="l" indent="0" marL="0">
              <a:buNone/>
            </a:pPr>
            <a:r>
              <a:rPr lang="en-US" sz="3450" b="1" spc="-103" kern="0" dirty="0">
                <a:solidFill>
                  <a:srgbClr val="FFFFFF"/>
                </a:solidFill>
                <a:latin typeface="Noto Sans TC" pitchFamily="34" charset="0"/>
                <a:ea typeface="Noto Sans TC" pitchFamily="34" charset="-122"/>
                <a:cs typeface="Noto Sans TC" pitchFamily="34" charset="-120"/>
              </a:rPr>
              <a:t>下午開始動手做</a:t>
            </a:r>
            <a:endParaRPr lang="en-US" sz="3450" dirty="0"/>
          </a:p>
        </p:txBody>
      </p:sp>
      <p:sp>
        <p:nvSpPr>
          <p:cNvPr id="6" name="Text 3"/>
          <p:cNvSpPr txBox="1"/>
          <p:nvPr/>
        </p:nvSpPr>
        <p:spPr>
          <a:xfrm>
            <a:off x="876270" y="3987241"/>
            <a:ext cx="3695273" cy="944758"/>
          </a:xfrm>
          <a:prstGeom prst="rect">
            <a:avLst/>
          </a:prstGeom>
          <a:noFill/>
          <a:ln/>
        </p:spPr>
        <p:txBody>
          <a:bodyPr wrap="square" lIns="0" tIns="0" rIns="0" bIns="0" rtlCol="0" anchor="t"/>
          <a:lstStyle/>
          <a:p>
            <a:pPr algn="l" indent="0" marL="0">
              <a:lnSpc>
                <a:spcPts val="2520"/>
              </a:lnSpc>
              <a:buNone/>
            </a:pPr>
            <a:r>
              <a:rPr lang="en-US" sz="1575" dirty="0">
                <a:solidFill>
                  <a:srgbClr val="FFFFFF"/>
                </a:solidFill>
                <a:latin typeface="Noto Sans TC" pitchFamily="34" charset="0"/>
                <a:ea typeface="Noto Sans TC" pitchFamily="34" charset="-122"/>
                <a:cs typeface="Noto Sans TC" pitchFamily="34" charset="-120"/>
              </a:rPr>
              <a:t> 吃飯前先做一件事：</a:t>
            </a:r>
            <a:endParaRPr lang="en-US" sz="1575" dirty="0"/>
          </a:p>
          <a:p>
            <a:pPr algn="l" indent="0" marL="0">
              <a:lnSpc>
                <a:spcPts val="2520"/>
              </a:lnSpc>
              <a:buNone/>
            </a:pPr>
            <a:r>
              <a:rPr lang="en-US" sz="1575" dirty="0">
                <a:solidFill>
                  <a:srgbClr val="FFFFFF"/>
                </a:solidFill>
                <a:latin typeface="Noto Sans TC" pitchFamily="34" charset="0"/>
                <a:ea typeface="Noto Sans TC" pitchFamily="34" charset="-122"/>
                <a:cs typeface="Noto Sans TC" pitchFamily="34" charset="-120"/>
              </a:rPr>
              <a:t> 想想看，如果今天下午要發一篇貼文，</a:t>
            </a:r>
            <a:endParaRPr lang="en-US" sz="1575" dirty="0"/>
          </a:p>
          <a:p>
            <a:pPr algn="l" indent="0" marL="0">
              <a:lnSpc>
                <a:spcPts val="2520"/>
              </a:lnSpc>
              <a:buNone/>
            </a:pPr>
            <a:r>
              <a:rPr lang="en-US" sz="1575" dirty="0">
                <a:solidFill>
                  <a:srgbClr val="FFFFFF"/>
                </a:solidFill>
                <a:latin typeface="Noto Sans TC" pitchFamily="34" charset="0"/>
                <a:ea typeface="Noto Sans TC" pitchFamily="34" charset="-122"/>
                <a:cs typeface="Noto Sans TC" pitchFamily="34" charset="-120"/>
              </a:rPr>
              <a:t>你會發什麼？拍什麼照片？</a:t>
            </a:r>
            <a:endParaRPr lang="en-US" sz="1575" dirty="0"/>
          </a:p>
        </p:txBody>
      </p:sp>
      <p:sp>
        <p:nvSpPr>
          <p:cNvPr id="7" name="Text 4"/>
          <p:cNvSpPr txBox="1"/>
          <p:nvPr/>
        </p:nvSpPr>
        <p:spPr>
          <a:xfrm>
            <a:off x="761970" y="6438930"/>
            <a:ext cx="1589593" cy="200071"/>
          </a:xfrm>
          <a:prstGeom prst="rect">
            <a:avLst/>
          </a:prstGeom>
          <a:noFill/>
          <a:ln/>
        </p:spPr>
        <p:txBody>
          <a:bodyPr wrap="square" lIns="0" tIns="0" rIns="0" bIns="0" rtlCol="0" anchor="t"/>
          <a:lstStyle/>
          <a:p>
            <a:pPr algn="l" indent="0" marL="0">
              <a:buNone/>
            </a:pPr>
            <a:r>
              <a:rPr lang="en-US" sz="938" b="1" spc="56" kern="0" dirty="0">
                <a:solidFill>
                  <a:srgbClr val="FFFFFF"/>
                </a:solidFill>
                <a:latin typeface="Noto Sans TC" pitchFamily="34" charset="0"/>
                <a:ea typeface="Noto Sans TC" pitchFamily="34" charset="-122"/>
                <a:cs typeface="Noto Sans TC" pitchFamily="34" charset="-120"/>
              </a:rPr>
              <a:t>午休 · 12:00–13:00</a:t>
            </a:r>
            <a:endParaRPr lang="en-US" sz="938" dirty="0"/>
          </a:p>
        </p:txBody>
      </p:sp>
      <p:sp>
        <p:nvSpPr>
          <p:cNvPr id="8" name="Text 5"/>
          <p:cNvSpPr txBox="1"/>
          <p:nvPr/>
        </p:nvSpPr>
        <p:spPr>
          <a:xfrm>
            <a:off x="10922599" y="6438930"/>
            <a:ext cx="562630" cy="200071"/>
          </a:xfrm>
          <a:prstGeom prst="rect">
            <a:avLst/>
          </a:prstGeom>
          <a:noFill/>
          <a:ln/>
        </p:spPr>
        <p:txBody>
          <a:bodyPr wrap="square" lIns="0" tIns="0" rIns="0" bIns="0" rtlCol="0" anchor="t"/>
          <a:lstStyle/>
          <a:p>
            <a:pPr algn="l" indent="0" marL="0">
              <a:buNone/>
            </a:pPr>
            <a:r>
              <a:rPr lang="en-US" sz="938" b="1" spc="56" kern="0" dirty="0">
                <a:solidFill>
                  <a:srgbClr val="FFFFFF"/>
                </a:solidFill>
                <a:latin typeface="Noto Sans TC" pitchFamily="34" charset="0"/>
                <a:ea typeface="Noto Sans TC" pitchFamily="34" charset="-122"/>
                <a:cs typeface="Noto Sans TC" pitchFamily="34" charset="-120"/>
              </a:rPr>
              <a:t>32 / 75</a:t>
            </a:r>
            <a:endParaRPr lang="en-US" sz="938"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BF7F1"/>
        </a:solidFill>
      </p:bgPr>
    </p:bg>
    <p:spTree>
      <p:nvGrpSpPr>
        <p:cNvPr id="1" name=""/>
        <p:cNvGrpSpPr/>
        <p:nvPr/>
      </p:nvGrpSpPr>
      <p:grpSpPr>
        <a:xfrm>
          <a:off x="0" y="0"/>
          <a:ext cx="0" cy="0"/>
          <a:chOff x="0" y="0"/>
          <a:chExt cx="0" cy="0"/>
        </a:xfrm>
      </p:grpSpPr>
      <p:pic>
        <p:nvPicPr>
          <p:cNvPr id="2" name="Image 0" descr="/home/user/gogoeveryday/social-course/export-pptx/build/bg/33.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876270" y="1373520"/>
            <a:ext cx="2230862" cy="209580"/>
          </a:xfrm>
          <a:prstGeom prst="rect">
            <a:avLst/>
          </a:prstGeom>
          <a:noFill/>
          <a:ln/>
        </p:spPr>
        <p:txBody>
          <a:bodyPr wrap="square" lIns="0" tIns="0" rIns="0" bIns="0" rtlCol="0" anchor="t"/>
          <a:lstStyle/>
          <a:p>
            <a:pPr algn="l" indent="0" marL="0">
              <a:buNone/>
            </a:pPr>
            <a:r>
              <a:rPr lang="en-US" sz="1050" b="1" spc="189" kern="0" dirty="0">
                <a:solidFill>
                  <a:srgbClr val="D99A4E"/>
                </a:solidFill>
                <a:latin typeface="Noto Sans TC" pitchFamily="34" charset="0"/>
                <a:ea typeface="Noto Sans TC" pitchFamily="34" charset="-122"/>
                <a:cs typeface="Noto Sans TC" pitchFamily="34" charset="-120"/>
              </a:rPr>
              <a:t>13:00 – 13:45 ｜ PART 5</a:t>
            </a:r>
            <a:endParaRPr lang="en-US" sz="1050" dirty="0"/>
          </a:p>
        </p:txBody>
      </p:sp>
      <p:sp>
        <p:nvSpPr>
          <p:cNvPr id="4" name="Text 1"/>
          <p:cNvSpPr txBox="1"/>
          <p:nvPr/>
        </p:nvSpPr>
        <p:spPr>
          <a:xfrm>
            <a:off x="876270" y="1487820"/>
            <a:ext cx="1726662" cy="2086021"/>
          </a:xfrm>
          <a:prstGeom prst="rect">
            <a:avLst/>
          </a:prstGeom>
          <a:noFill/>
          <a:ln/>
        </p:spPr>
        <p:txBody>
          <a:bodyPr wrap="square" lIns="0" tIns="0" rIns="0" bIns="0" rtlCol="0" anchor="t"/>
          <a:lstStyle/>
          <a:p>
            <a:pPr algn="l" indent="0" marL="0">
              <a:lnSpc>
                <a:spcPts val="11250"/>
              </a:lnSpc>
              <a:buNone/>
            </a:pPr>
            <a:r>
              <a:rPr lang="en-US" sz="11250" b="1" spc="-563" kern="0" dirty="0">
                <a:solidFill>
                  <a:srgbClr val="FFFFFF"/>
                </a:solidFill>
                <a:latin typeface="Noto Sans TC" pitchFamily="34" charset="0"/>
                <a:ea typeface="Noto Sans TC" pitchFamily="34" charset="-122"/>
                <a:cs typeface="Noto Sans TC" pitchFamily="34" charset="-120"/>
              </a:rPr>
              <a:t>05</a:t>
            </a:r>
            <a:endParaRPr lang="en-US" sz="11250" dirty="0"/>
          </a:p>
        </p:txBody>
      </p:sp>
      <p:sp>
        <p:nvSpPr>
          <p:cNvPr id="5" name="Text 2"/>
          <p:cNvSpPr txBox="1"/>
          <p:nvPr/>
        </p:nvSpPr>
        <p:spPr>
          <a:xfrm>
            <a:off x="876270" y="3030870"/>
            <a:ext cx="2284628" cy="1562070"/>
          </a:xfrm>
          <a:prstGeom prst="rect">
            <a:avLst/>
          </a:prstGeom>
          <a:noFill/>
          <a:ln/>
        </p:spPr>
        <p:txBody>
          <a:bodyPr wrap="square" lIns="0" tIns="0" rIns="0" bIns="0" rtlCol="0" anchor="t"/>
          <a:lstStyle/>
          <a:p>
            <a:pPr algn="l" indent="0" marL="0">
              <a:buNone/>
            </a:pPr>
            <a:r>
              <a:rPr lang="en-US" sz="4200" b="1" spc="-126" kern="0" dirty="0">
                <a:solidFill>
                  <a:srgbClr val="FFFFFF"/>
                </a:solidFill>
                <a:latin typeface="Noto Sans TC" pitchFamily="34" charset="0"/>
                <a:ea typeface="Noto Sans TC" pitchFamily="34" charset="-122"/>
                <a:cs typeface="Noto Sans TC" pitchFamily="34" charset="-120"/>
              </a:rPr>
              <a:t>不同平台</a:t>
            </a:r>
            <a:endParaRPr lang="en-US" sz="4200" dirty="0"/>
          </a:p>
          <a:p>
            <a:pPr algn="l" indent="0" marL="0">
              <a:buNone/>
            </a:pPr>
            <a:r>
              <a:rPr lang="en-US" sz="4200" b="1" spc="-126" kern="0" dirty="0">
                <a:solidFill>
                  <a:srgbClr val="FFFFFF"/>
                </a:solidFill>
                <a:latin typeface="Noto Sans TC" pitchFamily="34" charset="0"/>
                <a:ea typeface="Noto Sans TC" pitchFamily="34" charset="-122"/>
                <a:cs typeface="Noto Sans TC" pitchFamily="34" charset="-120"/>
              </a:rPr>
              <a:t>怎麼發？</a:t>
            </a:r>
            <a:endParaRPr lang="en-US" sz="4200" dirty="0"/>
          </a:p>
        </p:txBody>
      </p:sp>
      <p:sp>
        <p:nvSpPr>
          <p:cNvPr id="6" name="Text 3"/>
          <p:cNvSpPr txBox="1"/>
          <p:nvPr/>
        </p:nvSpPr>
        <p:spPr>
          <a:xfrm>
            <a:off x="876270" y="4954951"/>
            <a:ext cx="4763841" cy="304770"/>
          </a:xfrm>
          <a:prstGeom prst="rect">
            <a:avLst/>
          </a:prstGeom>
          <a:noFill/>
          <a:ln/>
        </p:spPr>
        <p:txBody>
          <a:bodyPr wrap="square" lIns="0" tIns="0" rIns="0" bIns="0" rtlCol="0" anchor="t"/>
          <a:lstStyle/>
          <a:p>
            <a:pPr algn="l" indent="0" marL="0">
              <a:lnSpc>
                <a:spcPts val="2520"/>
              </a:lnSpc>
              <a:buNone/>
            </a:pPr>
            <a:r>
              <a:rPr lang="en-US" sz="1575" dirty="0">
                <a:solidFill>
                  <a:srgbClr val="FFFFFF"/>
                </a:solidFill>
                <a:latin typeface="Noto Sans TC" pitchFamily="34" charset="0"/>
                <a:ea typeface="Noto Sans TC" pitchFamily="34" charset="-122"/>
                <a:cs typeface="Noto Sans TC" pitchFamily="34" charset="-120"/>
              </a:rPr>
              <a:t>同一個商品，在 FB、IG、LINE 上要換三種寫法。</a:t>
            </a:r>
            <a:endParaRPr lang="en-US" sz="1575" dirty="0"/>
          </a:p>
        </p:txBody>
      </p:sp>
      <p:sp>
        <p:nvSpPr>
          <p:cNvPr id="7" name="Text 4"/>
          <p:cNvSpPr txBox="1"/>
          <p:nvPr/>
        </p:nvSpPr>
        <p:spPr>
          <a:xfrm>
            <a:off x="761970" y="6438930"/>
            <a:ext cx="1791035" cy="200071"/>
          </a:xfrm>
          <a:prstGeom prst="rect">
            <a:avLst/>
          </a:prstGeom>
          <a:noFill/>
          <a:ln/>
        </p:spPr>
        <p:txBody>
          <a:bodyPr wrap="square" lIns="0" tIns="0" rIns="0" bIns="0" rtlCol="0" anchor="t"/>
          <a:lstStyle/>
          <a:p>
            <a:pPr algn="l" indent="0" marL="0">
              <a:buNone/>
            </a:pPr>
            <a:r>
              <a:rPr lang="en-US" sz="938" b="1" spc="56" kern="0" dirty="0">
                <a:solidFill>
                  <a:srgbClr val="FFFFFF"/>
                </a:solidFill>
                <a:latin typeface="Noto Sans TC" pitchFamily="34" charset="0"/>
                <a:ea typeface="Noto Sans TC" pitchFamily="34" charset="-122"/>
                <a:cs typeface="Noto Sans TC" pitchFamily="34" charset="-120"/>
              </a:rPr>
              <a:t>PART 5 · 13:00–13:45</a:t>
            </a:r>
            <a:endParaRPr lang="en-US" sz="938" dirty="0"/>
          </a:p>
        </p:txBody>
      </p:sp>
      <p:sp>
        <p:nvSpPr>
          <p:cNvPr id="8" name="Text 5"/>
          <p:cNvSpPr txBox="1"/>
          <p:nvPr/>
        </p:nvSpPr>
        <p:spPr>
          <a:xfrm>
            <a:off x="10922599" y="6438930"/>
            <a:ext cx="562630" cy="200071"/>
          </a:xfrm>
          <a:prstGeom prst="rect">
            <a:avLst/>
          </a:prstGeom>
          <a:noFill/>
          <a:ln/>
        </p:spPr>
        <p:txBody>
          <a:bodyPr wrap="square" lIns="0" tIns="0" rIns="0" bIns="0" rtlCol="0" anchor="t"/>
          <a:lstStyle/>
          <a:p>
            <a:pPr algn="l" indent="0" marL="0">
              <a:buNone/>
            </a:pPr>
            <a:r>
              <a:rPr lang="en-US" sz="938" b="1" spc="56" kern="0" dirty="0">
                <a:solidFill>
                  <a:srgbClr val="FFFFFF"/>
                </a:solidFill>
                <a:latin typeface="Noto Sans TC" pitchFamily="34" charset="0"/>
                <a:ea typeface="Noto Sans TC" pitchFamily="34" charset="-122"/>
                <a:cs typeface="Noto Sans TC" pitchFamily="34" charset="-120"/>
              </a:rPr>
              <a:t>33 / 75</a:t>
            </a:r>
            <a:endParaRPr lang="en-US" sz="938"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BF7F1"/>
        </a:solidFill>
      </p:bgPr>
    </p:bg>
    <p:spTree>
      <p:nvGrpSpPr>
        <p:cNvPr id="1" name=""/>
        <p:cNvGrpSpPr/>
        <p:nvPr/>
      </p:nvGrpSpPr>
      <p:grpSpPr>
        <a:xfrm>
          <a:off x="0" y="0"/>
          <a:ext cx="0" cy="0"/>
          <a:chOff x="0" y="0"/>
          <a:chExt cx="0" cy="0"/>
        </a:xfrm>
      </p:grpSpPr>
      <p:pic>
        <p:nvPicPr>
          <p:cNvPr id="2" name="Image 0" descr="/home/user/gogoeveryday/social-course/export-pptx/build/bg/34.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2999049" y="397215"/>
            <a:ext cx="1544879" cy="219090"/>
          </a:xfrm>
          <a:prstGeom prst="rect">
            <a:avLst/>
          </a:prstGeom>
          <a:noFill/>
          <a:ln/>
        </p:spPr>
        <p:txBody>
          <a:bodyPr wrap="square" lIns="0" tIns="0" rIns="0" bIns="0" rtlCol="0" anchor="t"/>
          <a:lstStyle/>
          <a:p>
            <a:pPr algn="ctr" indent="0" marL="0">
              <a:buNone/>
            </a:pPr>
            <a:r>
              <a:rPr lang="en-US" sz="1125" b="1" spc="225" kern="0" dirty="0">
                <a:solidFill>
                  <a:srgbClr val="C05F3C"/>
                </a:solidFill>
                <a:latin typeface="Noto Sans TC" pitchFamily="34" charset="0"/>
                <a:ea typeface="Noto Sans TC" pitchFamily="34" charset="-122"/>
                <a:cs typeface="Noto Sans TC" pitchFamily="34" charset="-120"/>
              </a:rPr>
              <a:t>下午的第一個問題</a:t>
            </a:r>
            <a:endParaRPr lang="en-US" sz="1125" dirty="0"/>
          </a:p>
        </p:txBody>
      </p:sp>
      <p:sp>
        <p:nvSpPr>
          <p:cNvPr id="4" name="Text 1"/>
          <p:cNvSpPr txBox="1"/>
          <p:nvPr/>
        </p:nvSpPr>
        <p:spPr>
          <a:xfrm>
            <a:off x="2859237" y="701985"/>
            <a:ext cx="6482913" cy="542971"/>
          </a:xfrm>
          <a:prstGeom prst="rect">
            <a:avLst/>
          </a:prstGeom>
          <a:noFill/>
          <a:ln/>
        </p:spPr>
        <p:txBody>
          <a:bodyPr wrap="square" lIns="0" tIns="0" rIns="0" bIns="0" rtlCol="0" anchor="t"/>
          <a:lstStyle/>
          <a:p>
            <a:pPr algn="ctr" indent="0" marL="0">
              <a:lnSpc>
                <a:spcPts val="3477"/>
              </a:lnSpc>
              <a:buNone/>
            </a:pPr>
            <a:r>
              <a:rPr lang="en-US" sz="2850" b="1" spc="-57" kern="0" dirty="0">
                <a:solidFill>
                  <a:srgbClr val="7A6A5D"/>
                </a:solidFill>
                <a:latin typeface="Noto Sans TC" pitchFamily="34" charset="0"/>
                <a:ea typeface="Noto Sans TC" pitchFamily="34" charset="-122"/>
                <a:cs typeface="Noto Sans TC" pitchFamily="34" charset="-120"/>
              </a:rPr>
              <a:t> 同一段內容，可以三個平台全部貼嗎？</a:t>
            </a:r>
            <a:endParaRPr lang="en-US" sz="2850" dirty="0"/>
          </a:p>
        </p:txBody>
      </p:sp>
      <p:sp>
        <p:nvSpPr>
          <p:cNvPr id="5" name="Text 2"/>
          <p:cNvSpPr txBox="1"/>
          <p:nvPr/>
        </p:nvSpPr>
        <p:spPr>
          <a:xfrm>
            <a:off x="3215122" y="1295979"/>
            <a:ext cx="5771327" cy="1504097"/>
          </a:xfrm>
          <a:prstGeom prst="rect">
            <a:avLst/>
          </a:prstGeom>
          <a:noFill/>
          <a:ln/>
        </p:spPr>
        <p:txBody>
          <a:bodyPr wrap="square" lIns="0" tIns="0" rIns="0" bIns="0" rtlCol="0" anchor="t"/>
          <a:lstStyle/>
          <a:p>
            <a:pPr algn="ctr" indent="0" marL="0">
              <a:lnSpc>
                <a:spcPts val="5394"/>
              </a:lnSpc>
              <a:buNone/>
            </a:pPr>
            <a:r>
              <a:rPr lang="en-US" sz="4350" b="1" spc="-130" kern="0" dirty="0">
                <a:solidFill>
                  <a:srgbClr val="241C17"/>
                </a:solidFill>
                <a:latin typeface="Noto Sans TC" pitchFamily="34" charset="0"/>
                <a:ea typeface="Noto Sans TC" pitchFamily="34" charset="-122"/>
                <a:cs typeface="Noto Sans TC" pitchFamily="34" charset="-120"/>
              </a:rPr>
              <a:t>可以，</a:t>
            </a:r>
            <a:endParaRPr lang="en-US" sz="4350" dirty="0"/>
          </a:p>
          <a:p>
            <a:pPr algn="ctr" indent="0" marL="0">
              <a:lnSpc>
                <a:spcPts val="5394"/>
              </a:lnSpc>
              <a:buNone/>
            </a:pPr>
            <a:r>
              <a:rPr lang="en-US" sz="4350" b="1" spc="-130" kern="0" dirty="0">
                <a:solidFill>
                  <a:srgbClr val="241C17"/>
                </a:solidFill>
                <a:latin typeface="Noto Sans TC" pitchFamily="34" charset="0"/>
                <a:ea typeface="Noto Sans TC" pitchFamily="34" charset="-122"/>
                <a:cs typeface="Noto Sans TC" pitchFamily="34" charset="-120"/>
              </a:rPr>
              <a:t>但不要直接複製貼上。</a:t>
            </a:r>
            <a:endParaRPr lang="en-US" sz="4350" dirty="0"/>
          </a:p>
        </p:txBody>
      </p:sp>
      <p:sp>
        <p:nvSpPr>
          <p:cNvPr id="6" name="Text 3"/>
          <p:cNvSpPr txBox="1"/>
          <p:nvPr/>
        </p:nvSpPr>
        <p:spPr>
          <a:xfrm>
            <a:off x="1957365" y="3885011"/>
            <a:ext cx="1073048" cy="304770"/>
          </a:xfrm>
          <a:prstGeom prst="rect">
            <a:avLst/>
          </a:prstGeom>
          <a:noFill/>
          <a:ln/>
        </p:spPr>
        <p:txBody>
          <a:bodyPr wrap="square" lIns="0" tIns="0" rIns="0" bIns="0" rtlCol="0" anchor="t"/>
          <a:lstStyle/>
          <a:p>
            <a:pPr algn="ctr" indent="0" marL="0">
              <a:buNone/>
            </a:pPr>
            <a:r>
              <a:rPr lang="en-US" sz="1575" b="1" spc="-16" kern="0" dirty="0">
                <a:solidFill>
                  <a:srgbClr val="241C17"/>
                </a:solidFill>
                <a:latin typeface="Noto Sans TC" pitchFamily="34" charset="0"/>
                <a:ea typeface="Noto Sans TC" pitchFamily="34" charset="-122"/>
                <a:cs typeface="Noto Sans TC" pitchFamily="34" charset="-120"/>
              </a:rPr>
              <a:t>Facebook</a:t>
            </a:r>
            <a:endParaRPr lang="en-US" sz="1575" dirty="0"/>
          </a:p>
        </p:txBody>
      </p:sp>
      <p:sp>
        <p:nvSpPr>
          <p:cNvPr id="7" name="Text 4"/>
          <p:cNvSpPr txBox="1"/>
          <p:nvPr/>
        </p:nvSpPr>
        <p:spPr>
          <a:xfrm>
            <a:off x="1698864" y="4256441"/>
            <a:ext cx="1590142" cy="502188"/>
          </a:xfrm>
          <a:prstGeom prst="rect">
            <a:avLst/>
          </a:prstGeom>
          <a:noFill/>
          <a:ln/>
        </p:spPr>
        <p:txBody>
          <a:bodyPr wrap="square" lIns="0" tIns="0" rIns="0" bIns="0" rtlCol="0" anchor="t"/>
          <a:lstStyle/>
          <a:p>
            <a:pPr algn="ctr" indent="0" marL="0">
              <a:lnSpc>
                <a:spcPts val="2005"/>
              </a:lnSpc>
              <a:buNone/>
            </a:pPr>
            <a:r>
              <a:rPr lang="en-US" sz="1238" dirty="0">
                <a:solidFill>
                  <a:srgbClr val="4A3C33"/>
                </a:solidFill>
                <a:latin typeface="Noto Sans TC" pitchFamily="34" charset="0"/>
                <a:ea typeface="Noto Sans TC" pitchFamily="34" charset="-122"/>
                <a:cs typeface="Noto Sans TC" pitchFamily="34" charset="-120"/>
              </a:rPr>
              <a:t>坐在沙發上，</a:t>
            </a:r>
            <a:endParaRPr lang="en-US" sz="1238" dirty="0"/>
          </a:p>
          <a:p>
            <a:pPr algn="ctr" indent="0" marL="0">
              <a:lnSpc>
                <a:spcPts val="2005"/>
              </a:lnSpc>
              <a:buNone/>
            </a:pPr>
            <a:r>
              <a:rPr lang="en-US" sz="1238" dirty="0">
                <a:solidFill>
                  <a:srgbClr val="4A3C33"/>
                </a:solidFill>
                <a:latin typeface="Noto Sans TC" pitchFamily="34" charset="0"/>
                <a:ea typeface="Noto Sans TC" pitchFamily="34" charset="-122"/>
                <a:cs typeface="Noto Sans TC" pitchFamily="34" charset="-120"/>
              </a:rPr>
              <a:t>願意看比較長的內容</a:t>
            </a:r>
            <a:endParaRPr lang="en-US" sz="1238" dirty="0"/>
          </a:p>
        </p:txBody>
      </p:sp>
      <p:sp>
        <p:nvSpPr>
          <p:cNvPr id="8" name="Text 5"/>
          <p:cNvSpPr txBox="1"/>
          <p:nvPr/>
        </p:nvSpPr>
        <p:spPr>
          <a:xfrm>
            <a:off x="5535778" y="3885011"/>
            <a:ext cx="1129650" cy="304770"/>
          </a:xfrm>
          <a:prstGeom prst="rect">
            <a:avLst/>
          </a:prstGeom>
          <a:noFill/>
          <a:ln/>
        </p:spPr>
        <p:txBody>
          <a:bodyPr wrap="square" lIns="0" tIns="0" rIns="0" bIns="0" rtlCol="0" anchor="t"/>
          <a:lstStyle/>
          <a:p>
            <a:pPr algn="ctr" indent="0" marL="0">
              <a:buNone/>
            </a:pPr>
            <a:r>
              <a:rPr lang="en-US" sz="1575" b="1" spc="-16" kern="0" dirty="0">
                <a:solidFill>
                  <a:srgbClr val="241C17"/>
                </a:solidFill>
                <a:latin typeface="Noto Sans TC" pitchFamily="34" charset="0"/>
                <a:ea typeface="Noto Sans TC" pitchFamily="34" charset="-122"/>
                <a:cs typeface="Noto Sans TC" pitchFamily="34" charset="-120"/>
              </a:rPr>
              <a:t>Instagram</a:t>
            </a:r>
            <a:endParaRPr lang="en-US" sz="1575" dirty="0"/>
          </a:p>
        </p:txBody>
      </p:sp>
      <p:sp>
        <p:nvSpPr>
          <p:cNvPr id="9" name="Text 6"/>
          <p:cNvSpPr txBox="1"/>
          <p:nvPr/>
        </p:nvSpPr>
        <p:spPr>
          <a:xfrm>
            <a:off x="5138928" y="4256441"/>
            <a:ext cx="1923440" cy="502188"/>
          </a:xfrm>
          <a:prstGeom prst="rect">
            <a:avLst/>
          </a:prstGeom>
          <a:noFill/>
          <a:ln/>
        </p:spPr>
        <p:txBody>
          <a:bodyPr wrap="square" lIns="0" tIns="0" rIns="0" bIns="0" rtlCol="0" anchor="t"/>
          <a:lstStyle/>
          <a:p>
            <a:pPr algn="ctr" indent="0" marL="0">
              <a:lnSpc>
                <a:spcPts val="2005"/>
              </a:lnSpc>
              <a:buNone/>
            </a:pPr>
            <a:r>
              <a:rPr lang="en-US" sz="1238" dirty="0">
                <a:solidFill>
                  <a:srgbClr val="4A3C33"/>
                </a:solidFill>
                <a:latin typeface="Noto Sans TC" pitchFamily="34" charset="0"/>
                <a:ea typeface="Noto Sans TC" pitchFamily="34" charset="-122"/>
                <a:cs typeface="Noto Sans TC" pitchFamily="34" charset="-120"/>
              </a:rPr>
              <a:t>手指一直滑，</a:t>
            </a:r>
            <a:endParaRPr lang="en-US" sz="1238" dirty="0"/>
          </a:p>
          <a:p>
            <a:pPr algn="ctr" indent="0" marL="0">
              <a:lnSpc>
                <a:spcPts val="2005"/>
              </a:lnSpc>
              <a:buNone/>
            </a:pPr>
            <a:r>
              <a:rPr lang="en-US" sz="1238" dirty="0">
                <a:solidFill>
                  <a:srgbClr val="4A3C33"/>
                </a:solidFill>
                <a:latin typeface="Noto Sans TC" pitchFamily="34" charset="0"/>
                <a:ea typeface="Noto Sans TC" pitchFamily="34" charset="-122"/>
                <a:cs typeface="Noto Sans TC" pitchFamily="34" charset="-120"/>
              </a:rPr>
              <a:t>先看圖片才決定要不要停</a:t>
            </a:r>
            <a:endParaRPr lang="en-US" sz="1238" dirty="0"/>
          </a:p>
        </p:txBody>
      </p:sp>
      <p:sp>
        <p:nvSpPr>
          <p:cNvPr id="10" name="Text 7"/>
          <p:cNvSpPr txBox="1"/>
          <p:nvPr/>
        </p:nvSpPr>
        <p:spPr>
          <a:xfrm>
            <a:off x="9418503" y="3885011"/>
            <a:ext cx="577901" cy="304770"/>
          </a:xfrm>
          <a:prstGeom prst="rect">
            <a:avLst/>
          </a:prstGeom>
          <a:noFill/>
          <a:ln/>
        </p:spPr>
        <p:txBody>
          <a:bodyPr wrap="square" lIns="0" tIns="0" rIns="0" bIns="0" rtlCol="0" anchor="t"/>
          <a:lstStyle/>
          <a:p>
            <a:pPr algn="ctr" indent="0" marL="0">
              <a:buNone/>
            </a:pPr>
            <a:r>
              <a:rPr lang="en-US" sz="1575" b="1" spc="-16" kern="0" dirty="0">
                <a:solidFill>
                  <a:srgbClr val="241C17"/>
                </a:solidFill>
                <a:latin typeface="Noto Sans TC" pitchFamily="34" charset="0"/>
                <a:ea typeface="Noto Sans TC" pitchFamily="34" charset="-122"/>
                <a:cs typeface="Noto Sans TC" pitchFamily="34" charset="-120"/>
              </a:rPr>
              <a:t>LINE</a:t>
            </a:r>
            <a:endParaRPr lang="en-US" sz="1575" dirty="0"/>
          </a:p>
        </p:txBody>
      </p:sp>
      <p:sp>
        <p:nvSpPr>
          <p:cNvPr id="11" name="Text 8"/>
          <p:cNvSpPr txBox="1"/>
          <p:nvPr/>
        </p:nvSpPr>
        <p:spPr>
          <a:xfrm>
            <a:off x="8829081" y="4256441"/>
            <a:ext cx="1756745" cy="502188"/>
          </a:xfrm>
          <a:prstGeom prst="rect">
            <a:avLst/>
          </a:prstGeom>
          <a:noFill/>
          <a:ln/>
        </p:spPr>
        <p:txBody>
          <a:bodyPr wrap="square" lIns="0" tIns="0" rIns="0" bIns="0" rtlCol="0" anchor="t"/>
          <a:lstStyle/>
          <a:p>
            <a:pPr algn="ctr" indent="0" marL="0">
              <a:lnSpc>
                <a:spcPts val="2005"/>
              </a:lnSpc>
              <a:buNone/>
            </a:pPr>
            <a:r>
              <a:rPr lang="en-US" sz="1238" dirty="0">
                <a:solidFill>
                  <a:srgbClr val="4A3C33"/>
                </a:solidFill>
                <a:latin typeface="Noto Sans TC" pitchFamily="34" charset="0"/>
                <a:ea typeface="Noto Sans TC" pitchFamily="34" charset="-122"/>
                <a:cs typeface="Noto Sans TC" pitchFamily="34" charset="-120"/>
              </a:rPr>
              <a:t>正在忙，</a:t>
            </a:r>
            <a:endParaRPr lang="en-US" sz="1238" dirty="0"/>
          </a:p>
          <a:p>
            <a:pPr algn="ctr" indent="0" marL="0">
              <a:lnSpc>
                <a:spcPts val="2005"/>
              </a:lnSpc>
              <a:buNone/>
            </a:pPr>
            <a:r>
              <a:rPr lang="en-US" sz="1238" dirty="0">
                <a:solidFill>
                  <a:srgbClr val="4A3C33"/>
                </a:solidFill>
                <a:latin typeface="Noto Sans TC" pitchFamily="34" charset="0"/>
                <a:ea typeface="Noto Sans TC" pitchFamily="34" charset="-122"/>
                <a:cs typeface="Noto Sans TC" pitchFamily="34" charset="-120"/>
              </a:rPr>
              <a:t>只想知道重點跟怎麼買</a:t>
            </a:r>
            <a:endParaRPr lang="en-US" sz="1238" dirty="0"/>
          </a:p>
        </p:txBody>
      </p:sp>
      <p:sp>
        <p:nvSpPr>
          <p:cNvPr id="12" name="Text 9"/>
          <p:cNvSpPr txBox="1"/>
          <p:nvPr/>
        </p:nvSpPr>
        <p:spPr>
          <a:xfrm>
            <a:off x="4711355" y="5536966"/>
            <a:ext cx="3321741" cy="590520"/>
          </a:xfrm>
          <a:prstGeom prst="rect">
            <a:avLst/>
          </a:prstGeom>
          <a:noFill/>
          <a:ln/>
        </p:spPr>
        <p:txBody>
          <a:bodyPr wrap="square" lIns="0" tIns="0" rIns="0" bIns="0" rtlCol="0" anchor="t"/>
          <a:lstStyle/>
          <a:p>
            <a:pPr algn="ctr" indent="0" marL="0">
              <a:lnSpc>
                <a:spcPts val="2325"/>
              </a:lnSpc>
              <a:buNone/>
            </a:pPr>
            <a:r>
              <a:rPr lang="en-US" sz="1500" b="1" dirty="0">
                <a:solidFill>
                  <a:srgbClr val="4A3C33"/>
                </a:solidFill>
                <a:latin typeface="Noto Sans TC" pitchFamily="34" charset="0"/>
                <a:ea typeface="Noto Sans TC" pitchFamily="34" charset="-122"/>
                <a:cs typeface="Noto Sans TC" pitchFamily="34" charset="-120"/>
              </a:rPr>
              <a:t>因為</a:t>
            </a:r>
            <a:pPr algn="ctr" indent="0" marL="0">
              <a:lnSpc>
                <a:spcPts val="2325"/>
              </a:lnSpc>
              <a:buNone/>
            </a:pPr>
            <a:r>
              <a:rPr lang="en-US" sz="1500" b="1" dirty="0">
                <a:solidFill>
                  <a:srgbClr val="C05F3C"/>
                </a:solidFill>
                <a:latin typeface="Noto Sans TC" pitchFamily="34" charset="0"/>
                <a:ea typeface="Noto Sans TC" pitchFamily="34" charset="-122"/>
                <a:cs typeface="Noto Sans TC" pitchFamily="34" charset="-120"/>
              </a:rPr>
              <a:t>使用平台時的情境不一樣</a:t>
            </a:r>
            <a:pPr algn="ctr" indent="0" marL="0">
              <a:lnSpc>
                <a:spcPts val="2325"/>
              </a:lnSpc>
              <a:buNone/>
            </a:pPr>
            <a:r>
              <a:rPr lang="en-US" sz="1500" b="1" dirty="0">
                <a:solidFill>
                  <a:srgbClr val="4A3C33"/>
                </a:solidFill>
                <a:latin typeface="Noto Sans TC" pitchFamily="34" charset="0"/>
                <a:ea typeface="Noto Sans TC" pitchFamily="34" charset="-122"/>
                <a:cs typeface="Noto Sans TC" pitchFamily="34" charset="-120"/>
              </a:rPr>
              <a:t>，</a:t>
            </a:r>
            <a:endParaRPr lang="en-US" sz="1500" dirty="0"/>
          </a:p>
          <a:p>
            <a:pPr algn="ctr" indent="0" marL="0">
              <a:lnSpc>
                <a:spcPts val="2325"/>
              </a:lnSpc>
              <a:buNone/>
            </a:pPr>
            <a:r>
              <a:rPr lang="en-US" sz="1500" b="1" dirty="0">
                <a:solidFill>
                  <a:srgbClr val="4A3C33"/>
                </a:solidFill>
                <a:latin typeface="Noto Sans TC" pitchFamily="34" charset="0"/>
                <a:ea typeface="Noto Sans TC" pitchFamily="34" charset="-122"/>
                <a:cs typeface="Noto Sans TC" pitchFamily="34" charset="-120"/>
              </a:rPr>
              <a:t> 同一句話在三個地方的效果差很多。</a:t>
            </a:r>
            <a:endParaRPr lang="en-US" sz="1500" dirty="0"/>
          </a:p>
        </p:txBody>
      </p:sp>
      <p:sp>
        <p:nvSpPr>
          <p:cNvPr id="13" name="Text 10"/>
          <p:cNvSpPr txBox="1"/>
          <p:nvPr/>
        </p:nvSpPr>
        <p:spPr>
          <a:xfrm>
            <a:off x="5311384" y="5536966"/>
            <a:ext cx="2312060" cy="295260"/>
          </a:xfrm>
          <a:prstGeom prst="rect">
            <a:avLst/>
          </a:prstGeom>
          <a:noFill/>
          <a:ln/>
        </p:spPr>
        <p:txBody>
          <a:bodyPr wrap="square" lIns="0" tIns="0" rIns="0" bIns="0" rtlCol="0" anchor="t"/>
          <a:lstStyle/>
          <a:p>
            <a:pPr algn="ctr" indent="0" marL="0">
              <a:lnSpc>
                <a:spcPts val="2325"/>
              </a:lnSpc>
              <a:buNone/>
            </a:pPr>
            <a:r>
              <a:rPr lang="en-US" sz="1500" b="1" dirty="0">
                <a:solidFill>
                  <a:srgbClr val="C05F3C"/>
                </a:solidFill>
                <a:latin typeface="Noto Sans TC" pitchFamily="34" charset="0"/>
                <a:ea typeface="Noto Sans TC" pitchFamily="34" charset="-122"/>
                <a:cs typeface="Noto Sans TC" pitchFamily="34" charset="-120"/>
              </a:rPr>
              <a:t>使用平台時的情境不一樣</a:t>
            </a:r>
            <a:endParaRPr lang="en-US" sz="1500" dirty="0"/>
          </a:p>
        </p:txBody>
      </p:sp>
      <p:sp>
        <p:nvSpPr>
          <p:cNvPr id="14" name="Text 11"/>
          <p:cNvSpPr txBox="1"/>
          <p:nvPr/>
        </p:nvSpPr>
        <p:spPr>
          <a:xfrm>
            <a:off x="761970" y="6438930"/>
            <a:ext cx="1338042" cy="200071"/>
          </a:xfrm>
          <a:prstGeom prst="rect">
            <a:avLst/>
          </a:prstGeom>
          <a:noFill/>
          <a:ln/>
        </p:spPr>
        <p:txBody>
          <a:bodyPr wrap="square" lIns="0" tIns="0" rIns="0" bIns="0" rtlCol="0" anchor="t"/>
          <a:lstStyle/>
          <a:p>
            <a:pPr algn="l" indent="0" marL="0">
              <a:buNone/>
            </a:pPr>
            <a:r>
              <a:rPr lang="en-US" sz="938" b="1" spc="56" kern="0" dirty="0">
                <a:solidFill>
                  <a:srgbClr val="9C8B7C"/>
                </a:solidFill>
                <a:latin typeface="Noto Sans TC" pitchFamily="34" charset="0"/>
                <a:ea typeface="Noto Sans TC" pitchFamily="34" charset="-122"/>
                <a:cs typeface="Noto Sans TC" pitchFamily="34" charset="-120"/>
              </a:rPr>
              <a:t>PART 5 · 13:00</a:t>
            </a:r>
            <a:endParaRPr lang="en-US" sz="938" dirty="0"/>
          </a:p>
        </p:txBody>
      </p:sp>
      <p:sp>
        <p:nvSpPr>
          <p:cNvPr id="15" name="Text 12"/>
          <p:cNvSpPr txBox="1"/>
          <p:nvPr/>
        </p:nvSpPr>
        <p:spPr>
          <a:xfrm>
            <a:off x="10922599" y="6438930"/>
            <a:ext cx="562630" cy="200071"/>
          </a:xfrm>
          <a:prstGeom prst="rect">
            <a:avLst/>
          </a:prstGeom>
          <a:noFill/>
          <a:ln/>
        </p:spPr>
        <p:txBody>
          <a:bodyPr wrap="square" lIns="0" tIns="0" rIns="0" bIns="0" rtlCol="0" anchor="t"/>
          <a:lstStyle/>
          <a:p>
            <a:pPr algn="l" indent="0" marL="0">
              <a:buNone/>
            </a:pPr>
            <a:r>
              <a:rPr lang="en-US" sz="938" b="1" spc="56" kern="0" dirty="0">
                <a:solidFill>
                  <a:srgbClr val="9C8B7C"/>
                </a:solidFill>
                <a:latin typeface="Noto Sans TC" pitchFamily="34" charset="0"/>
                <a:ea typeface="Noto Sans TC" pitchFamily="34" charset="-122"/>
                <a:cs typeface="Noto Sans TC" pitchFamily="34" charset="-120"/>
              </a:rPr>
              <a:t>34 / 75</a:t>
            </a:r>
            <a:endParaRPr lang="en-US" sz="938"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BF7F1"/>
        </a:solidFill>
      </p:bgPr>
    </p:bg>
    <p:spTree>
      <p:nvGrpSpPr>
        <p:cNvPr id="1" name=""/>
        <p:cNvGrpSpPr/>
        <p:nvPr/>
      </p:nvGrpSpPr>
      <p:grpSpPr>
        <a:xfrm>
          <a:off x="0" y="0"/>
          <a:ext cx="0" cy="0"/>
          <a:chOff x="0" y="0"/>
          <a:chExt cx="0" cy="0"/>
        </a:xfrm>
      </p:grpSpPr>
      <p:pic>
        <p:nvPicPr>
          <p:cNvPr id="2" name="Image 0" descr="/home/user/gogoeveryday/social-course/export-pptx/build/bg/35.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761970" y="1046714"/>
            <a:ext cx="817931" cy="219090"/>
          </a:xfrm>
          <a:prstGeom prst="rect">
            <a:avLst/>
          </a:prstGeom>
          <a:noFill/>
          <a:ln/>
        </p:spPr>
        <p:txBody>
          <a:bodyPr wrap="square" lIns="0" tIns="0" rIns="0" bIns="0" rtlCol="0" anchor="t"/>
          <a:lstStyle/>
          <a:p>
            <a:pPr algn="l" indent="0" marL="0">
              <a:buNone/>
            </a:pPr>
            <a:r>
              <a:rPr lang="en-US" sz="1125" b="1" spc="225" kern="0" dirty="0">
                <a:solidFill>
                  <a:srgbClr val="C05F3C"/>
                </a:solidFill>
                <a:latin typeface="Noto Sans TC" pitchFamily="34" charset="0"/>
                <a:ea typeface="Noto Sans TC" pitchFamily="34" charset="-122"/>
                <a:cs typeface="Noto Sans TC" pitchFamily="34" charset="-120"/>
              </a:rPr>
              <a:t>教學建議</a:t>
            </a:r>
            <a:endParaRPr lang="en-US" sz="1125" dirty="0"/>
          </a:p>
        </p:txBody>
      </p:sp>
      <p:sp>
        <p:nvSpPr>
          <p:cNvPr id="4" name="Text 1"/>
          <p:cNvSpPr txBox="1"/>
          <p:nvPr/>
        </p:nvSpPr>
        <p:spPr>
          <a:xfrm>
            <a:off x="1238280" y="1351483"/>
            <a:ext cx="2668768" cy="542971"/>
          </a:xfrm>
          <a:prstGeom prst="rect">
            <a:avLst/>
          </a:prstGeom>
          <a:noFill/>
          <a:ln/>
        </p:spPr>
        <p:txBody>
          <a:bodyPr wrap="square" lIns="0" tIns="0" rIns="0" bIns="0" rtlCol="0" anchor="t"/>
          <a:lstStyle/>
          <a:p>
            <a:pPr algn="l" indent="0" marL="0">
              <a:lnSpc>
                <a:spcPts val="3477"/>
              </a:lnSpc>
              <a:buNone/>
            </a:pPr>
            <a:r>
              <a:rPr lang="en-US" sz="2850" b="1" spc="-57" kern="0" dirty="0">
                <a:solidFill>
                  <a:srgbClr val="241C17"/>
                </a:solidFill>
                <a:latin typeface="Noto Sans TC" pitchFamily="34" charset="0"/>
                <a:ea typeface="Noto Sans TC" pitchFamily="34" charset="-122"/>
                <a:cs typeface="Noto Sans TC" pitchFamily="34" charset="-120"/>
              </a:rPr>
              <a:t> Facebook 貼文</a:t>
            </a:r>
            <a:endParaRPr lang="en-US" sz="2850" dirty="0"/>
          </a:p>
        </p:txBody>
      </p:sp>
      <p:sp>
        <p:nvSpPr>
          <p:cNvPr id="5" name="Text 2"/>
          <p:cNvSpPr txBox="1"/>
          <p:nvPr/>
        </p:nvSpPr>
        <p:spPr>
          <a:xfrm>
            <a:off x="3107131" y="2269358"/>
            <a:ext cx="696133" cy="200071"/>
          </a:xfrm>
          <a:prstGeom prst="rect">
            <a:avLst/>
          </a:prstGeom>
          <a:noFill/>
          <a:ln/>
        </p:spPr>
        <p:txBody>
          <a:bodyPr wrap="square" lIns="0" tIns="0" rIns="0" bIns="0" rtlCol="0" anchor="t"/>
          <a:lstStyle/>
          <a:p>
            <a:pPr algn="ctr" indent="0" marL="0">
              <a:buNone/>
            </a:pPr>
            <a:r>
              <a:rPr lang="en-US" sz="975" b="1" spc="136" kern="0" dirty="0">
                <a:solidFill>
                  <a:srgbClr val="1877F2"/>
                </a:solidFill>
                <a:latin typeface="Noto Sans TC" pitchFamily="34" charset="0"/>
                <a:ea typeface="Noto Sans TC" pitchFamily="34" charset="-122"/>
                <a:cs typeface="Noto Sans TC" pitchFamily="34" charset="-120"/>
              </a:rPr>
              <a:t>建議字數</a:t>
            </a:r>
            <a:endParaRPr lang="en-US" sz="975" dirty="0"/>
          </a:p>
        </p:txBody>
      </p:sp>
      <p:sp>
        <p:nvSpPr>
          <p:cNvPr id="6" name="Text 3"/>
          <p:cNvSpPr txBox="1"/>
          <p:nvPr/>
        </p:nvSpPr>
        <p:spPr>
          <a:xfrm>
            <a:off x="2271187" y="2545598"/>
            <a:ext cx="2367839" cy="733440"/>
          </a:xfrm>
          <a:prstGeom prst="rect">
            <a:avLst/>
          </a:prstGeom>
          <a:noFill/>
          <a:ln/>
        </p:spPr>
        <p:txBody>
          <a:bodyPr wrap="square" lIns="0" tIns="0" rIns="0" bIns="0" rtlCol="0" anchor="t"/>
          <a:lstStyle/>
          <a:p>
            <a:pPr algn="ctr" indent="0" marL="0">
              <a:buNone/>
            </a:pPr>
            <a:r>
              <a:rPr lang="en-US" sz="3900" b="1" spc="-117" kern="0" dirty="0">
                <a:solidFill>
                  <a:srgbClr val="241C17"/>
                </a:solidFill>
                <a:latin typeface="Noto Sans TC" pitchFamily="34" charset="0"/>
                <a:ea typeface="Noto Sans TC" pitchFamily="34" charset="-122"/>
                <a:cs typeface="Noto Sans TC" pitchFamily="34" charset="-120"/>
              </a:rPr>
              <a:t> 80 – 200 </a:t>
            </a:r>
            <a:pPr algn="ctr" indent="0" marL="0">
              <a:buNone/>
            </a:pPr>
            <a:r>
              <a:rPr lang="en-US" sz="1800" b="1" spc="-117" kern="0" dirty="0">
                <a:solidFill>
                  <a:srgbClr val="241C17"/>
                </a:solidFill>
                <a:latin typeface="Noto Sans TC" pitchFamily="34" charset="0"/>
                <a:ea typeface="Noto Sans TC" pitchFamily="34" charset="-122"/>
                <a:cs typeface="Noto Sans TC" pitchFamily="34" charset="-120"/>
              </a:rPr>
              <a:t>字</a:t>
            </a:r>
            <a:endParaRPr lang="en-US" sz="3900" dirty="0"/>
          </a:p>
        </p:txBody>
      </p:sp>
      <p:sp>
        <p:nvSpPr>
          <p:cNvPr id="7" name="Text 4"/>
          <p:cNvSpPr txBox="1"/>
          <p:nvPr/>
        </p:nvSpPr>
        <p:spPr>
          <a:xfrm>
            <a:off x="4249583" y="2850368"/>
            <a:ext cx="345277" cy="352410"/>
          </a:xfrm>
          <a:prstGeom prst="rect">
            <a:avLst/>
          </a:prstGeom>
          <a:noFill/>
          <a:ln/>
        </p:spPr>
        <p:txBody>
          <a:bodyPr wrap="square" lIns="0" tIns="0" rIns="0" bIns="0" rtlCol="0" anchor="t"/>
          <a:lstStyle/>
          <a:p>
            <a:pPr algn="ctr" indent="0" marL="0">
              <a:buNone/>
            </a:pPr>
            <a:r>
              <a:rPr lang="en-US" sz="1800" b="1" spc="-117" kern="0" dirty="0">
                <a:solidFill>
                  <a:srgbClr val="241C17"/>
                </a:solidFill>
                <a:latin typeface="Noto Sans TC" pitchFamily="34" charset="0"/>
                <a:ea typeface="Noto Sans TC" pitchFamily="34" charset="-122"/>
                <a:cs typeface="Noto Sans TC" pitchFamily="34" charset="-120"/>
              </a:rPr>
              <a:t>字</a:t>
            </a:r>
            <a:endParaRPr lang="en-US" sz="1800" dirty="0"/>
          </a:p>
        </p:txBody>
      </p:sp>
      <p:sp>
        <p:nvSpPr>
          <p:cNvPr id="8" name="Text 5"/>
          <p:cNvSpPr txBox="1"/>
          <p:nvPr/>
        </p:nvSpPr>
        <p:spPr>
          <a:xfrm>
            <a:off x="2800807" y="3307568"/>
            <a:ext cx="1308598" cy="257221"/>
          </a:xfrm>
          <a:prstGeom prst="rect">
            <a:avLst/>
          </a:prstGeom>
          <a:noFill/>
          <a:ln/>
        </p:spPr>
        <p:txBody>
          <a:bodyPr wrap="square" lIns="0" tIns="0" rIns="0" bIns="0" rtlCol="0" anchor="t"/>
          <a:lstStyle/>
          <a:p>
            <a:pPr algn="ctr" indent="0" marL="0">
              <a:lnSpc>
                <a:spcPts val="2066"/>
              </a:lnSpc>
              <a:buNone/>
            </a:pPr>
            <a:r>
              <a:rPr lang="en-US" sz="1275" dirty="0">
                <a:solidFill>
                  <a:srgbClr val="4A3C33"/>
                </a:solidFill>
                <a:latin typeface="Noto Sans TC" pitchFamily="34" charset="0"/>
                <a:ea typeface="Noto Sans TC" pitchFamily="34" charset="-122"/>
                <a:cs typeface="Noto Sans TC" pitchFamily="34" charset="-120"/>
              </a:rPr>
              <a:t>搭配 1–5 張照片</a:t>
            </a:r>
            <a:endParaRPr lang="en-US" sz="1275" dirty="0"/>
          </a:p>
        </p:txBody>
      </p:sp>
      <p:sp>
        <p:nvSpPr>
          <p:cNvPr id="9" name="Text 6"/>
          <p:cNvSpPr txBox="1"/>
          <p:nvPr/>
        </p:nvSpPr>
        <p:spPr>
          <a:xfrm>
            <a:off x="761970" y="4017508"/>
            <a:ext cx="1599194" cy="352410"/>
          </a:xfrm>
          <a:prstGeom prst="rect">
            <a:avLst/>
          </a:prstGeom>
          <a:noFill/>
          <a:ln/>
        </p:spPr>
        <p:txBody>
          <a:bodyPr wrap="square" lIns="0" tIns="0" rIns="0" bIns="0" rtlCol="0" anchor="t"/>
          <a:lstStyle/>
          <a:p>
            <a:pPr algn="l" indent="0" marL="0">
              <a:lnSpc>
                <a:spcPts val="2916"/>
              </a:lnSpc>
              <a:buNone/>
            </a:pPr>
            <a:r>
              <a:rPr lang="en-US" sz="1800" dirty="0">
                <a:solidFill>
                  <a:srgbClr val="4A3C33"/>
                </a:solidFill>
                <a:latin typeface="Noto Sans TC" pitchFamily="34" charset="0"/>
                <a:ea typeface="Noto Sans TC" pitchFamily="34" charset="-122"/>
                <a:cs typeface="Noto Sans TC" pitchFamily="34" charset="-120"/>
              </a:rPr>
              <a:t>這裡可以 ——</a:t>
            </a:r>
            <a:endParaRPr lang="en-US" sz="1800" dirty="0"/>
          </a:p>
        </p:txBody>
      </p:sp>
      <p:sp>
        <p:nvSpPr>
          <p:cNvPr id="10" name="Text 7"/>
          <p:cNvSpPr txBox="1"/>
          <p:nvPr/>
        </p:nvSpPr>
        <p:spPr>
          <a:xfrm>
            <a:off x="933420" y="4654479"/>
            <a:ext cx="760141" cy="247620"/>
          </a:xfrm>
          <a:prstGeom prst="rect">
            <a:avLst/>
          </a:prstGeom>
          <a:noFill/>
          <a:ln/>
        </p:spPr>
        <p:txBody>
          <a:bodyPr wrap="square" lIns="0" tIns="0" rIns="0" bIns="0" rtlCol="0" anchor="t"/>
          <a:lstStyle/>
          <a:p>
            <a:pPr algn="l" indent="0" marL="0">
              <a:lnSpc>
                <a:spcPts val="2005"/>
              </a:lnSpc>
              <a:buNone/>
            </a:pPr>
            <a:r>
              <a:rPr lang="en-US" sz="1238" b="1" dirty="0">
                <a:solidFill>
                  <a:srgbClr val="241C17"/>
                </a:solidFill>
                <a:latin typeface="Noto Sans TC" pitchFamily="34" charset="0"/>
                <a:ea typeface="Noto Sans TC" pitchFamily="34" charset="-122"/>
                <a:cs typeface="Noto Sans TC" pitchFamily="34" charset="-120"/>
              </a:rPr>
              <a:t>多說一點</a:t>
            </a:r>
            <a:endParaRPr lang="en-US" sz="1238" dirty="0"/>
          </a:p>
        </p:txBody>
      </p:sp>
      <p:sp>
        <p:nvSpPr>
          <p:cNvPr id="11" name="Text 8"/>
          <p:cNvSpPr txBox="1"/>
          <p:nvPr/>
        </p:nvSpPr>
        <p:spPr>
          <a:xfrm>
            <a:off x="3636203" y="4654479"/>
            <a:ext cx="1090422" cy="247620"/>
          </a:xfrm>
          <a:prstGeom prst="rect">
            <a:avLst/>
          </a:prstGeom>
          <a:noFill/>
          <a:ln/>
        </p:spPr>
        <p:txBody>
          <a:bodyPr wrap="square" lIns="0" tIns="0" rIns="0" bIns="0" rtlCol="0" anchor="t"/>
          <a:lstStyle/>
          <a:p>
            <a:pPr algn="l" indent="0" marL="0">
              <a:lnSpc>
                <a:spcPts val="2005"/>
              </a:lnSpc>
              <a:buNone/>
            </a:pPr>
            <a:r>
              <a:rPr lang="en-US" sz="1238" b="1" dirty="0">
                <a:solidFill>
                  <a:srgbClr val="241C17"/>
                </a:solidFill>
                <a:latin typeface="Noto Sans TC" pitchFamily="34" charset="0"/>
                <a:ea typeface="Noto Sans TC" pitchFamily="34" charset="-122"/>
                <a:cs typeface="Noto Sans TC" pitchFamily="34" charset="-120"/>
              </a:rPr>
              <a:t>分享製作過程</a:t>
            </a:r>
            <a:endParaRPr lang="en-US" sz="1238" dirty="0"/>
          </a:p>
        </p:txBody>
      </p:sp>
      <p:sp>
        <p:nvSpPr>
          <p:cNvPr id="12" name="Text 9"/>
          <p:cNvSpPr txBox="1"/>
          <p:nvPr/>
        </p:nvSpPr>
        <p:spPr>
          <a:xfrm>
            <a:off x="933420" y="5280386"/>
            <a:ext cx="760141" cy="247620"/>
          </a:xfrm>
          <a:prstGeom prst="rect">
            <a:avLst/>
          </a:prstGeom>
          <a:noFill/>
          <a:ln/>
        </p:spPr>
        <p:txBody>
          <a:bodyPr wrap="square" lIns="0" tIns="0" rIns="0" bIns="0" rtlCol="0" anchor="t"/>
          <a:lstStyle/>
          <a:p>
            <a:pPr algn="l" indent="0" marL="0">
              <a:lnSpc>
                <a:spcPts val="2005"/>
              </a:lnSpc>
              <a:buNone/>
            </a:pPr>
            <a:r>
              <a:rPr lang="en-US" sz="1238" b="1" dirty="0">
                <a:solidFill>
                  <a:srgbClr val="241C17"/>
                </a:solidFill>
                <a:latin typeface="Noto Sans TC" pitchFamily="34" charset="0"/>
                <a:ea typeface="Noto Sans TC" pitchFamily="34" charset="-122"/>
                <a:cs typeface="Noto Sans TC" pitchFamily="34" charset="-120"/>
              </a:rPr>
              <a:t>分享心得</a:t>
            </a:r>
            <a:endParaRPr lang="en-US" sz="1238" dirty="0"/>
          </a:p>
        </p:txBody>
      </p:sp>
      <p:sp>
        <p:nvSpPr>
          <p:cNvPr id="13" name="Text 10"/>
          <p:cNvSpPr txBox="1"/>
          <p:nvPr/>
        </p:nvSpPr>
        <p:spPr>
          <a:xfrm>
            <a:off x="3636203" y="5280386"/>
            <a:ext cx="1257026" cy="247620"/>
          </a:xfrm>
          <a:prstGeom prst="rect">
            <a:avLst/>
          </a:prstGeom>
          <a:noFill/>
          <a:ln/>
        </p:spPr>
        <p:txBody>
          <a:bodyPr wrap="square" lIns="0" tIns="0" rIns="0" bIns="0" rtlCol="0" anchor="t"/>
          <a:lstStyle/>
          <a:p>
            <a:pPr algn="l" indent="0" marL="0">
              <a:lnSpc>
                <a:spcPts val="2005"/>
              </a:lnSpc>
              <a:buNone/>
            </a:pPr>
            <a:r>
              <a:rPr lang="en-US" sz="1238" b="1" dirty="0">
                <a:solidFill>
                  <a:srgbClr val="241C17"/>
                </a:solidFill>
                <a:latin typeface="Noto Sans TC" pitchFamily="34" charset="0"/>
                <a:ea typeface="Noto Sans TC" pitchFamily="34" charset="-122"/>
                <a:cs typeface="Noto Sans TC" pitchFamily="34" charset="-120"/>
              </a:rPr>
              <a:t>完整說明一件事</a:t>
            </a:r>
            <a:endParaRPr lang="en-US" sz="1238" dirty="0"/>
          </a:p>
        </p:txBody>
      </p:sp>
      <p:sp>
        <p:nvSpPr>
          <p:cNvPr id="14" name="Text 11"/>
          <p:cNvSpPr txBox="1"/>
          <p:nvPr/>
        </p:nvSpPr>
        <p:spPr>
          <a:xfrm>
            <a:off x="7630851" y="5454853"/>
            <a:ext cx="2735885" cy="209580"/>
          </a:xfrm>
          <a:prstGeom prst="rect">
            <a:avLst/>
          </a:prstGeom>
          <a:noFill/>
          <a:ln/>
        </p:spPr>
        <p:txBody>
          <a:bodyPr wrap="square" lIns="0" tIns="0" rIns="0" bIns="0" rtlCol="0" anchor="t"/>
          <a:lstStyle/>
          <a:p>
            <a:pPr algn="ctr" indent="0" marL="0">
              <a:buNone/>
            </a:pPr>
            <a:r>
              <a:rPr lang="en-US" sz="1050" b="1" spc="105" kern="0" dirty="0">
                <a:solidFill>
                  <a:srgbClr val="9C8B7C"/>
                </a:solidFill>
                <a:latin typeface="Noto Sans TC" pitchFamily="34" charset="0"/>
                <a:ea typeface="Noto Sans TC" pitchFamily="34" charset="-122"/>
                <a:cs typeface="Noto Sans TC" pitchFamily="34" charset="-120"/>
              </a:rPr>
              <a:t>Facebook：可以把「為什麼」講出來</a:t>
            </a:r>
            <a:endParaRPr lang="en-US" sz="1050" dirty="0"/>
          </a:p>
        </p:txBody>
      </p:sp>
      <p:sp>
        <p:nvSpPr>
          <p:cNvPr id="15" name="Text 12"/>
          <p:cNvSpPr txBox="1"/>
          <p:nvPr/>
        </p:nvSpPr>
        <p:spPr>
          <a:xfrm>
            <a:off x="761970" y="6438930"/>
            <a:ext cx="1338042" cy="200071"/>
          </a:xfrm>
          <a:prstGeom prst="rect">
            <a:avLst/>
          </a:prstGeom>
          <a:noFill/>
          <a:ln/>
        </p:spPr>
        <p:txBody>
          <a:bodyPr wrap="square" lIns="0" tIns="0" rIns="0" bIns="0" rtlCol="0" anchor="t"/>
          <a:lstStyle/>
          <a:p>
            <a:pPr algn="l" indent="0" marL="0">
              <a:buNone/>
            </a:pPr>
            <a:r>
              <a:rPr lang="en-US" sz="938" b="1" spc="56" kern="0" dirty="0">
                <a:solidFill>
                  <a:srgbClr val="9C8B7C"/>
                </a:solidFill>
                <a:latin typeface="Noto Sans TC" pitchFamily="34" charset="0"/>
                <a:ea typeface="Noto Sans TC" pitchFamily="34" charset="-122"/>
                <a:cs typeface="Noto Sans TC" pitchFamily="34" charset="-120"/>
              </a:rPr>
              <a:t>PART 5 · 13:06</a:t>
            </a:r>
            <a:endParaRPr lang="en-US" sz="938" dirty="0"/>
          </a:p>
        </p:txBody>
      </p:sp>
      <p:sp>
        <p:nvSpPr>
          <p:cNvPr id="16" name="Text 13"/>
          <p:cNvSpPr txBox="1"/>
          <p:nvPr/>
        </p:nvSpPr>
        <p:spPr>
          <a:xfrm>
            <a:off x="10922599" y="6438930"/>
            <a:ext cx="562630" cy="200071"/>
          </a:xfrm>
          <a:prstGeom prst="rect">
            <a:avLst/>
          </a:prstGeom>
          <a:noFill/>
          <a:ln/>
        </p:spPr>
        <p:txBody>
          <a:bodyPr wrap="square" lIns="0" tIns="0" rIns="0" bIns="0" rtlCol="0" anchor="t"/>
          <a:lstStyle/>
          <a:p>
            <a:pPr algn="l" indent="0" marL="0">
              <a:buNone/>
            </a:pPr>
            <a:r>
              <a:rPr lang="en-US" sz="938" b="1" spc="56" kern="0" dirty="0">
                <a:solidFill>
                  <a:srgbClr val="9C8B7C"/>
                </a:solidFill>
                <a:latin typeface="Noto Sans TC" pitchFamily="34" charset="0"/>
                <a:ea typeface="Noto Sans TC" pitchFamily="34" charset="-122"/>
                <a:cs typeface="Noto Sans TC" pitchFamily="34" charset="-120"/>
              </a:rPr>
              <a:t>35 / 75</a:t>
            </a:r>
            <a:endParaRPr lang="en-US" sz="938"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BF7F1"/>
        </a:solidFill>
      </p:bgPr>
    </p:bg>
    <p:spTree>
      <p:nvGrpSpPr>
        <p:cNvPr id="1" name=""/>
        <p:cNvGrpSpPr/>
        <p:nvPr/>
      </p:nvGrpSpPr>
      <p:grpSpPr>
        <a:xfrm>
          <a:off x="0" y="0"/>
          <a:ext cx="0" cy="0"/>
          <a:chOff x="0" y="0"/>
          <a:chExt cx="0" cy="0"/>
        </a:xfrm>
      </p:grpSpPr>
      <p:pic>
        <p:nvPicPr>
          <p:cNvPr id="2" name="Image 0" descr="/home/user/gogoeveryday/social-course/export-pptx/build/bg/36.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761970" y="695584"/>
            <a:ext cx="817931" cy="219090"/>
          </a:xfrm>
          <a:prstGeom prst="rect">
            <a:avLst/>
          </a:prstGeom>
          <a:noFill/>
          <a:ln/>
        </p:spPr>
        <p:txBody>
          <a:bodyPr wrap="square" lIns="0" tIns="0" rIns="0" bIns="0" rtlCol="0" anchor="t"/>
          <a:lstStyle/>
          <a:p>
            <a:pPr algn="l" indent="0" marL="0">
              <a:buNone/>
            </a:pPr>
            <a:r>
              <a:rPr lang="en-US" sz="1125" b="1" spc="225" kern="0" dirty="0">
                <a:solidFill>
                  <a:srgbClr val="8A5A6D"/>
                </a:solidFill>
                <a:latin typeface="Noto Sans TC" pitchFamily="34" charset="0"/>
                <a:ea typeface="Noto Sans TC" pitchFamily="34" charset="-122"/>
                <a:cs typeface="Noto Sans TC" pitchFamily="34" charset="-120"/>
              </a:rPr>
              <a:t>教學建議</a:t>
            </a:r>
            <a:endParaRPr lang="en-US" sz="1125" dirty="0"/>
          </a:p>
        </p:txBody>
      </p:sp>
      <p:sp>
        <p:nvSpPr>
          <p:cNvPr id="4" name="Text 1"/>
          <p:cNvSpPr txBox="1"/>
          <p:nvPr/>
        </p:nvSpPr>
        <p:spPr>
          <a:xfrm>
            <a:off x="1238280" y="1000445"/>
            <a:ext cx="2767340" cy="542971"/>
          </a:xfrm>
          <a:prstGeom prst="rect">
            <a:avLst/>
          </a:prstGeom>
          <a:noFill/>
          <a:ln/>
        </p:spPr>
        <p:txBody>
          <a:bodyPr wrap="square" lIns="0" tIns="0" rIns="0" bIns="0" rtlCol="0" anchor="t"/>
          <a:lstStyle/>
          <a:p>
            <a:pPr algn="l" indent="0" marL="0">
              <a:lnSpc>
                <a:spcPts val="3477"/>
              </a:lnSpc>
              <a:buNone/>
            </a:pPr>
            <a:r>
              <a:rPr lang="en-US" sz="2850" b="1" spc="-57" kern="0" dirty="0">
                <a:solidFill>
                  <a:srgbClr val="241C17"/>
                </a:solidFill>
                <a:latin typeface="Noto Sans TC" pitchFamily="34" charset="0"/>
                <a:ea typeface="Noto Sans TC" pitchFamily="34" charset="-122"/>
                <a:cs typeface="Noto Sans TC" pitchFamily="34" charset="-120"/>
              </a:rPr>
              <a:t> Instagram 貼文</a:t>
            </a:r>
            <a:endParaRPr lang="en-US" sz="2850" dirty="0"/>
          </a:p>
        </p:txBody>
      </p:sp>
      <p:sp>
        <p:nvSpPr>
          <p:cNvPr id="5" name="Text 2"/>
          <p:cNvSpPr txBox="1"/>
          <p:nvPr/>
        </p:nvSpPr>
        <p:spPr>
          <a:xfrm>
            <a:off x="3107131" y="1918228"/>
            <a:ext cx="696133" cy="200071"/>
          </a:xfrm>
          <a:prstGeom prst="rect">
            <a:avLst/>
          </a:prstGeom>
          <a:noFill/>
          <a:ln/>
        </p:spPr>
        <p:txBody>
          <a:bodyPr wrap="square" lIns="0" tIns="0" rIns="0" bIns="0" rtlCol="0" anchor="t"/>
          <a:lstStyle/>
          <a:p>
            <a:pPr algn="ctr" indent="0" marL="0">
              <a:buNone/>
            </a:pPr>
            <a:r>
              <a:rPr lang="en-US" sz="975" b="1" spc="136" kern="0" dirty="0">
                <a:solidFill>
                  <a:srgbClr val="E1306C"/>
                </a:solidFill>
                <a:latin typeface="Noto Sans TC" pitchFamily="34" charset="0"/>
                <a:ea typeface="Noto Sans TC" pitchFamily="34" charset="-122"/>
                <a:cs typeface="Noto Sans TC" pitchFamily="34" charset="-120"/>
              </a:rPr>
              <a:t>建議字數</a:t>
            </a:r>
            <a:endParaRPr lang="en-US" sz="975" dirty="0"/>
          </a:p>
        </p:txBody>
      </p:sp>
      <p:sp>
        <p:nvSpPr>
          <p:cNvPr id="6" name="Text 3"/>
          <p:cNvSpPr txBox="1"/>
          <p:nvPr/>
        </p:nvSpPr>
        <p:spPr>
          <a:xfrm>
            <a:off x="2271187" y="2194469"/>
            <a:ext cx="2367839" cy="733440"/>
          </a:xfrm>
          <a:prstGeom prst="rect">
            <a:avLst/>
          </a:prstGeom>
          <a:noFill/>
          <a:ln/>
        </p:spPr>
        <p:txBody>
          <a:bodyPr wrap="square" lIns="0" tIns="0" rIns="0" bIns="0" rtlCol="0" anchor="t"/>
          <a:lstStyle/>
          <a:p>
            <a:pPr algn="ctr" indent="0" marL="0">
              <a:buNone/>
            </a:pPr>
            <a:r>
              <a:rPr lang="en-US" sz="3900" b="1" spc="-117" kern="0" dirty="0">
                <a:solidFill>
                  <a:srgbClr val="241C17"/>
                </a:solidFill>
                <a:latin typeface="Noto Sans TC" pitchFamily="34" charset="0"/>
                <a:ea typeface="Noto Sans TC" pitchFamily="34" charset="-122"/>
                <a:cs typeface="Noto Sans TC" pitchFamily="34" charset="-120"/>
              </a:rPr>
              <a:t> 50 – 150 </a:t>
            </a:r>
            <a:pPr algn="ctr" indent="0" marL="0">
              <a:buNone/>
            </a:pPr>
            <a:r>
              <a:rPr lang="en-US" sz="1800" b="1" spc="-117" kern="0" dirty="0">
                <a:solidFill>
                  <a:srgbClr val="241C17"/>
                </a:solidFill>
                <a:latin typeface="Noto Sans TC" pitchFamily="34" charset="0"/>
                <a:ea typeface="Noto Sans TC" pitchFamily="34" charset="-122"/>
                <a:cs typeface="Noto Sans TC" pitchFamily="34" charset="-120"/>
              </a:rPr>
              <a:t>字</a:t>
            </a:r>
            <a:endParaRPr lang="en-US" sz="3900" dirty="0"/>
          </a:p>
        </p:txBody>
      </p:sp>
      <p:sp>
        <p:nvSpPr>
          <p:cNvPr id="7" name="Text 4"/>
          <p:cNvSpPr txBox="1"/>
          <p:nvPr/>
        </p:nvSpPr>
        <p:spPr>
          <a:xfrm>
            <a:off x="4249583" y="2499238"/>
            <a:ext cx="345277" cy="352410"/>
          </a:xfrm>
          <a:prstGeom prst="rect">
            <a:avLst/>
          </a:prstGeom>
          <a:noFill/>
          <a:ln/>
        </p:spPr>
        <p:txBody>
          <a:bodyPr wrap="square" lIns="0" tIns="0" rIns="0" bIns="0" rtlCol="0" anchor="t"/>
          <a:lstStyle/>
          <a:p>
            <a:pPr algn="ctr" indent="0" marL="0">
              <a:buNone/>
            </a:pPr>
            <a:r>
              <a:rPr lang="en-US" sz="1800" b="1" spc="-117" kern="0" dirty="0">
                <a:solidFill>
                  <a:srgbClr val="241C17"/>
                </a:solidFill>
                <a:latin typeface="Noto Sans TC" pitchFamily="34" charset="0"/>
                <a:ea typeface="Noto Sans TC" pitchFamily="34" charset="-122"/>
                <a:cs typeface="Noto Sans TC" pitchFamily="34" charset="-120"/>
              </a:rPr>
              <a:t>字</a:t>
            </a:r>
            <a:endParaRPr lang="en-US" sz="1800" dirty="0"/>
          </a:p>
        </p:txBody>
      </p:sp>
      <p:sp>
        <p:nvSpPr>
          <p:cNvPr id="8" name="Text 5"/>
          <p:cNvSpPr txBox="1"/>
          <p:nvPr/>
        </p:nvSpPr>
        <p:spPr>
          <a:xfrm>
            <a:off x="2894808" y="2956438"/>
            <a:ext cx="1120780" cy="257221"/>
          </a:xfrm>
          <a:prstGeom prst="rect">
            <a:avLst/>
          </a:prstGeom>
          <a:noFill/>
          <a:ln/>
        </p:spPr>
        <p:txBody>
          <a:bodyPr wrap="square" lIns="0" tIns="0" rIns="0" bIns="0" rtlCol="0" anchor="t"/>
          <a:lstStyle/>
          <a:p>
            <a:pPr algn="ctr" indent="0" marL="0">
              <a:lnSpc>
                <a:spcPts val="2066"/>
              </a:lnSpc>
              <a:buNone/>
            </a:pPr>
            <a:r>
              <a:rPr lang="en-US" sz="1275" dirty="0">
                <a:solidFill>
                  <a:srgbClr val="4A3C33"/>
                </a:solidFill>
                <a:latin typeface="Noto Sans TC" pitchFamily="34" charset="0"/>
                <a:ea typeface="Noto Sans TC" pitchFamily="34" charset="-122"/>
                <a:cs typeface="Noto Sans TC" pitchFamily="34" charset="-120"/>
              </a:rPr>
              <a:t>圖片才是主角</a:t>
            </a:r>
            <a:endParaRPr lang="en-US" sz="1275" dirty="0"/>
          </a:p>
        </p:txBody>
      </p:sp>
      <p:sp>
        <p:nvSpPr>
          <p:cNvPr id="9" name="Text 6"/>
          <p:cNvSpPr txBox="1"/>
          <p:nvPr/>
        </p:nvSpPr>
        <p:spPr>
          <a:xfrm>
            <a:off x="761970" y="3666378"/>
            <a:ext cx="1114562" cy="352410"/>
          </a:xfrm>
          <a:prstGeom prst="rect">
            <a:avLst/>
          </a:prstGeom>
          <a:noFill/>
          <a:ln/>
        </p:spPr>
        <p:txBody>
          <a:bodyPr wrap="square" lIns="0" tIns="0" rIns="0" bIns="0" rtlCol="0" anchor="t"/>
          <a:lstStyle/>
          <a:p>
            <a:pPr algn="l" indent="0" marL="0">
              <a:lnSpc>
                <a:spcPts val="2916"/>
              </a:lnSpc>
              <a:buNone/>
            </a:pPr>
            <a:r>
              <a:rPr lang="en-US" sz="1800" dirty="0">
                <a:solidFill>
                  <a:srgbClr val="4A3C33"/>
                </a:solidFill>
                <a:latin typeface="Noto Sans TC" pitchFamily="34" charset="0"/>
                <a:ea typeface="Noto Sans TC" pitchFamily="34" charset="-122"/>
                <a:cs typeface="Noto Sans TC" pitchFamily="34" charset="-120"/>
              </a:rPr>
              <a:t>重點 ——</a:t>
            </a:r>
            <a:endParaRPr lang="en-US" sz="1800" dirty="0"/>
          </a:p>
        </p:txBody>
      </p:sp>
      <p:sp>
        <p:nvSpPr>
          <p:cNvPr id="10" name="Text 7"/>
          <p:cNvSpPr txBox="1"/>
          <p:nvPr/>
        </p:nvSpPr>
        <p:spPr>
          <a:xfrm>
            <a:off x="1027328" y="4331970"/>
            <a:ext cx="210221" cy="209580"/>
          </a:xfrm>
          <a:prstGeom prst="rect">
            <a:avLst/>
          </a:prstGeom>
          <a:noFill/>
          <a:ln/>
        </p:spPr>
        <p:txBody>
          <a:bodyPr wrap="square" lIns="0" tIns="0" rIns="0" bIns="0" rtlCol="0" anchor="t"/>
          <a:lstStyle/>
          <a:p>
            <a:pPr algn="l" indent="0" marL="0">
              <a:buNone/>
            </a:pPr>
            <a:r>
              <a:rPr lang="en-US" sz="1050" b="1" dirty="0">
                <a:solidFill>
                  <a:srgbClr val="8A5A6D"/>
                </a:solidFill>
                <a:latin typeface="Noto Sans TC" pitchFamily="34" charset="0"/>
                <a:ea typeface="Noto Sans TC" pitchFamily="34" charset="-122"/>
                <a:cs typeface="Noto Sans TC" pitchFamily="34" charset="-120"/>
              </a:rPr>
              <a:t>1</a:t>
            </a:r>
            <a:endParaRPr lang="en-US" sz="1050" dirty="0"/>
          </a:p>
        </p:txBody>
      </p:sp>
      <p:sp>
        <p:nvSpPr>
          <p:cNvPr id="11" name="Text 8"/>
          <p:cNvSpPr txBox="1"/>
          <p:nvPr/>
        </p:nvSpPr>
        <p:spPr>
          <a:xfrm>
            <a:off x="1304940" y="4312859"/>
            <a:ext cx="1590142" cy="247620"/>
          </a:xfrm>
          <a:prstGeom prst="rect">
            <a:avLst/>
          </a:prstGeom>
          <a:noFill/>
          <a:ln/>
        </p:spPr>
        <p:txBody>
          <a:bodyPr wrap="square" lIns="0" tIns="0" rIns="0" bIns="0" rtlCol="0" anchor="t"/>
          <a:lstStyle/>
          <a:p>
            <a:pPr algn="l" indent="0" marL="0">
              <a:lnSpc>
                <a:spcPts val="2005"/>
              </a:lnSpc>
              <a:buNone/>
            </a:pPr>
            <a:r>
              <a:rPr lang="en-US" sz="1238" b="1" dirty="0">
                <a:solidFill>
                  <a:srgbClr val="241C17"/>
                </a:solidFill>
                <a:latin typeface="Noto Sans TC" pitchFamily="34" charset="0"/>
                <a:ea typeface="Noto Sans TC" pitchFamily="34" charset="-122"/>
                <a:cs typeface="Noto Sans TC" pitchFamily="34" charset="-120"/>
              </a:rPr>
              <a:t>圖片先吸引人停下來</a:t>
            </a:r>
            <a:endParaRPr lang="en-US" sz="1238" dirty="0"/>
          </a:p>
        </p:txBody>
      </p:sp>
      <p:sp>
        <p:nvSpPr>
          <p:cNvPr id="12" name="Text 9"/>
          <p:cNvSpPr txBox="1"/>
          <p:nvPr/>
        </p:nvSpPr>
        <p:spPr>
          <a:xfrm>
            <a:off x="1027328" y="4986498"/>
            <a:ext cx="210221" cy="209580"/>
          </a:xfrm>
          <a:prstGeom prst="rect">
            <a:avLst/>
          </a:prstGeom>
          <a:noFill/>
          <a:ln/>
        </p:spPr>
        <p:txBody>
          <a:bodyPr wrap="square" lIns="0" tIns="0" rIns="0" bIns="0" rtlCol="0" anchor="t"/>
          <a:lstStyle/>
          <a:p>
            <a:pPr algn="l" indent="0" marL="0">
              <a:buNone/>
            </a:pPr>
            <a:r>
              <a:rPr lang="en-US" sz="1050" b="1" dirty="0">
                <a:solidFill>
                  <a:srgbClr val="8A5A6D"/>
                </a:solidFill>
                <a:latin typeface="Noto Sans TC" pitchFamily="34" charset="0"/>
                <a:ea typeface="Noto Sans TC" pitchFamily="34" charset="-122"/>
                <a:cs typeface="Noto Sans TC" pitchFamily="34" charset="-120"/>
              </a:rPr>
              <a:t>2</a:t>
            </a:r>
            <a:endParaRPr lang="en-US" sz="1050" dirty="0"/>
          </a:p>
        </p:txBody>
      </p:sp>
      <p:sp>
        <p:nvSpPr>
          <p:cNvPr id="13" name="Text 10"/>
          <p:cNvSpPr txBox="1"/>
          <p:nvPr/>
        </p:nvSpPr>
        <p:spPr>
          <a:xfrm>
            <a:off x="1304940" y="4967478"/>
            <a:ext cx="1756745" cy="247620"/>
          </a:xfrm>
          <a:prstGeom prst="rect">
            <a:avLst/>
          </a:prstGeom>
          <a:noFill/>
          <a:ln/>
        </p:spPr>
        <p:txBody>
          <a:bodyPr wrap="square" lIns="0" tIns="0" rIns="0" bIns="0" rtlCol="0" anchor="t"/>
          <a:lstStyle/>
          <a:p>
            <a:pPr algn="l" indent="0" marL="0">
              <a:lnSpc>
                <a:spcPts val="2005"/>
              </a:lnSpc>
              <a:buNone/>
            </a:pPr>
            <a:r>
              <a:rPr lang="en-US" sz="1238" b="1" dirty="0">
                <a:solidFill>
                  <a:srgbClr val="241C17"/>
                </a:solidFill>
                <a:latin typeface="Noto Sans TC" pitchFamily="34" charset="0"/>
                <a:ea typeface="Noto Sans TC" pitchFamily="34" charset="-122"/>
                <a:cs typeface="Noto Sans TC" pitchFamily="34" charset="-120"/>
              </a:rPr>
              <a:t>第一段要簡單、看得懂</a:t>
            </a:r>
            <a:endParaRPr lang="en-US" sz="1238" dirty="0"/>
          </a:p>
        </p:txBody>
      </p:sp>
      <p:sp>
        <p:nvSpPr>
          <p:cNvPr id="14" name="Text 11"/>
          <p:cNvSpPr txBox="1"/>
          <p:nvPr/>
        </p:nvSpPr>
        <p:spPr>
          <a:xfrm>
            <a:off x="1027328" y="5641025"/>
            <a:ext cx="210221" cy="209580"/>
          </a:xfrm>
          <a:prstGeom prst="rect">
            <a:avLst/>
          </a:prstGeom>
          <a:noFill/>
          <a:ln/>
        </p:spPr>
        <p:txBody>
          <a:bodyPr wrap="square" lIns="0" tIns="0" rIns="0" bIns="0" rtlCol="0" anchor="t"/>
          <a:lstStyle/>
          <a:p>
            <a:pPr algn="l" indent="0" marL="0">
              <a:buNone/>
            </a:pPr>
            <a:r>
              <a:rPr lang="en-US" sz="1050" b="1" dirty="0">
                <a:solidFill>
                  <a:srgbClr val="8A5A6D"/>
                </a:solidFill>
                <a:latin typeface="Noto Sans TC" pitchFamily="34" charset="0"/>
                <a:ea typeface="Noto Sans TC" pitchFamily="34" charset="-122"/>
                <a:cs typeface="Noto Sans TC" pitchFamily="34" charset="-120"/>
              </a:rPr>
              <a:t>3</a:t>
            </a:r>
            <a:endParaRPr lang="en-US" sz="1050" dirty="0"/>
          </a:p>
        </p:txBody>
      </p:sp>
      <p:sp>
        <p:nvSpPr>
          <p:cNvPr id="15" name="Text 12"/>
          <p:cNvSpPr txBox="1"/>
          <p:nvPr/>
        </p:nvSpPr>
        <p:spPr>
          <a:xfrm>
            <a:off x="1304940" y="5622006"/>
            <a:ext cx="1923440" cy="247620"/>
          </a:xfrm>
          <a:prstGeom prst="rect">
            <a:avLst/>
          </a:prstGeom>
          <a:noFill/>
          <a:ln/>
        </p:spPr>
        <p:txBody>
          <a:bodyPr wrap="square" lIns="0" tIns="0" rIns="0" bIns="0" rtlCol="0" anchor="t"/>
          <a:lstStyle/>
          <a:p>
            <a:pPr algn="l" indent="0" marL="0">
              <a:lnSpc>
                <a:spcPts val="2005"/>
              </a:lnSpc>
              <a:buNone/>
            </a:pPr>
            <a:r>
              <a:rPr lang="en-US" sz="1238" b="1" dirty="0">
                <a:solidFill>
                  <a:srgbClr val="241C17"/>
                </a:solidFill>
                <a:latin typeface="Noto Sans TC" pitchFamily="34" charset="0"/>
                <a:ea typeface="Noto Sans TC" pitchFamily="34" charset="-122"/>
                <a:cs typeface="Noto Sans TC" pitchFamily="34" charset="-120"/>
              </a:rPr>
              <a:t>文字補充照片沒講到的事</a:t>
            </a:r>
            <a:endParaRPr lang="en-US" sz="1238" dirty="0"/>
          </a:p>
        </p:txBody>
      </p:sp>
      <p:sp>
        <p:nvSpPr>
          <p:cNvPr id="16" name="Text 13"/>
          <p:cNvSpPr txBox="1"/>
          <p:nvPr/>
        </p:nvSpPr>
        <p:spPr>
          <a:xfrm>
            <a:off x="7554956" y="5799673"/>
            <a:ext cx="2887675" cy="209580"/>
          </a:xfrm>
          <a:prstGeom prst="rect">
            <a:avLst/>
          </a:prstGeom>
          <a:noFill/>
          <a:ln/>
        </p:spPr>
        <p:txBody>
          <a:bodyPr wrap="square" lIns="0" tIns="0" rIns="0" bIns="0" rtlCol="0" anchor="t"/>
          <a:lstStyle/>
          <a:p>
            <a:pPr algn="ctr" indent="0" marL="0">
              <a:buNone/>
            </a:pPr>
            <a:r>
              <a:rPr lang="en-US" sz="1050" b="1" spc="105" kern="0" dirty="0">
                <a:solidFill>
                  <a:srgbClr val="9C8B7C"/>
                </a:solidFill>
                <a:latin typeface="Noto Sans TC" pitchFamily="34" charset="0"/>
                <a:ea typeface="Noto Sans TC" pitchFamily="34" charset="-122"/>
                <a:cs typeface="Noto Sans TC" pitchFamily="34" charset="-120"/>
              </a:rPr>
              <a:t>Instagram：圖大、字少、有 Hashtag</a:t>
            </a:r>
            <a:endParaRPr lang="en-US" sz="1050" dirty="0"/>
          </a:p>
        </p:txBody>
      </p:sp>
      <p:sp>
        <p:nvSpPr>
          <p:cNvPr id="17" name="Text 14"/>
          <p:cNvSpPr txBox="1"/>
          <p:nvPr/>
        </p:nvSpPr>
        <p:spPr>
          <a:xfrm>
            <a:off x="761970" y="6438930"/>
            <a:ext cx="1338042" cy="200071"/>
          </a:xfrm>
          <a:prstGeom prst="rect">
            <a:avLst/>
          </a:prstGeom>
          <a:noFill/>
          <a:ln/>
        </p:spPr>
        <p:txBody>
          <a:bodyPr wrap="square" lIns="0" tIns="0" rIns="0" bIns="0" rtlCol="0" anchor="t"/>
          <a:lstStyle/>
          <a:p>
            <a:pPr algn="l" indent="0" marL="0">
              <a:buNone/>
            </a:pPr>
            <a:r>
              <a:rPr lang="en-US" sz="938" b="1" spc="56" kern="0" dirty="0">
                <a:solidFill>
                  <a:srgbClr val="9C8B7C"/>
                </a:solidFill>
                <a:latin typeface="Noto Sans TC" pitchFamily="34" charset="0"/>
                <a:ea typeface="Noto Sans TC" pitchFamily="34" charset="-122"/>
                <a:cs typeface="Noto Sans TC" pitchFamily="34" charset="-120"/>
              </a:rPr>
              <a:t>PART 5 · 13:14</a:t>
            </a:r>
            <a:endParaRPr lang="en-US" sz="938" dirty="0"/>
          </a:p>
        </p:txBody>
      </p:sp>
      <p:sp>
        <p:nvSpPr>
          <p:cNvPr id="18" name="Text 15"/>
          <p:cNvSpPr txBox="1"/>
          <p:nvPr/>
        </p:nvSpPr>
        <p:spPr>
          <a:xfrm>
            <a:off x="10922599" y="6438930"/>
            <a:ext cx="562630" cy="200071"/>
          </a:xfrm>
          <a:prstGeom prst="rect">
            <a:avLst/>
          </a:prstGeom>
          <a:noFill/>
          <a:ln/>
        </p:spPr>
        <p:txBody>
          <a:bodyPr wrap="square" lIns="0" tIns="0" rIns="0" bIns="0" rtlCol="0" anchor="t"/>
          <a:lstStyle/>
          <a:p>
            <a:pPr algn="l" indent="0" marL="0">
              <a:buNone/>
            </a:pPr>
            <a:r>
              <a:rPr lang="en-US" sz="938" b="1" spc="56" kern="0" dirty="0">
                <a:solidFill>
                  <a:srgbClr val="9C8B7C"/>
                </a:solidFill>
                <a:latin typeface="Noto Sans TC" pitchFamily="34" charset="0"/>
                <a:ea typeface="Noto Sans TC" pitchFamily="34" charset="-122"/>
                <a:cs typeface="Noto Sans TC" pitchFamily="34" charset="-120"/>
              </a:rPr>
              <a:t>36 / 75</a:t>
            </a:r>
            <a:endParaRPr lang="en-US" sz="938"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BF7F1"/>
        </a:solidFill>
      </p:bgPr>
    </p:bg>
    <p:spTree>
      <p:nvGrpSpPr>
        <p:cNvPr id="1" name=""/>
        <p:cNvGrpSpPr/>
        <p:nvPr/>
      </p:nvGrpSpPr>
      <p:grpSpPr>
        <a:xfrm>
          <a:off x="0" y="0"/>
          <a:ext cx="0" cy="0"/>
          <a:chOff x="0" y="0"/>
          <a:chExt cx="0" cy="0"/>
        </a:xfrm>
      </p:grpSpPr>
      <p:pic>
        <p:nvPicPr>
          <p:cNvPr id="2" name="Image 0" descr="/home/user/gogoeveryday/social-course/export-pptx/build/bg/37.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761970" y="1018276"/>
            <a:ext cx="817931" cy="219090"/>
          </a:xfrm>
          <a:prstGeom prst="rect">
            <a:avLst/>
          </a:prstGeom>
          <a:noFill/>
          <a:ln/>
        </p:spPr>
        <p:txBody>
          <a:bodyPr wrap="square" lIns="0" tIns="0" rIns="0" bIns="0" rtlCol="0" anchor="t"/>
          <a:lstStyle/>
          <a:p>
            <a:pPr algn="l" indent="0" marL="0">
              <a:buNone/>
            </a:pPr>
            <a:r>
              <a:rPr lang="en-US" sz="1125" b="1" spc="225" kern="0" dirty="0">
                <a:solidFill>
                  <a:srgbClr val="5F7A63"/>
                </a:solidFill>
                <a:latin typeface="Noto Sans TC" pitchFamily="34" charset="0"/>
                <a:ea typeface="Noto Sans TC" pitchFamily="34" charset="-122"/>
                <a:cs typeface="Noto Sans TC" pitchFamily="34" charset="-120"/>
              </a:rPr>
              <a:t>教學建議</a:t>
            </a:r>
            <a:endParaRPr lang="en-US" sz="1125" dirty="0"/>
          </a:p>
        </p:txBody>
      </p:sp>
      <p:sp>
        <p:nvSpPr>
          <p:cNvPr id="4" name="Text 1"/>
          <p:cNvSpPr txBox="1"/>
          <p:nvPr/>
        </p:nvSpPr>
        <p:spPr>
          <a:xfrm>
            <a:off x="1238280" y="1323045"/>
            <a:ext cx="2515332" cy="542971"/>
          </a:xfrm>
          <a:prstGeom prst="rect">
            <a:avLst/>
          </a:prstGeom>
          <a:noFill/>
          <a:ln/>
        </p:spPr>
        <p:txBody>
          <a:bodyPr wrap="square" lIns="0" tIns="0" rIns="0" bIns="0" rtlCol="0" anchor="t"/>
          <a:lstStyle/>
          <a:p>
            <a:pPr algn="l" indent="0" marL="0">
              <a:lnSpc>
                <a:spcPts val="3477"/>
              </a:lnSpc>
              <a:buNone/>
            </a:pPr>
            <a:r>
              <a:rPr lang="en-US" sz="2850" b="1" spc="-57" kern="0" dirty="0">
                <a:solidFill>
                  <a:srgbClr val="241C17"/>
                </a:solidFill>
                <a:latin typeface="Noto Sans TC" pitchFamily="34" charset="0"/>
                <a:ea typeface="Noto Sans TC" pitchFamily="34" charset="-122"/>
                <a:cs typeface="Noto Sans TC" pitchFamily="34" charset="-120"/>
              </a:rPr>
              <a:t> LINE 官方帳號</a:t>
            </a:r>
            <a:endParaRPr lang="en-US" sz="2850" dirty="0"/>
          </a:p>
        </p:txBody>
      </p:sp>
      <p:sp>
        <p:nvSpPr>
          <p:cNvPr id="5" name="Text 2"/>
          <p:cNvSpPr txBox="1"/>
          <p:nvPr/>
        </p:nvSpPr>
        <p:spPr>
          <a:xfrm>
            <a:off x="3107131" y="2240920"/>
            <a:ext cx="696133" cy="200071"/>
          </a:xfrm>
          <a:prstGeom prst="rect">
            <a:avLst/>
          </a:prstGeom>
          <a:noFill/>
          <a:ln/>
        </p:spPr>
        <p:txBody>
          <a:bodyPr wrap="square" lIns="0" tIns="0" rIns="0" bIns="0" rtlCol="0" anchor="t"/>
          <a:lstStyle/>
          <a:p>
            <a:pPr algn="ctr" indent="0" marL="0">
              <a:buNone/>
            </a:pPr>
            <a:r>
              <a:rPr lang="en-US" sz="975" b="1" spc="136" kern="0" dirty="0">
                <a:solidFill>
                  <a:srgbClr val="03934A"/>
                </a:solidFill>
                <a:latin typeface="Noto Sans TC" pitchFamily="34" charset="0"/>
                <a:ea typeface="Noto Sans TC" pitchFamily="34" charset="-122"/>
                <a:cs typeface="Noto Sans TC" pitchFamily="34" charset="-120"/>
              </a:rPr>
              <a:t>建議字數</a:t>
            </a:r>
            <a:endParaRPr lang="en-US" sz="975" dirty="0"/>
          </a:p>
        </p:txBody>
      </p:sp>
      <p:sp>
        <p:nvSpPr>
          <p:cNvPr id="6" name="Text 3"/>
          <p:cNvSpPr txBox="1"/>
          <p:nvPr/>
        </p:nvSpPr>
        <p:spPr>
          <a:xfrm>
            <a:off x="2418222" y="2517160"/>
            <a:ext cx="2073859" cy="733440"/>
          </a:xfrm>
          <a:prstGeom prst="rect">
            <a:avLst/>
          </a:prstGeom>
          <a:noFill/>
          <a:ln/>
        </p:spPr>
        <p:txBody>
          <a:bodyPr wrap="square" lIns="0" tIns="0" rIns="0" bIns="0" rtlCol="0" anchor="t"/>
          <a:lstStyle/>
          <a:p>
            <a:pPr algn="ctr" indent="0" marL="0">
              <a:buNone/>
            </a:pPr>
            <a:r>
              <a:rPr lang="en-US" sz="3900" b="1" spc="-117" kern="0" dirty="0">
                <a:solidFill>
                  <a:srgbClr val="241C17"/>
                </a:solidFill>
                <a:latin typeface="Noto Sans TC" pitchFamily="34" charset="0"/>
                <a:ea typeface="Noto Sans TC" pitchFamily="34" charset="-122"/>
                <a:cs typeface="Noto Sans TC" pitchFamily="34" charset="-120"/>
              </a:rPr>
              <a:t> 30 – 80 </a:t>
            </a:r>
            <a:pPr algn="ctr" indent="0" marL="0">
              <a:buNone/>
            </a:pPr>
            <a:r>
              <a:rPr lang="en-US" sz="1800" b="1" spc="-117" kern="0" dirty="0">
                <a:solidFill>
                  <a:srgbClr val="241C17"/>
                </a:solidFill>
                <a:latin typeface="Noto Sans TC" pitchFamily="34" charset="0"/>
                <a:ea typeface="Noto Sans TC" pitchFamily="34" charset="-122"/>
                <a:cs typeface="Noto Sans TC" pitchFamily="34" charset="-120"/>
              </a:rPr>
              <a:t>字</a:t>
            </a:r>
            <a:endParaRPr lang="en-US" sz="3900" dirty="0"/>
          </a:p>
        </p:txBody>
      </p:sp>
      <p:sp>
        <p:nvSpPr>
          <p:cNvPr id="7" name="Text 4"/>
          <p:cNvSpPr txBox="1"/>
          <p:nvPr/>
        </p:nvSpPr>
        <p:spPr>
          <a:xfrm>
            <a:off x="4110960" y="2821930"/>
            <a:ext cx="345277" cy="352410"/>
          </a:xfrm>
          <a:prstGeom prst="rect">
            <a:avLst/>
          </a:prstGeom>
          <a:noFill/>
          <a:ln/>
        </p:spPr>
        <p:txBody>
          <a:bodyPr wrap="square" lIns="0" tIns="0" rIns="0" bIns="0" rtlCol="0" anchor="t"/>
          <a:lstStyle/>
          <a:p>
            <a:pPr algn="ctr" indent="0" marL="0">
              <a:buNone/>
            </a:pPr>
            <a:r>
              <a:rPr lang="en-US" sz="1800" b="1" spc="-117" kern="0" dirty="0">
                <a:solidFill>
                  <a:srgbClr val="241C17"/>
                </a:solidFill>
                <a:latin typeface="Noto Sans TC" pitchFamily="34" charset="0"/>
                <a:ea typeface="Noto Sans TC" pitchFamily="34" charset="-122"/>
                <a:cs typeface="Noto Sans TC" pitchFamily="34" charset="-120"/>
              </a:rPr>
              <a:t>字</a:t>
            </a:r>
            <a:endParaRPr lang="en-US" sz="1800" dirty="0"/>
          </a:p>
        </p:txBody>
      </p:sp>
      <p:sp>
        <p:nvSpPr>
          <p:cNvPr id="8" name="Text 5"/>
          <p:cNvSpPr txBox="1"/>
          <p:nvPr/>
        </p:nvSpPr>
        <p:spPr>
          <a:xfrm>
            <a:off x="3065617" y="3279130"/>
            <a:ext cx="779160" cy="257221"/>
          </a:xfrm>
          <a:prstGeom prst="rect">
            <a:avLst/>
          </a:prstGeom>
          <a:noFill/>
          <a:ln/>
        </p:spPr>
        <p:txBody>
          <a:bodyPr wrap="square" lIns="0" tIns="0" rIns="0" bIns="0" rtlCol="0" anchor="t"/>
          <a:lstStyle/>
          <a:p>
            <a:pPr algn="ctr" indent="0" marL="0">
              <a:lnSpc>
                <a:spcPts val="2066"/>
              </a:lnSpc>
              <a:buNone/>
            </a:pPr>
            <a:r>
              <a:rPr lang="en-US" sz="1275" dirty="0">
                <a:solidFill>
                  <a:srgbClr val="4A3C33"/>
                </a:solidFill>
                <a:latin typeface="Noto Sans TC" pitchFamily="34" charset="0"/>
                <a:ea typeface="Noto Sans TC" pitchFamily="34" charset="-122"/>
                <a:cs typeface="Noto Sans TC" pitchFamily="34" charset="-120"/>
              </a:rPr>
              <a:t>越短越好</a:t>
            </a:r>
            <a:endParaRPr lang="en-US" sz="1275" dirty="0"/>
          </a:p>
        </p:txBody>
      </p:sp>
      <p:sp>
        <p:nvSpPr>
          <p:cNvPr id="9" name="Text 6"/>
          <p:cNvSpPr txBox="1"/>
          <p:nvPr/>
        </p:nvSpPr>
        <p:spPr>
          <a:xfrm>
            <a:off x="1057321" y="4179540"/>
            <a:ext cx="1645920" cy="648584"/>
          </a:xfrm>
          <a:prstGeom prst="rect">
            <a:avLst/>
          </a:prstGeom>
          <a:noFill/>
          <a:ln/>
        </p:spPr>
        <p:txBody>
          <a:bodyPr wrap="square" lIns="0" tIns="0" rIns="0" bIns="0" rtlCol="0" anchor="t"/>
          <a:lstStyle/>
          <a:p>
            <a:pPr algn="l" indent="0" marL="0">
              <a:lnSpc>
                <a:spcPts val="2558"/>
              </a:lnSpc>
              <a:buNone/>
            </a:pPr>
            <a:r>
              <a:rPr lang="en-US" sz="1650" b="1" dirty="0">
                <a:solidFill>
                  <a:srgbClr val="4A3C33"/>
                </a:solidFill>
                <a:latin typeface="Noto Sans TC" pitchFamily="34" charset="0"/>
                <a:ea typeface="Noto Sans TC" pitchFamily="34" charset="-122"/>
                <a:cs typeface="Noto Sans TC" pitchFamily="34" charset="-120"/>
              </a:rPr>
              <a:t>一則訊息，</a:t>
            </a:r>
            <a:endParaRPr lang="en-US" sz="1650" dirty="0"/>
          </a:p>
          <a:p>
            <a:pPr algn="l" indent="0" marL="0">
              <a:lnSpc>
                <a:spcPts val="2558"/>
              </a:lnSpc>
              <a:buNone/>
            </a:pPr>
            <a:r>
              <a:rPr lang="en-US" sz="1650" b="1" dirty="0">
                <a:solidFill>
                  <a:srgbClr val="4A3C33"/>
                </a:solidFill>
                <a:latin typeface="Noto Sans TC" pitchFamily="34" charset="0"/>
                <a:ea typeface="Noto Sans TC" pitchFamily="34" charset="-122"/>
                <a:cs typeface="Noto Sans TC" pitchFamily="34" charset="-120"/>
              </a:rPr>
              <a:t>只講一件事情。</a:t>
            </a:r>
            <a:endParaRPr lang="en-US" sz="1650" dirty="0"/>
          </a:p>
        </p:txBody>
      </p:sp>
      <p:sp>
        <p:nvSpPr>
          <p:cNvPr id="10" name="Text 7"/>
          <p:cNvSpPr txBox="1"/>
          <p:nvPr/>
        </p:nvSpPr>
        <p:spPr>
          <a:xfrm>
            <a:off x="1292230" y="5324368"/>
            <a:ext cx="722102" cy="228600"/>
          </a:xfrm>
          <a:prstGeom prst="rect">
            <a:avLst/>
          </a:prstGeom>
          <a:noFill/>
          <a:ln/>
        </p:spPr>
        <p:txBody>
          <a:bodyPr wrap="square" lIns="0" tIns="0" rIns="0" bIns="0" rtlCol="0" anchor="t"/>
          <a:lstStyle/>
          <a:p>
            <a:pPr algn="ctr" indent="0" marL="0">
              <a:lnSpc>
                <a:spcPts val="1883"/>
              </a:lnSpc>
              <a:buNone/>
            </a:pPr>
            <a:r>
              <a:rPr lang="en-US" sz="1163" b="1" dirty="0">
                <a:solidFill>
                  <a:srgbClr val="241C17"/>
                </a:solidFill>
                <a:latin typeface="Noto Sans TC" pitchFamily="34" charset="0"/>
                <a:ea typeface="Noto Sans TC" pitchFamily="34" charset="-122"/>
                <a:cs typeface="Noto Sans TC" pitchFamily="34" charset="-120"/>
              </a:rPr>
              <a:t>新品通知</a:t>
            </a:r>
            <a:endParaRPr lang="en-US" sz="1163" dirty="0"/>
          </a:p>
        </p:txBody>
      </p:sp>
      <p:sp>
        <p:nvSpPr>
          <p:cNvPr id="11" name="Text 8"/>
          <p:cNvSpPr txBox="1"/>
          <p:nvPr/>
        </p:nvSpPr>
        <p:spPr>
          <a:xfrm>
            <a:off x="3094055" y="5324368"/>
            <a:ext cx="722102" cy="228600"/>
          </a:xfrm>
          <a:prstGeom prst="rect">
            <a:avLst/>
          </a:prstGeom>
          <a:noFill/>
          <a:ln/>
        </p:spPr>
        <p:txBody>
          <a:bodyPr wrap="square" lIns="0" tIns="0" rIns="0" bIns="0" rtlCol="0" anchor="t"/>
          <a:lstStyle/>
          <a:p>
            <a:pPr algn="ctr" indent="0" marL="0">
              <a:lnSpc>
                <a:spcPts val="1883"/>
              </a:lnSpc>
              <a:buNone/>
            </a:pPr>
            <a:r>
              <a:rPr lang="en-US" sz="1163" b="1" dirty="0">
                <a:solidFill>
                  <a:srgbClr val="241C17"/>
                </a:solidFill>
                <a:latin typeface="Noto Sans TC" pitchFamily="34" charset="0"/>
                <a:ea typeface="Noto Sans TC" pitchFamily="34" charset="-122"/>
                <a:cs typeface="Noto Sans TC" pitchFamily="34" charset="-120"/>
              </a:rPr>
              <a:t>活動通知</a:t>
            </a:r>
            <a:endParaRPr lang="en-US" sz="1163" dirty="0"/>
          </a:p>
        </p:txBody>
      </p:sp>
      <p:sp>
        <p:nvSpPr>
          <p:cNvPr id="12" name="Text 9"/>
          <p:cNvSpPr txBox="1"/>
          <p:nvPr/>
        </p:nvSpPr>
        <p:spPr>
          <a:xfrm>
            <a:off x="4895880" y="5324368"/>
            <a:ext cx="722102" cy="228600"/>
          </a:xfrm>
          <a:prstGeom prst="rect">
            <a:avLst/>
          </a:prstGeom>
          <a:noFill/>
          <a:ln/>
        </p:spPr>
        <p:txBody>
          <a:bodyPr wrap="square" lIns="0" tIns="0" rIns="0" bIns="0" rtlCol="0" anchor="t"/>
          <a:lstStyle/>
          <a:p>
            <a:pPr algn="ctr" indent="0" marL="0">
              <a:lnSpc>
                <a:spcPts val="1883"/>
              </a:lnSpc>
              <a:buNone/>
            </a:pPr>
            <a:r>
              <a:rPr lang="en-US" sz="1163" b="1" dirty="0">
                <a:solidFill>
                  <a:srgbClr val="241C17"/>
                </a:solidFill>
                <a:latin typeface="Noto Sans TC" pitchFamily="34" charset="0"/>
                <a:ea typeface="Noto Sans TC" pitchFamily="34" charset="-122"/>
                <a:cs typeface="Noto Sans TC" pitchFamily="34" charset="-120"/>
              </a:rPr>
              <a:t>預訂通知</a:t>
            </a:r>
            <a:endParaRPr lang="en-US" sz="1163" dirty="0"/>
          </a:p>
        </p:txBody>
      </p:sp>
      <p:sp>
        <p:nvSpPr>
          <p:cNvPr id="13" name="Text 10"/>
          <p:cNvSpPr txBox="1"/>
          <p:nvPr/>
        </p:nvSpPr>
        <p:spPr>
          <a:xfrm>
            <a:off x="7864754" y="5886450"/>
            <a:ext cx="2267803" cy="209580"/>
          </a:xfrm>
          <a:prstGeom prst="rect">
            <a:avLst/>
          </a:prstGeom>
          <a:noFill/>
          <a:ln/>
        </p:spPr>
        <p:txBody>
          <a:bodyPr wrap="square" lIns="0" tIns="0" rIns="0" bIns="0" rtlCol="0" anchor="t"/>
          <a:lstStyle/>
          <a:p>
            <a:pPr algn="ctr" indent="0" marL="0">
              <a:buNone/>
            </a:pPr>
            <a:r>
              <a:rPr lang="en-US" sz="1050" b="1" spc="105" kern="0" dirty="0">
                <a:solidFill>
                  <a:srgbClr val="9C8B7C"/>
                </a:solidFill>
                <a:latin typeface="Noto Sans TC" pitchFamily="34" charset="0"/>
                <a:ea typeface="Noto Sans TC" pitchFamily="34" charset="-122"/>
                <a:cs typeface="Noto Sans TC" pitchFamily="34" charset="-120"/>
              </a:rPr>
              <a:t>短、清楚、告訴他下一步怎麼做</a:t>
            </a:r>
            <a:endParaRPr lang="en-US" sz="1050" dirty="0"/>
          </a:p>
        </p:txBody>
      </p:sp>
      <p:sp>
        <p:nvSpPr>
          <p:cNvPr id="14" name="Text 11"/>
          <p:cNvSpPr txBox="1"/>
          <p:nvPr/>
        </p:nvSpPr>
        <p:spPr>
          <a:xfrm>
            <a:off x="761970" y="6438930"/>
            <a:ext cx="1338042" cy="200071"/>
          </a:xfrm>
          <a:prstGeom prst="rect">
            <a:avLst/>
          </a:prstGeom>
          <a:noFill/>
          <a:ln/>
        </p:spPr>
        <p:txBody>
          <a:bodyPr wrap="square" lIns="0" tIns="0" rIns="0" bIns="0" rtlCol="0" anchor="t"/>
          <a:lstStyle/>
          <a:p>
            <a:pPr algn="l" indent="0" marL="0">
              <a:buNone/>
            </a:pPr>
            <a:r>
              <a:rPr lang="en-US" sz="938" b="1" spc="56" kern="0" dirty="0">
                <a:solidFill>
                  <a:srgbClr val="9C8B7C"/>
                </a:solidFill>
                <a:latin typeface="Noto Sans TC" pitchFamily="34" charset="0"/>
                <a:ea typeface="Noto Sans TC" pitchFamily="34" charset="-122"/>
                <a:cs typeface="Noto Sans TC" pitchFamily="34" charset="-120"/>
              </a:rPr>
              <a:t>PART 5 · 13:22</a:t>
            </a:r>
            <a:endParaRPr lang="en-US" sz="938" dirty="0"/>
          </a:p>
        </p:txBody>
      </p:sp>
      <p:sp>
        <p:nvSpPr>
          <p:cNvPr id="15" name="Text 12"/>
          <p:cNvSpPr txBox="1"/>
          <p:nvPr/>
        </p:nvSpPr>
        <p:spPr>
          <a:xfrm>
            <a:off x="10922599" y="6438930"/>
            <a:ext cx="562630" cy="200071"/>
          </a:xfrm>
          <a:prstGeom prst="rect">
            <a:avLst/>
          </a:prstGeom>
          <a:noFill/>
          <a:ln/>
        </p:spPr>
        <p:txBody>
          <a:bodyPr wrap="square" lIns="0" tIns="0" rIns="0" bIns="0" rtlCol="0" anchor="t"/>
          <a:lstStyle/>
          <a:p>
            <a:pPr algn="l" indent="0" marL="0">
              <a:buNone/>
            </a:pPr>
            <a:r>
              <a:rPr lang="en-US" sz="938" b="1" spc="56" kern="0" dirty="0">
                <a:solidFill>
                  <a:srgbClr val="9C8B7C"/>
                </a:solidFill>
                <a:latin typeface="Noto Sans TC" pitchFamily="34" charset="0"/>
                <a:ea typeface="Noto Sans TC" pitchFamily="34" charset="-122"/>
                <a:cs typeface="Noto Sans TC" pitchFamily="34" charset="-120"/>
              </a:rPr>
              <a:t>37 / 75</a:t>
            </a:r>
            <a:endParaRPr lang="en-US" sz="938"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BF7F1"/>
        </a:solidFill>
      </p:bgPr>
    </p:bg>
    <p:spTree>
      <p:nvGrpSpPr>
        <p:cNvPr id="1" name=""/>
        <p:cNvGrpSpPr/>
        <p:nvPr/>
      </p:nvGrpSpPr>
      <p:grpSpPr>
        <a:xfrm>
          <a:off x="0" y="0"/>
          <a:ext cx="0" cy="0"/>
          <a:chOff x="0" y="0"/>
          <a:chExt cx="0" cy="0"/>
        </a:xfrm>
      </p:grpSpPr>
      <p:pic>
        <p:nvPicPr>
          <p:cNvPr id="2" name="Image 0" descr="/home/user/gogoeveryday/social-course/export-pptx/build/bg/38.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609630" y="601401"/>
            <a:ext cx="1726662" cy="219090"/>
          </a:xfrm>
          <a:prstGeom prst="rect">
            <a:avLst/>
          </a:prstGeom>
          <a:noFill/>
          <a:ln/>
        </p:spPr>
        <p:txBody>
          <a:bodyPr wrap="square" lIns="0" tIns="0" rIns="0" bIns="0" rtlCol="0" anchor="t"/>
          <a:lstStyle/>
          <a:p>
            <a:pPr algn="l" indent="0" marL="0">
              <a:buNone/>
            </a:pPr>
            <a:r>
              <a:rPr lang="en-US" sz="1125" b="1" spc="225" kern="0" dirty="0">
                <a:solidFill>
                  <a:srgbClr val="C05F3C"/>
                </a:solidFill>
                <a:latin typeface="Noto Sans TC" pitchFamily="34" charset="0"/>
                <a:ea typeface="Noto Sans TC" pitchFamily="34" charset="-122"/>
                <a:cs typeface="Noto Sans TC" pitchFamily="34" charset="-120"/>
              </a:rPr>
              <a:t>同一件事，三種寫法</a:t>
            </a:r>
            <a:endParaRPr lang="en-US" sz="1125" dirty="0"/>
          </a:p>
        </p:txBody>
      </p:sp>
      <p:sp>
        <p:nvSpPr>
          <p:cNvPr id="4" name="Text 1"/>
          <p:cNvSpPr txBox="1"/>
          <p:nvPr/>
        </p:nvSpPr>
        <p:spPr>
          <a:xfrm>
            <a:off x="609630" y="906170"/>
            <a:ext cx="2228118" cy="514350"/>
          </a:xfrm>
          <a:prstGeom prst="rect">
            <a:avLst/>
          </a:prstGeom>
          <a:noFill/>
          <a:ln/>
        </p:spPr>
        <p:txBody>
          <a:bodyPr wrap="square" lIns="0" tIns="0" rIns="0" bIns="0" rtlCol="0" anchor="t"/>
          <a:lstStyle/>
          <a:p>
            <a:pPr algn="l" indent="0" marL="0">
              <a:lnSpc>
                <a:spcPts val="3294"/>
              </a:lnSpc>
              <a:buNone/>
            </a:pPr>
            <a:r>
              <a:rPr lang="en-US" sz="2700" b="1" spc="-54" kern="0" dirty="0">
                <a:solidFill>
                  <a:srgbClr val="241C17"/>
                </a:solidFill>
                <a:latin typeface="Noto Sans TC" pitchFamily="34" charset="0"/>
                <a:ea typeface="Noto Sans TC" pitchFamily="34" charset="-122"/>
                <a:cs typeface="Noto Sans TC" pitchFamily="34" charset="-120"/>
              </a:rPr>
              <a:t>手工草莓果醬</a:t>
            </a:r>
            <a:endParaRPr lang="en-US" sz="2700" dirty="0"/>
          </a:p>
        </p:txBody>
      </p:sp>
      <p:sp>
        <p:nvSpPr>
          <p:cNvPr id="5" name="Text 2"/>
          <p:cNvSpPr txBox="1"/>
          <p:nvPr/>
        </p:nvSpPr>
        <p:spPr>
          <a:xfrm>
            <a:off x="828721" y="1781617"/>
            <a:ext cx="918149" cy="247620"/>
          </a:xfrm>
          <a:prstGeom prst="rect">
            <a:avLst/>
          </a:prstGeom>
          <a:noFill/>
          <a:ln/>
        </p:spPr>
        <p:txBody>
          <a:bodyPr wrap="square" lIns="0" tIns="0" rIns="0" bIns="0" rtlCol="0" anchor="t"/>
          <a:lstStyle/>
          <a:p>
            <a:pPr algn="l" indent="0" marL="0">
              <a:buNone/>
            </a:pPr>
            <a:r>
              <a:rPr lang="en-US" sz="1200" dirty="0">
                <a:solidFill>
                  <a:srgbClr val="1877F2"/>
                </a:solidFill>
                <a:latin typeface="Noto Sans TC" pitchFamily="34" charset="0"/>
                <a:ea typeface="Noto Sans TC" pitchFamily="34" charset="-122"/>
                <a:cs typeface="Noto Sans TC" pitchFamily="34" charset="-120"/>
              </a:rPr>
              <a:t>FACEBOOK</a:t>
            </a:r>
            <a:endParaRPr lang="en-US" sz="1200" dirty="0"/>
          </a:p>
        </p:txBody>
      </p:sp>
      <p:sp>
        <p:nvSpPr>
          <p:cNvPr id="6" name="Text 3"/>
          <p:cNvSpPr txBox="1"/>
          <p:nvPr/>
        </p:nvSpPr>
        <p:spPr>
          <a:xfrm>
            <a:off x="828721" y="2162647"/>
            <a:ext cx="3271449" cy="1719255"/>
          </a:xfrm>
          <a:prstGeom prst="rect">
            <a:avLst/>
          </a:prstGeom>
          <a:noFill/>
          <a:ln/>
        </p:spPr>
        <p:txBody>
          <a:bodyPr wrap="square" lIns="0" tIns="0" rIns="0" bIns="0" rtlCol="0" anchor="t"/>
          <a:lstStyle/>
          <a:p>
            <a:pPr algn="l" indent="0" marL="0">
              <a:lnSpc>
                <a:spcPts val="1969"/>
              </a:lnSpc>
              <a:buNone/>
            </a:pPr>
            <a:r>
              <a:rPr lang="en-US" sz="1125" dirty="0">
                <a:solidFill>
                  <a:srgbClr val="4A3C33"/>
                </a:solidFill>
                <a:latin typeface="Noto Sans TC" pitchFamily="34" charset="0"/>
                <a:ea typeface="Noto Sans TC" pitchFamily="34" charset="-122"/>
                <a:cs typeface="Noto Sans TC" pitchFamily="34" charset="-120"/>
              </a:rPr>
              <a:t> 今天早上到大湖收了一批草莓，紅得發亮。</a:t>
            </a:r>
            <a:endParaRPr lang="en-US" sz="1125" dirty="0"/>
          </a:p>
          <a:p>
            <a:pPr algn="l" indent="0" marL="0">
              <a:lnSpc>
                <a:spcPts val="1969"/>
              </a:lnSpc>
              <a:buNone/>
            </a:pPr>
            <a:r>
              <a:rPr lang="en-US" sz="1125" dirty="0">
                <a:solidFill>
                  <a:srgbClr val="4A3C33"/>
                </a:solidFill>
                <a:latin typeface="Noto Sans TC" pitchFamily="34" charset="0"/>
                <a:ea typeface="Noto Sans TC" pitchFamily="34" charset="-122"/>
                <a:cs typeface="Noto Sans TC" pitchFamily="34" charset="-120"/>
              </a:rPr>
              <a:t> 草莓果醬很花時間，要一顆一顆去蒂，小火慢慢熬，一鍋大概只能做 20 瓶。 有客人問為什麼不做多一點，因為煮太多鍋，味道就跑掉了。</a:t>
            </a:r>
            <a:endParaRPr lang="en-US" sz="1125" dirty="0"/>
          </a:p>
          <a:p>
            <a:pPr algn="l" indent="0" marL="0">
              <a:lnSpc>
                <a:spcPts val="1969"/>
              </a:lnSpc>
              <a:buNone/>
            </a:pPr>
            <a:r>
              <a:rPr lang="en-US" sz="1125" dirty="0">
                <a:solidFill>
                  <a:srgbClr val="4A3C33"/>
                </a:solidFill>
                <a:latin typeface="Noto Sans TC" pitchFamily="34" charset="0"/>
                <a:ea typeface="Noto Sans TC" pitchFamily="34" charset="-122"/>
                <a:cs typeface="Noto Sans TC" pitchFamily="34" charset="-120"/>
              </a:rPr>
              <a:t> 這週三西屯市集，歡迎過來試吃 🍓</a:t>
            </a:r>
            <a:endParaRPr lang="en-US" sz="1125" dirty="0"/>
          </a:p>
        </p:txBody>
      </p:sp>
      <p:sp>
        <p:nvSpPr>
          <p:cNvPr id="7" name="Text 4"/>
          <p:cNvSpPr txBox="1"/>
          <p:nvPr/>
        </p:nvSpPr>
        <p:spPr>
          <a:xfrm>
            <a:off x="828721" y="4212915"/>
            <a:ext cx="1918503" cy="228600"/>
          </a:xfrm>
          <a:prstGeom prst="rect">
            <a:avLst/>
          </a:prstGeom>
          <a:noFill/>
          <a:ln/>
        </p:spPr>
        <p:txBody>
          <a:bodyPr wrap="square" lIns="0" tIns="0" rIns="0" bIns="0" rtlCol="0" anchor="t"/>
          <a:lstStyle/>
          <a:p>
            <a:pPr algn="l" indent="0" marL="0">
              <a:lnSpc>
                <a:spcPts val="1802"/>
              </a:lnSpc>
              <a:buNone/>
            </a:pPr>
            <a:r>
              <a:rPr lang="en-US" sz="1163" b="1" dirty="0">
                <a:solidFill>
                  <a:srgbClr val="9C8B7C"/>
                </a:solidFill>
                <a:latin typeface="Noto Sans TC" pitchFamily="34" charset="0"/>
                <a:ea typeface="Noto Sans TC" pitchFamily="34" charset="-122"/>
                <a:cs typeface="Noto Sans TC" pitchFamily="34" charset="-120"/>
              </a:rPr>
              <a:t>約 130 字 · 講過程與原因</a:t>
            </a:r>
            <a:endParaRPr lang="en-US" sz="1163" dirty="0"/>
          </a:p>
        </p:txBody>
      </p:sp>
      <p:sp>
        <p:nvSpPr>
          <p:cNvPr id="8" name="Text 5"/>
          <p:cNvSpPr txBox="1"/>
          <p:nvPr/>
        </p:nvSpPr>
        <p:spPr>
          <a:xfrm>
            <a:off x="4524360" y="1781617"/>
            <a:ext cx="976305" cy="247620"/>
          </a:xfrm>
          <a:prstGeom prst="rect">
            <a:avLst/>
          </a:prstGeom>
          <a:noFill/>
          <a:ln/>
        </p:spPr>
        <p:txBody>
          <a:bodyPr wrap="square" lIns="0" tIns="0" rIns="0" bIns="0" rtlCol="0" anchor="t"/>
          <a:lstStyle/>
          <a:p>
            <a:pPr algn="l" indent="0" marL="0">
              <a:buNone/>
            </a:pPr>
            <a:r>
              <a:rPr lang="en-US" sz="1200" dirty="0">
                <a:solidFill>
                  <a:srgbClr val="E1306C"/>
                </a:solidFill>
                <a:latin typeface="Noto Sans TC" pitchFamily="34" charset="0"/>
                <a:ea typeface="Noto Sans TC" pitchFamily="34" charset="-122"/>
                <a:cs typeface="Noto Sans TC" pitchFamily="34" charset="-120"/>
              </a:rPr>
              <a:t>INSTAGRAM</a:t>
            </a:r>
            <a:endParaRPr lang="en-US" sz="1200" dirty="0"/>
          </a:p>
        </p:txBody>
      </p:sp>
      <p:sp>
        <p:nvSpPr>
          <p:cNvPr id="9" name="Text 6"/>
          <p:cNvSpPr txBox="1"/>
          <p:nvPr/>
        </p:nvSpPr>
        <p:spPr>
          <a:xfrm>
            <a:off x="4524360" y="2162647"/>
            <a:ext cx="2339401" cy="1661556"/>
          </a:xfrm>
          <a:prstGeom prst="rect">
            <a:avLst/>
          </a:prstGeom>
          <a:noFill/>
          <a:ln/>
        </p:spPr>
        <p:txBody>
          <a:bodyPr wrap="square" lIns="0" tIns="0" rIns="0" bIns="0" rtlCol="0" anchor="t"/>
          <a:lstStyle/>
          <a:p>
            <a:pPr algn="l" indent="0" marL="0">
              <a:lnSpc>
                <a:spcPts val="2227"/>
              </a:lnSpc>
              <a:buNone/>
            </a:pPr>
            <a:r>
              <a:rPr lang="en-US" sz="1238" dirty="0">
                <a:solidFill>
                  <a:srgbClr val="4A3C33"/>
                </a:solidFill>
                <a:latin typeface="Noto Sans TC" pitchFamily="34" charset="0"/>
                <a:ea typeface="Noto Sans TC" pitchFamily="34" charset="-122"/>
                <a:cs typeface="Noto Sans TC" pitchFamily="34" charset="-120"/>
              </a:rPr>
              <a:t> 把春天裝進一瓶草莓果醬裡 🍓</a:t>
            </a:r>
            <a:endParaRPr lang="en-US" sz="1238" dirty="0"/>
          </a:p>
          <a:p>
            <a:pPr algn="l" indent="0" marL="0">
              <a:lnSpc>
                <a:spcPts val="2227"/>
              </a:lnSpc>
              <a:buNone/>
            </a:pPr>
            <a:r>
              <a:rPr lang="en-US" sz="1238" dirty="0">
                <a:solidFill>
                  <a:srgbClr val="4A3C33"/>
                </a:solidFill>
                <a:latin typeface="Noto Sans TC" pitchFamily="34" charset="0"/>
                <a:ea typeface="Noto Sans TC" pitchFamily="34" charset="-122"/>
                <a:cs typeface="Noto Sans TC" pitchFamily="34" charset="-120"/>
              </a:rPr>
              <a:t> 一鍋只煮 20 瓶，</a:t>
            </a:r>
            <a:endParaRPr lang="en-US" sz="1238" dirty="0"/>
          </a:p>
          <a:p>
            <a:pPr algn="l" indent="0" marL="0">
              <a:lnSpc>
                <a:spcPts val="2227"/>
              </a:lnSpc>
              <a:buNone/>
            </a:pPr>
            <a:r>
              <a:rPr lang="en-US" sz="1238" dirty="0">
                <a:solidFill>
                  <a:srgbClr val="4A3C33"/>
                </a:solidFill>
                <a:latin typeface="Noto Sans TC" pitchFamily="34" charset="0"/>
                <a:ea typeface="Noto Sans TC" pitchFamily="34" charset="-122"/>
                <a:cs typeface="Noto Sans TC" pitchFamily="34" charset="-120"/>
              </a:rPr>
              <a:t>因為煮太多，味道就跑掉了。</a:t>
            </a:r>
            <a:endParaRPr lang="en-US" sz="1238" dirty="0"/>
          </a:p>
          <a:p>
            <a:pPr algn="l" indent="0" marL="0">
              <a:lnSpc>
                <a:spcPts val="2227"/>
              </a:lnSpc>
              <a:buNone/>
            </a:pPr>
            <a:r>
              <a:rPr lang="en-US" sz="1238" dirty="0">
                <a:solidFill>
                  <a:srgbClr val="4A3C33"/>
                </a:solidFill>
                <a:latin typeface="Noto Sans TC" pitchFamily="34" charset="0"/>
                <a:ea typeface="Noto Sans TC" pitchFamily="34" charset="-122"/>
                <a:cs typeface="Noto Sans TC" pitchFamily="34" charset="-120"/>
              </a:rPr>
              <a:t> 週三 · 西屯市集見</a:t>
            </a:r>
            <a:endParaRPr lang="en-US" sz="1238" dirty="0"/>
          </a:p>
        </p:txBody>
      </p:sp>
      <p:sp>
        <p:nvSpPr>
          <p:cNvPr id="10" name="Text 7"/>
          <p:cNvSpPr txBox="1"/>
          <p:nvPr/>
        </p:nvSpPr>
        <p:spPr>
          <a:xfrm>
            <a:off x="4657771" y="4030675"/>
            <a:ext cx="765444" cy="219090"/>
          </a:xfrm>
          <a:prstGeom prst="rect">
            <a:avLst/>
          </a:prstGeom>
          <a:noFill/>
          <a:ln/>
        </p:spPr>
        <p:txBody>
          <a:bodyPr wrap="square" lIns="0" tIns="0" rIns="0" bIns="0" rtlCol="0" anchor="t"/>
          <a:lstStyle/>
          <a:p>
            <a:pPr algn="l" indent="0" marL="0">
              <a:buNone/>
            </a:pPr>
            <a:r>
              <a:rPr lang="en-US" sz="1088" b="1" dirty="0">
                <a:solidFill>
                  <a:srgbClr val="6D4356"/>
                </a:solidFill>
                <a:latin typeface="Noto Sans TC" pitchFamily="34" charset="0"/>
                <a:ea typeface="Noto Sans TC" pitchFamily="34" charset="-122"/>
                <a:cs typeface="Noto Sans TC" pitchFamily="34" charset="-120"/>
              </a:rPr>
              <a:t>#台中果醬</a:t>
            </a:r>
            <a:endParaRPr lang="en-US" sz="1088" dirty="0"/>
          </a:p>
        </p:txBody>
      </p:sp>
      <p:sp>
        <p:nvSpPr>
          <p:cNvPr id="11" name="Text 8"/>
          <p:cNvSpPr txBox="1"/>
          <p:nvPr/>
        </p:nvSpPr>
        <p:spPr>
          <a:xfrm>
            <a:off x="5653644" y="4030675"/>
            <a:ext cx="765444" cy="219090"/>
          </a:xfrm>
          <a:prstGeom prst="rect">
            <a:avLst/>
          </a:prstGeom>
          <a:noFill/>
          <a:ln/>
        </p:spPr>
        <p:txBody>
          <a:bodyPr wrap="square" lIns="0" tIns="0" rIns="0" bIns="0" rtlCol="0" anchor="t"/>
          <a:lstStyle/>
          <a:p>
            <a:pPr algn="l" indent="0" marL="0">
              <a:buNone/>
            </a:pPr>
            <a:r>
              <a:rPr lang="en-US" sz="1088" b="1" dirty="0">
                <a:solidFill>
                  <a:srgbClr val="6D4356"/>
                </a:solidFill>
                <a:latin typeface="Noto Sans TC" pitchFamily="34" charset="0"/>
                <a:ea typeface="Noto Sans TC" pitchFamily="34" charset="-122"/>
                <a:cs typeface="Noto Sans TC" pitchFamily="34" charset="-120"/>
              </a:rPr>
              <a:t>#手工果醬</a:t>
            </a:r>
            <a:endParaRPr lang="en-US" sz="1088" dirty="0"/>
          </a:p>
        </p:txBody>
      </p:sp>
      <p:sp>
        <p:nvSpPr>
          <p:cNvPr id="12" name="Text 9"/>
          <p:cNvSpPr txBox="1"/>
          <p:nvPr/>
        </p:nvSpPr>
        <p:spPr>
          <a:xfrm>
            <a:off x="6649608" y="4030675"/>
            <a:ext cx="765444" cy="219090"/>
          </a:xfrm>
          <a:prstGeom prst="rect">
            <a:avLst/>
          </a:prstGeom>
          <a:noFill/>
          <a:ln/>
        </p:spPr>
        <p:txBody>
          <a:bodyPr wrap="square" lIns="0" tIns="0" rIns="0" bIns="0" rtlCol="0" anchor="t"/>
          <a:lstStyle/>
          <a:p>
            <a:pPr algn="l" indent="0" marL="0">
              <a:buNone/>
            </a:pPr>
            <a:r>
              <a:rPr lang="en-US" sz="1088" b="1" dirty="0">
                <a:solidFill>
                  <a:srgbClr val="6D4356"/>
                </a:solidFill>
                <a:latin typeface="Noto Sans TC" pitchFamily="34" charset="0"/>
                <a:ea typeface="Noto Sans TC" pitchFamily="34" charset="-122"/>
                <a:cs typeface="Noto Sans TC" pitchFamily="34" charset="-120"/>
              </a:rPr>
              <a:t>#西屯市集</a:t>
            </a:r>
            <a:endParaRPr lang="en-US" sz="1088" dirty="0"/>
          </a:p>
        </p:txBody>
      </p:sp>
      <p:sp>
        <p:nvSpPr>
          <p:cNvPr id="13" name="Text 10"/>
          <p:cNvSpPr txBox="1"/>
          <p:nvPr/>
        </p:nvSpPr>
        <p:spPr>
          <a:xfrm>
            <a:off x="4524360" y="4626041"/>
            <a:ext cx="1669786" cy="228600"/>
          </a:xfrm>
          <a:prstGeom prst="rect">
            <a:avLst/>
          </a:prstGeom>
          <a:noFill/>
          <a:ln/>
        </p:spPr>
        <p:txBody>
          <a:bodyPr wrap="square" lIns="0" tIns="0" rIns="0" bIns="0" rtlCol="0" anchor="t"/>
          <a:lstStyle/>
          <a:p>
            <a:pPr algn="l" indent="0" marL="0">
              <a:lnSpc>
                <a:spcPts val="1802"/>
              </a:lnSpc>
              <a:buNone/>
            </a:pPr>
            <a:r>
              <a:rPr lang="en-US" sz="1163" b="1" dirty="0">
                <a:solidFill>
                  <a:srgbClr val="9C8B7C"/>
                </a:solidFill>
                <a:latin typeface="Noto Sans TC" pitchFamily="34" charset="0"/>
                <a:ea typeface="Noto Sans TC" pitchFamily="34" charset="-122"/>
                <a:cs typeface="Noto Sans TC" pitchFamily="34" charset="-120"/>
              </a:rPr>
              <a:t>約 60 字 · 圖片是主角</a:t>
            </a:r>
            <a:endParaRPr lang="en-US" sz="1163" dirty="0"/>
          </a:p>
        </p:txBody>
      </p:sp>
      <p:sp>
        <p:nvSpPr>
          <p:cNvPr id="14" name="Text 11"/>
          <p:cNvSpPr txBox="1"/>
          <p:nvPr/>
        </p:nvSpPr>
        <p:spPr>
          <a:xfrm>
            <a:off x="8220090" y="1781617"/>
            <a:ext cx="458846" cy="247620"/>
          </a:xfrm>
          <a:prstGeom prst="rect">
            <a:avLst/>
          </a:prstGeom>
          <a:noFill/>
          <a:ln/>
        </p:spPr>
        <p:txBody>
          <a:bodyPr wrap="square" lIns="0" tIns="0" rIns="0" bIns="0" rtlCol="0" anchor="t"/>
          <a:lstStyle/>
          <a:p>
            <a:pPr algn="l" indent="0" marL="0">
              <a:buNone/>
            </a:pPr>
            <a:r>
              <a:rPr lang="en-US" sz="1200" dirty="0">
                <a:solidFill>
                  <a:srgbClr val="03934A"/>
                </a:solidFill>
                <a:latin typeface="Noto Sans TC" pitchFamily="34" charset="0"/>
                <a:ea typeface="Noto Sans TC" pitchFamily="34" charset="-122"/>
                <a:cs typeface="Noto Sans TC" pitchFamily="34" charset="-120"/>
              </a:rPr>
              <a:t>LINE</a:t>
            </a:r>
            <a:endParaRPr lang="en-US" sz="1200" dirty="0"/>
          </a:p>
        </p:txBody>
      </p:sp>
      <p:sp>
        <p:nvSpPr>
          <p:cNvPr id="15" name="Text 12"/>
          <p:cNvSpPr txBox="1"/>
          <p:nvPr/>
        </p:nvSpPr>
        <p:spPr>
          <a:xfrm>
            <a:off x="8220090" y="2162647"/>
            <a:ext cx="2006651" cy="1661556"/>
          </a:xfrm>
          <a:prstGeom prst="rect">
            <a:avLst/>
          </a:prstGeom>
          <a:noFill/>
          <a:ln/>
        </p:spPr>
        <p:txBody>
          <a:bodyPr wrap="square" lIns="0" tIns="0" rIns="0" bIns="0" rtlCol="0" anchor="t"/>
          <a:lstStyle/>
          <a:p>
            <a:pPr algn="l" indent="0" marL="0">
              <a:lnSpc>
                <a:spcPts val="2227"/>
              </a:lnSpc>
              <a:buNone/>
            </a:pPr>
            <a:r>
              <a:rPr lang="en-US" sz="1238" b="1" dirty="0">
                <a:solidFill>
                  <a:srgbClr val="4A3C33"/>
                </a:solidFill>
                <a:latin typeface="Noto Sans TC" pitchFamily="34" charset="0"/>
                <a:ea typeface="Noto Sans TC" pitchFamily="34" charset="-122"/>
                <a:cs typeface="Noto Sans TC" pitchFamily="34" charset="-120"/>
              </a:rPr>
              <a:t> 🍓 草莓果醬本週開放預訂</a:t>
            </a:r>
            <a:endParaRPr lang="en-US" sz="1238" dirty="0"/>
          </a:p>
          <a:p>
            <a:pPr algn="l" indent="0" marL="0">
              <a:lnSpc>
                <a:spcPts val="2227"/>
              </a:lnSpc>
              <a:buNone/>
            </a:pPr>
            <a:r>
              <a:rPr lang="en-US" sz="1238" b="1" dirty="0">
                <a:solidFill>
                  <a:srgbClr val="4A3C33"/>
                </a:solidFill>
                <a:latin typeface="Noto Sans TC" pitchFamily="34" charset="0"/>
                <a:ea typeface="Noto Sans TC" pitchFamily="34" charset="-122"/>
                <a:cs typeface="Noto Sans TC" pitchFamily="34" charset="-120"/>
              </a:rPr>
              <a:t> 每瓶 250 元</a:t>
            </a:r>
            <a:endParaRPr lang="en-US" sz="1238" dirty="0"/>
          </a:p>
          <a:p>
            <a:pPr algn="l" indent="0" marL="0">
              <a:lnSpc>
                <a:spcPts val="2227"/>
              </a:lnSpc>
              <a:buNone/>
            </a:pPr>
            <a:r>
              <a:rPr lang="en-US" sz="1238" b="1" dirty="0">
                <a:solidFill>
                  <a:srgbClr val="4A3C33"/>
                </a:solidFill>
                <a:latin typeface="Noto Sans TC" pitchFamily="34" charset="0"/>
                <a:ea typeface="Noto Sans TC" pitchFamily="34" charset="-122"/>
                <a:cs typeface="Noto Sans TC" pitchFamily="34" charset="-120"/>
              </a:rPr>
              <a:t> 想預訂請直接回覆</a:t>
            </a:r>
            <a:endParaRPr lang="en-US" sz="1238" dirty="0"/>
          </a:p>
          <a:p>
            <a:pPr algn="l" indent="0" marL="0">
              <a:lnSpc>
                <a:spcPts val="2227"/>
              </a:lnSpc>
              <a:buNone/>
            </a:pPr>
            <a:r>
              <a:rPr lang="en-US" sz="1238" b="1" dirty="0">
                <a:solidFill>
                  <a:srgbClr val="4A3C33"/>
                </a:solidFill>
                <a:latin typeface="Noto Sans TC" pitchFamily="34" charset="0"/>
                <a:ea typeface="Noto Sans TC" pitchFamily="34" charset="-122"/>
                <a:cs typeface="Noto Sans TC" pitchFamily="34" charset="-120"/>
              </a:rPr>
              <a:t>「草莓＋數量」</a:t>
            </a:r>
            <a:endParaRPr lang="en-US" sz="1238" dirty="0"/>
          </a:p>
        </p:txBody>
      </p:sp>
      <p:sp>
        <p:nvSpPr>
          <p:cNvPr id="16" name="Text 13"/>
          <p:cNvSpPr txBox="1"/>
          <p:nvPr/>
        </p:nvSpPr>
        <p:spPr>
          <a:xfrm>
            <a:off x="8220090" y="4159331"/>
            <a:ext cx="1826148" cy="228600"/>
          </a:xfrm>
          <a:prstGeom prst="rect">
            <a:avLst/>
          </a:prstGeom>
          <a:noFill/>
          <a:ln/>
        </p:spPr>
        <p:txBody>
          <a:bodyPr wrap="square" lIns="0" tIns="0" rIns="0" bIns="0" rtlCol="0" anchor="t"/>
          <a:lstStyle/>
          <a:p>
            <a:pPr algn="l" indent="0" marL="0">
              <a:lnSpc>
                <a:spcPts val="1802"/>
              </a:lnSpc>
              <a:buNone/>
            </a:pPr>
            <a:r>
              <a:rPr lang="en-US" sz="1163" b="1" dirty="0">
                <a:solidFill>
                  <a:srgbClr val="9C8B7C"/>
                </a:solidFill>
                <a:latin typeface="Noto Sans TC" pitchFamily="34" charset="0"/>
                <a:ea typeface="Noto Sans TC" pitchFamily="34" charset="-122"/>
                <a:cs typeface="Noto Sans TC" pitchFamily="34" charset="-120"/>
              </a:rPr>
              <a:t>約 40 字 · 直接說怎麼買</a:t>
            </a:r>
            <a:endParaRPr lang="en-US" sz="1163" dirty="0"/>
          </a:p>
        </p:txBody>
      </p:sp>
      <p:sp>
        <p:nvSpPr>
          <p:cNvPr id="17" name="Text 14"/>
          <p:cNvSpPr txBox="1"/>
          <p:nvPr/>
        </p:nvSpPr>
        <p:spPr>
          <a:xfrm>
            <a:off x="1343071" y="5554889"/>
            <a:ext cx="4270888" cy="532364"/>
          </a:xfrm>
          <a:prstGeom prst="rect">
            <a:avLst/>
          </a:prstGeom>
          <a:noFill/>
          <a:ln/>
        </p:spPr>
        <p:txBody>
          <a:bodyPr wrap="square" lIns="0" tIns="0" rIns="0" bIns="0" rtlCol="0" anchor="t"/>
          <a:lstStyle/>
          <a:p>
            <a:pPr algn="l" indent="0" marL="0">
              <a:lnSpc>
                <a:spcPts val="2092"/>
              </a:lnSpc>
              <a:buNone/>
            </a:pPr>
            <a:r>
              <a:rPr lang="en-US" sz="1350" b="1" dirty="0">
                <a:solidFill>
                  <a:srgbClr val="4A3C33"/>
                </a:solidFill>
                <a:latin typeface="Noto Sans TC" pitchFamily="34" charset="0"/>
                <a:ea typeface="Noto Sans TC" pitchFamily="34" charset="-122"/>
                <a:cs typeface="Noto Sans TC" pitchFamily="34" charset="-120"/>
              </a:rPr>
              <a:t> 寫法不同，但講的是</a:t>
            </a:r>
            <a:pPr algn="l" indent="0" marL="0">
              <a:lnSpc>
                <a:spcPts val="2092"/>
              </a:lnSpc>
              <a:buNone/>
            </a:pPr>
            <a:r>
              <a:rPr lang="en-US" sz="1350" b="1" dirty="0">
                <a:solidFill>
                  <a:srgbClr val="4A3C33"/>
                </a:solidFill>
                <a:latin typeface="Noto Sans TC" pitchFamily="34" charset="0"/>
                <a:ea typeface="Noto Sans TC" pitchFamily="34" charset="-122"/>
                <a:cs typeface="Noto Sans TC" pitchFamily="34" charset="-120"/>
              </a:rPr>
              <a:t>同一件事</a:t>
            </a:r>
            <a:pPr algn="l" indent="0" marL="0">
              <a:lnSpc>
                <a:spcPts val="2092"/>
              </a:lnSpc>
              <a:buNone/>
            </a:pPr>
            <a:r>
              <a:rPr lang="en-US" sz="1350" b="1" dirty="0">
                <a:solidFill>
                  <a:srgbClr val="4A3C33"/>
                </a:solidFill>
                <a:latin typeface="Noto Sans TC" pitchFamily="34" charset="0"/>
                <a:ea typeface="Noto Sans TC" pitchFamily="34" charset="-122"/>
                <a:cs typeface="Noto Sans TC" pitchFamily="34" charset="-120"/>
              </a:rPr>
              <a:t>：一鍋只煮 20 瓶。</a:t>
            </a:r>
            <a:endParaRPr lang="en-US" sz="1350" dirty="0"/>
          </a:p>
          <a:p>
            <a:pPr algn="l" indent="0" marL="0">
              <a:lnSpc>
                <a:spcPts val="2092"/>
              </a:lnSpc>
              <a:buNone/>
            </a:pPr>
            <a:r>
              <a:rPr lang="en-US" sz="1350" b="1" dirty="0">
                <a:solidFill>
                  <a:srgbClr val="4A3C33"/>
                </a:solidFill>
                <a:latin typeface="Noto Sans TC" pitchFamily="34" charset="0"/>
                <a:ea typeface="Noto Sans TC" pitchFamily="34" charset="-122"/>
                <a:cs typeface="Noto Sans TC" pitchFamily="34" charset="-120"/>
              </a:rPr>
              <a:t>先寫最長的那一篇，再刪成短的</a:t>
            </a:r>
            <a:pPr algn="l" indent="0" marL="0">
              <a:lnSpc>
                <a:spcPts val="2092"/>
              </a:lnSpc>
              <a:buNone/>
            </a:pPr>
            <a:r>
              <a:rPr lang="en-US" sz="1350" b="1" dirty="0">
                <a:solidFill>
                  <a:srgbClr val="4A3C33"/>
                </a:solidFill>
                <a:latin typeface="Noto Sans TC" pitchFamily="34" charset="0"/>
                <a:ea typeface="Noto Sans TC" pitchFamily="34" charset="-122"/>
                <a:cs typeface="Noto Sans TC" pitchFamily="34" charset="-120"/>
              </a:rPr>
              <a:t>，是最省力的做法。</a:t>
            </a:r>
            <a:endParaRPr lang="en-US" sz="1350" dirty="0"/>
          </a:p>
        </p:txBody>
      </p:sp>
      <p:sp>
        <p:nvSpPr>
          <p:cNvPr id="18" name="Text 15"/>
          <p:cNvSpPr txBox="1"/>
          <p:nvPr/>
        </p:nvSpPr>
        <p:spPr>
          <a:xfrm>
            <a:off x="2886121" y="5554889"/>
            <a:ext cx="817839" cy="266730"/>
          </a:xfrm>
          <a:prstGeom prst="rect">
            <a:avLst/>
          </a:prstGeom>
          <a:noFill/>
          <a:ln/>
        </p:spPr>
        <p:txBody>
          <a:bodyPr wrap="square" lIns="0" tIns="0" rIns="0" bIns="0" rtlCol="0" anchor="t"/>
          <a:lstStyle/>
          <a:p>
            <a:pPr algn="l" indent="0" marL="0">
              <a:lnSpc>
                <a:spcPts val="2092"/>
              </a:lnSpc>
              <a:buNone/>
            </a:pPr>
            <a:r>
              <a:rPr lang="en-US" sz="1350" b="1" dirty="0">
                <a:solidFill>
                  <a:srgbClr val="4A3C33"/>
                </a:solidFill>
                <a:latin typeface="Noto Sans TC" pitchFamily="34" charset="0"/>
                <a:ea typeface="Noto Sans TC" pitchFamily="34" charset="-122"/>
                <a:cs typeface="Noto Sans TC" pitchFamily="34" charset="-120"/>
              </a:rPr>
              <a:t>同一件事</a:t>
            </a:r>
            <a:endParaRPr lang="en-US" sz="1350" dirty="0"/>
          </a:p>
        </p:txBody>
      </p:sp>
      <p:sp>
        <p:nvSpPr>
          <p:cNvPr id="19" name="Text 16"/>
          <p:cNvSpPr txBox="1"/>
          <p:nvPr/>
        </p:nvSpPr>
        <p:spPr>
          <a:xfrm>
            <a:off x="1343071" y="5820522"/>
            <a:ext cx="2635209" cy="266730"/>
          </a:xfrm>
          <a:prstGeom prst="rect">
            <a:avLst/>
          </a:prstGeom>
          <a:noFill/>
          <a:ln/>
        </p:spPr>
        <p:txBody>
          <a:bodyPr wrap="square" lIns="0" tIns="0" rIns="0" bIns="0" rtlCol="0" anchor="t"/>
          <a:lstStyle/>
          <a:p>
            <a:pPr algn="l" indent="0" marL="0">
              <a:lnSpc>
                <a:spcPts val="2092"/>
              </a:lnSpc>
              <a:buNone/>
            </a:pPr>
            <a:r>
              <a:rPr lang="en-US" sz="1350" b="1" dirty="0">
                <a:solidFill>
                  <a:srgbClr val="4A3C33"/>
                </a:solidFill>
                <a:latin typeface="Noto Sans TC" pitchFamily="34" charset="0"/>
                <a:ea typeface="Noto Sans TC" pitchFamily="34" charset="-122"/>
                <a:cs typeface="Noto Sans TC" pitchFamily="34" charset="-120"/>
              </a:rPr>
              <a:t>先寫最長的那一篇，再刪成短的</a:t>
            </a:r>
            <a:endParaRPr lang="en-US" sz="1350" dirty="0"/>
          </a:p>
        </p:txBody>
      </p:sp>
      <p:sp>
        <p:nvSpPr>
          <p:cNvPr id="20" name="Text 17"/>
          <p:cNvSpPr txBox="1"/>
          <p:nvPr/>
        </p:nvSpPr>
        <p:spPr>
          <a:xfrm>
            <a:off x="10757550" y="304770"/>
            <a:ext cx="565739" cy="209580"/>
          </a:xfrm>
          <a:prstGeom prst="rect">
            <a:avLst/>
          </a:prstGeom>
          <a:noFill/>
          <a:ln/>
        </p:spPr>
        <p:txBody>
          <a:bodyPr wrap="square" lIns="0" tIns="0" rIns="0" bIns="0" rtlCol="0" anchor="t"/>
          <a:lstStyle/>
          <a:p>
            <a:pPr algn="l" indent="0" marL="0">
              <a:buNone/>
            </a:pPr>
            <a:r>
              <a:rPr lang="en-US" sz="1013" b="1" spc="142" kern="0" dirty="0">
                <a:solidFill>
                  <a:srgbClr val="FBF7F1"/>
                </a:solidFill>
                <a:latin typeface="Noto Sans TC" pitchFamily="34" charset="0"/>
                <a:ea typeface="Noto Sans TC" pitchFamily="34" charset="-122"/>
                <a:cs typeface="Noto Sans TC" pitchFamily="34" charset="-120"/>
              </a:rPr>
              <a:t>講義 4</a:t>
            </a:r>
            <a:endParaRPr lang="en-US" sz="1013" dirty="0"/>
          </a:p>
        </p:txBody>
      </p:sp>
      <p:sp>
        <p:nvSpPr>
          <p:cNvPr id="21" name="Text 18"/>
          <p:cNvSpPr txBox="1"/>
          <p:nvPr/>
        </p:nvSpPr>
        <p:spPr>
          <a:xfrm>
            <a:off x="761970" y="6438930"/>
            <a:ext cx="1338042" cy="200071"/>
          </a:xfrm>
          <a:prstGeom prst="rect">
            <a:avLst/>
          </a:prstGeom>
          <a:noFill/>
          <a:ln/>
        </p:spPr>
        <p:txBody>
          <a:bodyPr wrap="square" lIns="0" tIns="0" rIns="0" bIns="0" rtlCol="0" anchor="t"/>
          <a:lstStyle/>
          <a:p>
            <a:pPr algn="l" indent="0" marL="0">
              <a:buNone/>
            </a:pPr>
            <a:r>
              <a:rPr lang="en-US" sz="938" b="1" spc="56" kern="0" dirty="0">
                <a:solidFill>
                  <a:srgbClr val="9C8B7C"/>
                </a:solidFill>
                <a:latin typeface="Noto Sans TC" pitchFamily="34" charset="0"/>
                <a:ea typeface="Noto Sans TC" pitchFamily="34" charset="-122"/>
                <a:cs typeface="Noto Sans TC" pitchFamily="34" charset="-120"/>
              </a:rPr>
              <a:t>PART 5 · 13:28</a:t>
            </a:r>
            <a:endParaRPr lang="en-US" sz="938" dirty="0"/>
          </a:p>
        </p:txBody>
      </p:sp>
      <p:sp>
        <p:nvSpPr>
          <p:cNvPr id="22" name="Text 19"/>
          <p:cNvSpPr txBox="1"/>
          <p:nvPr/>
        </p:nvSpPr>
        <p:spPr>
          <a:xfrm>
            <a:off x="10922599" y="6438930"/>
            <a:ext cx="562630" cy="200071"/>
          </a:xfrm>
          <a:prstGeom prst="rect">
            <a:avLst/>
          </a:prstGeom>
          <a:noFill/>
          <a:ln/>
        </p:spPr>
        <p:txBody>
          <a:bodyPr wrap="square" lIns="0" tIns="0" rIns="0" bIns="0" rtlCol="0" anchor="t"/>
          <a:lstStyle/>
          <a:p>
            <a:pPr algn="l" indent="0" marL="0">
              <a:buNone/>
            </a:pPr>
            <a:r>
              <a:rPr lang="en-US" sz="938" b="1" spc="56" kern="0" dirty="0">
                <a:solidFill>
                  <a:srgbClr val="9C8B7C"/>
                </a:solidFill>
                <a:latin typeface="Noto Sans TC" pitchFamily="34" charset="0"/>
                <a:ea typeface="Noto Sans TC" pitchFamily="34" charset="-122"/>
                <a:cs typeface="Noto Sans TC" pitchFamily="34" charset="-120"/>
              </a:rPr>
              <a:t>38 / 75</a:t>
            </a:r>
            <a:endParaRPr lang="en-US" sz="938"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BF7F1"/>
        </a:solidFill>
      </p:bgPr>
    </p:bg>
    <p:spTree>
      <p:nvGrpSpPr>
        <p:cNvPr id="1" name=""/>
        <p:cNvGrpSpPr/>
        <p:nvPr/>
      </p:nvGrpSpPr>
      <p:grpSpPr>
        <a:xfrm>
          <a:off x="0" y="0"/>
          <a:ext cx="0" cy="0"/>
          <a:chOff x="0" y="0"/>
          <a:chExt cx="0" cy="0"/>
        </a:xfrm>
      </p:grpSpPr>
      <p:pic>
        <p:nvPicPr>
          <p:cNvPr id="2" name="Image 0" descr="/home/user/gogoeveryday/social-course/export-pptx/build/bg/39.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5543733" y="1094811"/>
            <a:ext cx="999714" cy="219090"/>
          </a:xfrm>
          <a:prstGeom prst="rect">
            <a:avLst/>
          </a:prstGeom>
          <a:noFill/>
          <a:ln/>
        </p:spPr>
        <p:txBody>
          <a:bodyPr wrap="square" lIns="0" tIns="0" rIns="0" bIns="0" rtlCol="0" anchor="t"/>
          <a:lstStyle/>
          <a:p>
            <a:pPr algn="ctr" indent="0" marL="0">
              <a:buNone/>
            </a:pPr>
            <a:r>
              <a:rPr lang="en-US" sz="1125" b="1" spc="225" kern="0" dirty="0">
                <a:solidFill>
                  <a:srgbClr val="C05F3C"/>
                </a:solidFill>
                <a:latin typeface="Noto Sans TC" pitchFamily="34" charset="0"/>
                <a:ea typeface="Noto Sans TC" pitchFamily="34" charset="-122"/>
                <a:cs typeface="Noto Sans TC" pitchFamily="34" charset="-120"/>
              </a:rPr>
              <a:t>記住這一句</a:t>
            </a:r>
            <a:endParaRPr lang="en-US" sz="1125" dirty="0"/>
          </a:p>
        </p:txBody>
      </p:sp>
      <p:sp>
        <p:nvSpPr>
          <p:cNvPr id="4" name="Text 1"/>
          <p:cNvSpPr txBox="1"/>
          <p:nvPr/>
        </p:nvSpPr>
        <p:spPr>
          <a:xfrm>
            <a:off x="3645896" y="3095061"/>
            <a:ext cx="413766" cy="200071"/>
          </a:xfrm>
          <a:prstGeom prst="rect">
            <a:avLst/>
          </a:prstGeom>
          <a:noFill/>
          <a:ln/>
        </p:spPr>
        <p:txBody>
          <a:bodyPr wrap="square" lIns="0" tIns="0" rIns="0" bIns="0" rtlCol="0" anchor="t"/>
          <a:lstStyle/>
          <a:p>
            <a:pPr algn="ctr" indent="0" marL="0">
              <a:buNone/>
            </a:pPr>
            <a:r>
              <a:rPr lang="en-US" sz="975" b="1" spc="136" kern="0" dirty="0">
                <a:solidFill>
                  <a:srgbClr val="C05F3C"/>
                </a:solidFill>
                <a:latin typeface="Noto Sans TC" pitchFamily="34" charset="0"/>
                <a:ea typeface="Noto Sans TC" pitchFamily="34" charset="-122"/>
                <a:cs typeface="Noto Sans TC" pitchFamily="34" charset="-120"/>
              </a:rPr>
              <a:t>圖片</a:t>
            </a:r>
            <a:endParaRPr lang="en-US" sz="975" dirty="0"/>
          </a:p>
        </p:txBody>
      </p:sp>
      <p:sp>
        <p:nvSpPr>
          <p:cNvPr id="5" name="Text 2"/>
          <p:cNvSpPr txBox="1"/>
          <p:nvPr/>
        </p:nvSpPr>
        <p:spPr>
          <a:xfrm>
            <a:off x="3161081" y="3352190"/>
            <a:ext cx="1383304" cy="868589"/>
          </a:xfrm>
          <a:prstGeom prst="rect">
            <a:avLst/>
          </a:prstGeom>
          <a:noFill/>
          <a:ln/>
        </p:spPr>
        <p:txBody>
          <a:bodyPr wrap="square" lIns="0" tIns="0" rIns="0" bIns="0" rtlCol="0" anchor="t"/>
          <a:lstStyle/>
          <a:p>
            <a:pPr algn="ctr" indent="0" marL="0">
              <a:lnSpc>
                <a:spcPts val="3240"/>
              </a:lnSpc>
              <a:buNone/>
            </a:pPr>
            <a:r>
              <a:rPr lang="en-US" sz="2400" b="1" dirty="0">
                <a:solidFill>
                  <a:srgbClr val="241C17"/>
                </a:solidFill>
                <a:latin typeface="Noto Sans TC" pitchFamily="34" charset="0"/>
                <a:ea typeface="Noto Sans TC" pitchFamily="34" charset="-122"/>
                <a:cs typeface="Noto Sans TC" pitchFamily="34" charset="-120"/>
              </a:rPr>
              <a:t> 負責讓人</a:t>
            </a:r>
            <a:endParaRPr lang="en-US" sz="2400" dirty="0"/>
          </a:p>
          <a:p>
            <a:pPr algn="ctr" indent="0" marL="0">
              <a:lnSpc>
                <a:spcPts val="3240"/>
              </a:lnSpc>
              <a:buNone/>
            </a:pPr>
            <a:r>
              <a:rPr lang="en-US" sz="2400" b="1" dirty="0">
                <a:solidFill>
                  <a:srgbClr val="C05F3C"/>
                </a:solidFill>
                <a:latin typeface="Noto Sans TC" pitchFamily="34" charset="0"/>
                <a:ea typeface="Noto Sans TC" pitchFamily="34" charset="-122"/>
                <a:cs typeface="Noto Sans TC" pitchFamily="34" charset="-120"/>
              </a:rPr>
              <a:t>停下來</a:t>
            </a:r>
            <a:endParaRPr lang="en-US" sz="2400" dirty="0"/>
          </a:p>
        </p:txBody>
      </p:sp>
      <p:sp>
        <p:nvSpPr>
          <p:cNvPr id="6" name="Text 3"/>
          <p:cNvSpPr txBox="1"/>
          <p:nvPr/>
        </p:nvSpPr>
        <p:spPr>
          <a:xfrm>
            <a:off x="3322655" y="3763579"/>
            <a:ext cx="1060247" cy="457200"/>
          </a:xfrm>
          <a:prstGeom prst="rect">
            <a:avLst/>
          </a:prstGeom>
          <a:noFill/>
          <a:ln/>
        </p:spPr>
        <p:txBody>
          <a:bodyPr wrap="square" lIns="0" tIns="0" rIns="0" bIns="0" rtlCol="0" anchor="t"/>
          <a:lstStyle/>
          <a:p>
            <a:pPr algn="ctr" indent="0" marL="0">
              <a:lnSpc>
                <a:spcPts val="3240"/>
              </a:lnSpc>
              <a:buNone/>
            </a:pPr>
            <a:r>
              <a:rPr lang="en-US" sz="2400" b="1" dirty="0">
                <a:solidFill>
                  <a:srgbClr val="C05F3C"/>
                </a:solidFill>
                <a:latin typeface="Noto Sans TC" pitchFamily="34" charset="0"/>
                <a:ea typeface="Noto Sans TC" pitchFamily="34" charset="-122"/>
                <a:cs typeface="Noto Sans TC" pitchFamily="34" charset="-120"/>
              </a:rPr>
              <a:t>停下來</a:t>
            </a:r>
            <a:endParaRPr lang="en-US" sz="2400" dirty="0"/>
          </a:p>
        </p:txBody>
      </p:sp>
      <p:sp>
        <p:nvSpPr>
          <p:cNvPr id="7" name="Text 4"/>
          <p:cNvSpPr txBox="1"/>
          <p:nvPr/>
        </p:nvSpPr>
        <p:spPr>
          <a:xfrm>
            <a:off x="8141726" y="3095061"/>
            <a:ext cx="413766" cy="200071"/>
          </a:xfrm>
          <a:prstGeom prst="rect">
            <a:avLst/>
          </a:prstGeom>
          <a:noFill/>
          <a:ln/>
        </p:spPr>
        <p:txBody>
          <a:bodyPr wrap="square" lIns="0" tIns="0" rIns="0" bIns="0" rtlCol="0" anchor="t"/>
          <a:lstStyle/>
          <a:p>
            <a:pPr algn="ctr" indent="0" marL="0">
              <a:buNone/>
            </a:pPr>
            <a:r>
              <a:rPr lang="en-US" sz="975" b="1" spc="136" kern="0" dirty="0">
                <a:solidFill>
                  <a:srgbClr val="5F7A63"/>
                </a:solidFill>
                <a:latin typeface="Noto Sans TC" pitchFamily="34" charset="0"/>
                <a:ea typeface="Noto Sans TC" pitchFamily="34" charset="-122"/>
                <a:cs typeface="Noto Sans TC" pitchFamily="34" charset="-120"/>
              </a:rPr>
              <a:t>文字</a:t>
            </a:r>
            <a:endParaRPr lang="en-US" sz="975" dirty="0"/>
          </a:p>
        </p:txBody>
      </p:sp>
      <p:sp>
        <p:nvSpPr>
          <p:cNvPr id="8" name="Text 5"/>
          <p:cNvSpPr txBox="1"/>
          <p:nvPr/>
        </p:nvSpPr>
        <p:spPr>
          <a:xfrm>
            <a:off x="7656911" y="3352190"/>
            <a:ext cx="1383304" cy="868589"/>
          </a:xfrm>
          <a:prstGeom prst="rect">
            <a:avLst/>
          </a:prstGeom>
          <a:noFill/>
          <a:ln/>
        </p:spPr>
        <p:txBody>
          <a:bodyPr wrap="square" lIns="0" tIns="0" rIns="0" bIns="0" rtlCol="0" anchor="t"/>
          <a:lstStyle/>
          <a:p>
            <a:pPr algn="ctr" indent="0" marL="0">
              <a:lnSpc>
                <a:spcPts val="3240"/>
              </a:lnSpc>
              <a:buNone/>
            </a:pPr>
            <a:r>
              <a:rPr lang="en-US" sz="2400" b="1" dirty="0">
                <a:solidFill>
                  <a:srgbClr val="241C17"/>
                </a:solidFill>
                <a:latin typeface="Noto Sans TC" pitchFamily="34" charset="0"/>
                <a:ea typeface="Noto Sans TC" pitchFamily="34" charset="-122"/>
                <a:cs typeface="Noto Sans TC" pitchFamily="34" charset="-120"/>
              </a:rPr>
              <a:t> 負責讓人</a:t>
            </a:r>
            <a:endParaRPr lang="en-US" sz="2400" dirty="0"/>
          </a:p>
          <a:p>
            <a:pPr algn="ctr" indent="0" marL="0">
              <a:lnSpc>
                <a:spcPts val="3240"/>
              </a:lnSpc>
              <a:buNone/>
            </a:pPr>
            <a:r>
              <a:rPr lang="en-US" sz="2400" b="1" dirty="0">
                <a:solidFill>
                  <a:srgbClr val="5F7A63"/>
                </a:solidFill>
                <a:latin typeface="Noto Sans TC" pitchFamily="34" charset="0"/>
                <a:ea typeface="Noto Sans TC" pitchFamily="34" charset="-122"/>
                <a:cs typeface="Noto Sans TC" pitchFamily="34" charset="-120"/>
              </a:rPr>
              <a:t>看懂</a:t>
            </a:r>
            <a:endParaRPr lang="en-US" sz="2400" dirty="0"/>
          </a:p>
        </p:txBody>
      </p:sp>
      <p:sp>
        <p:nvSpPr>
          <p:cNvPr id="9" name="Text 6"/>
          <p:cNvSpPr txBox="1"/>
          <p:nvPr/>
        </p:nvSpPr>
        <p:spPr>
          <a:xfrm>
            <a:off x="7977957" y="3763579"/>
            <a:ext cx="741213" cy="457200"/>
          </a:xfrm>
          <a:prstGeom prst="rect">
            <a:avLst/>
          </a:prstGeom>
          <a:noFill/>
          <a:ln/>
        </p:spPr>
        <p:txBody>
          <a:bodyPr wrap="square" lIns="0" tIns="0" rIns="0" bIns="0" rtlCol="0" anchor="t"/>
          <a:lstStyle/>
          <a:p>
            <a:pPr algn="ctr" indent="0" marL="0">
              <a:lnSpc>
                <a:spcPts val="3240"/>
              </a:lnSpc>
              <a:buNone/>
            </a:pPr>
            <a:r>
              <a:rPr lang="en-US" sz="2400" b="1" dirty="0">
                <a:solidFill>
                  <a:srgbClr val="5F7A63"/>
                </a:solidFill>
                <a:latin typeface="Noto Sans TC" pitchFamily="34" charset="0"/>
                <a:ea typeface="Noto Sans TC" pitchFamily="34" charset="-122"/>
                <a:cs typeface="Noto Sans TC" pitchFamily="34" charset="-120"/>
              </a:rPr>
              <a:t>看懂</a:t>
            </a:r>
            <a:endParaRPr lang="en-US" sz="2400" dirty="0"/>
          </a:p>
        </p:txBody>
      </p:sp>
      <p:sp>
        <p:nvSpPr>
          <p:cNvPr id="10" name="Text 7"/>
          <p:cNvSpPr txBox="1"/>
          <p:nvPr/>
        </p:nvSpPr>
        <p:spPr>
          <a:xfrm>
            <a:off x="4480286" y="4879787"/>
            <a:ext cx="3240999" cy="722742"/>
          </a:xfrm>
          <a:prstGeom prst="rect">
            <a:avLst/>
          </a:prstGeom>
          <a:noFill/>
          <a:ln/>
        </p:spPr>
        <p:txBody>
          <a:bodyPr wrap="square" lIns="0" tIns="0" rIns="0" bIns="0" rtlCol="0" anchor="t"/>
          <a:lstStyle/>
          <a:p>
            <a:pPr algn="ctr" indent="0" marL="0">
              <a:lnSpc>
                <a:spcPts val="2916"/>
              </a:lnSpc>
              <a:buNone/>
            </a:pPr>
            <a:r>
              <a:rPr lang="en-US" sz="1800" dirty="0">
                <a:solidFill>
                  <a:srgbClr val="4A3C33"/>
                </a:solidFill>
                <a:latin typeface="Noto Sans TC" pitchFamily="34" charset="0"/>
                <a:ea typeface="Noto Sans TC" pitchFamily="34" charset="-122"/>
                <a:cs typeface="Noto Sans TC" pitchFamily="34" charset="-120"/>
              </a:rPr>
              <a:t> 所以照片不用很美，</a:t>
            </a:r>
            <a:endParaRPr lang="en-US" sz="1800" dirty="0"/>
          </a:p>
          <a:p>
            <a:pPr algn="ctr" indent="0" marL="0">
              <a:lnSpc>
                <a:spcPts val="2916"/>
              </a:lnSpc>
              <a:buNone/>
            </a:pPr>
            <a:r>
              <a:rPr lang="en-US" sz="1800" b="1" dirty="0">
                <a:solidFill>
                  <a:srgbClr val="4A3C33"/>
                </a:solidFill>
                <a:latin typeface="Noto Sans TC" pitchFamily="34" charset="0"/>
                <a:ea typeface="Noto Sans TC" pitchFamily="34" charset="-122"/>
                <a:cs typeface="Noto Sans TC" pitchFamily="34" charset="-120"/>
              </a:rPr>
              <a:t>但一定要看得出來那是什麼</a:t>
            </a:r>
            <a:pPr algn="ctr" indent="0" marL="0">
              <a:lnSpc>
                <a:spcPts val="2916"/>
              </a:lnSpc>
              <a:buNone/>
            </a:pPr>
            <a:r>
              <a:rPr lang="en-US" sz="1800" dirty="0">
                <a:solidFill>
                  <a:srgbClr val="4A3C33"/>
                </a:solidFill>
                <a:latin typeface="Noto Sans TC" pitchFamily="34" charset="0"/>
                <a:ea typeface="Noto Sans TC" pitchFamily="34" charset="-122"/>
                <a:cs typeface="Noto Sans TC" pitchFamily="34" charset="-120"/>
              </a:rPr>
              <a:t>。</a:t>
            </a:r>
            <a:endParaRPr lang="en-US" sz="1800" dirty="0"/>
          </a:p>
        </p:txBody>
      </p:sp>
      <p:sp>
        <p:nvSpPr>
          <p:cNvPr id="11" name="Text 8"/>
          <p:cNvSpPr txBox="1"/>
          <p:nvPr/>
        </p:nvSpPr>
        <p:spPr>
          <a:xfrm>
            <a:off x="4487144" y="5250028"/>
            <a:ext cx="2998683" cy="352410"/>
          </a:xfrm>
          <a:prstGeom prst="rect">
            <a:avLst/>
          </a:prstGeom>
          <a:noFill/>
          <a:ln/>
        </p:spPr>
        <p:txBody>
          <a:bodyPr wrap="square" lIns="0" tIns="0" rIns="0" bIns="0" rtlCol="0" anchor="t"/>
          <a:lstStyle/>
          <a:p>
            <a:pPr algn="ctr" indent="0" marL="0">
              <a:lnSpc>
                <a:spcPts val="2916"/>
              </a:lnSpc>
              <a:buNone/>
            </a:pPr>
            <a:r>
              <a:rPr lang="en-US" sz="1800" b="1" dirty="0">
                <a:solidFill>
                  <a:srgbClr val="4A3C33"/>
                </a:solidFill>
                <a:latin typeface="Noto Sans TC" pitchFamily="34" charset="0"/>
                <a:ea typeface="Noto Sans TC" pitchFamily="34" charset="-122"/>
                <a:cs typeface="Noto Sans TC" pitchFamily="34" charset="-120"/>
              </a:rPr>
              <a:t>但一定要看得出來那是什麼</a:t>
            </a:r>
            <a:endParaRPr lang="en-US" sz="1800" dirty="0"/>
          </a:p>
        </p:txBody>
      </p:sp>
      <p:sp>
        <p:nvSpPr>
          <p:cNvPr id="12" name="Text 9"/>
          <p:cNvSpPr txBox="1"/>
          <p:nvPr/>
        </p:nvSpPr>
        <p:spPr>
          <a:xfrm>
            <a:off x="761970" y="6438930"/>
            <a:ext cx="1338042" cy="200071"/>
          </a:xfrm>
          <a:prstGeom prst="rect">
            <a:avLst/>
          </a:prstGeom>
          <a:noFill/>
          <a:ln/>
        </p:spPr>
        <p:txBody>
          <a:bodyPr wrap="square" lIns="0" tIns="0" rIns="0" bIns="0" rtlCol="0" anchor="t"/>
          <a:lstStyle/>
          <a:p>
            <a:pPr algn="l" indent="0" marL="0">
              <a:buNone/>
            </a:pPr>
            <a:r>
              <a:rPr lang="en-US" sz="938" b="1" spc="56" kern="0" dirty="0">
                <a:solidFill>
                  <a:srgbClr val="9C8B7C"/>
                </a:solidFill>
                <a:latin typeface="Noto Sans TC" pitchFamily="34" charset="0"/>
                <a:ea typeface="Noto Sans TC" pitchFamily="34" charset="-122"/>
                <a:cs typeface="Noto Sans TC" pitchFamily="34" charset="-120"/>
              </a:rPr>
              <a:t>PART 5 · 13:35</a:t>
            </a:r>
            <a:endParaRPr lang="en-US" sz="938" dirty="0"/>
          </a:p>
        </p:txBody>
      </p:sp>
      <p:sp>
        <p:nvSpPr>
          <p:cNvPr id="13" name="Text 10"/>
          <p:cNvSpPr txBox="1"/>
          <p:nvPr/>
        </p:nvSpPr>
        <p:spPr>
          <a:xfrm>
            <a:off x="10922599" y="6438930"/>
            <a:ext cx="562630" cy="200071"/>
          </a:xfrm>
          <a:prstGeom prst="rect">
            <a:avLst/>
          </a:prstGeom>
          <a:noFill/>
          <a:ln/>
        </p:spPr>
        <p:txBody>
          <a:bodyPr wrap="square" lIns="0" tIns="0" rIns="0" bIns="0" rtlCol="0" anchor="t"/>
          <a:lstStyle/>
          <a:p>
            <a:pPr algn="l" indent="0" marL="0">
              <a:buNone/>
            </a:pPr>
            <a:r>
              <a:rPr lang="en-US" sz="938" b="1" spc="56" kern="0" dirty="0">
                <a:solidFill>
                  <a:srgbClr val="9C8B7C"/>
                </a:solidFill>
                <a:latin typeface="Noto Sans TC" pitchFamily="34" charset="0"/>
                <a:ea typeface="Noto Sans TC" pitchFamily="34" charset="-122"/>
                <a:cs typeface="Noto Sans TC" pitchFamily="34" charset="-120"/>
              </a:rPr>
              <a:t>39 / 75</a:t>
            </a:r>
            <a:endParaRPr lang="en-US" sz="938"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BF7F1"/>
        </a:solidFill>
      </p:bgPr>
    </p:bg>
    <p:spTree>
      <p:nvGrpSpPr>
        <p:cNvPr id="1" name=""/>
        <p:cNvGrpSpPr/>
        <p:nvPr/>
      </p:nvGrpSpPr>
      <p:grpSpPr>
        <a:xfrm>
          <a:off x="0" y="0"/>
          <a:ext cx="0" cy="0"/>
          <a:chOff x="0" y="0"/>
          <a:chExt cx="0" cy="0"/>
        </a:xfrm>
      </p:grpSpPr>
      <p:pic>
        <p:nvPicPr>
          <p:cNvPr id="2" name="Image 0" descr="/home/user/gogoeveryday/social-course/export-pptx/build/bg/40.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761970" y="1042416"/>
            <a:ext cx="1181405" cy="219090"/>
          </a:xfrm>
          <a:prstGeom prst="rect">
            <a:avLst/>
          </a:prstGeom>
          <a:noFill/>
          <a:ln/>
        </p:spPr>
        <p:txBody>
          <a:bodyPr wrap="square" lIns="0" tIns="0" rIns="0" bIns="0" rtlCol="0" anchor="t"/>
          <a:lstStyle/>
          <a:p>
            <a:pPr algn="l" indent="0" marL="0">
              <a:buNone/>
            </a:pPr>
            <a:r>
              <a:rPr lang="en-US" sz="1125" b="1" spc="225" kern="0" dirty="0">
                <a:solidFill>
                  <a:srgbClr val="C05F3C"/>
                </a:solidFill>
                <a:latin typeface="Noto Sans TC" pitchFamily="34" charset="0"/>
                <a:ea typeface="Noto Sans TC" pitchFamily="34" charset="-122"/>
                <a:cs typeface="Noto Sans TC" pitchFamily="34" charset="-120"/>
              </a:rPr>
              <a:t>最常見的錯誤</a:t>
            </a:r>
            <a:endParaRPr lang="en-US" sz="1125" dirty="0"/>
          </a:p>
        </p:txBody>
      </p:sp>
      <p:sp>
        <p:nvSpPr>
          <p:cNvPr id="4" name="Text 1"/>
          <p:cNvSpPr txBox="1"/>
          <p:nvPr/>
        </p:nvSpPr>
        <p:spPr>
          <a:xfrm>
            <a:off x="761970" y="1347186"/>
            <a:ext cx="2465588" cy="571500"/>
          </a:xfrm>
          <a:prstGeom prst="rect">
            <a:avLst/>
          </a:prstGeom>
          <a:noFill/>
          <a:ln/>
        </p:spPr>
        <p:txBody>
          <a:bodyPr wrap="square" lIns="0" tIns="0" rIns="0" bIns="0" rtlCol="0" anchor="t"/>
          <a:lstStyle/>
          <a:p>
            <a:pPr algn="l" indent="0" marL="0">
              <a:lnSpc>
                <a:spcPts val="3660"/>
              </a:lnSpc>
              <a:buNone/>
            </a:pPr>
            <a:r>
              <a:rPr lang="en-US" sz="3000" b="1" spc="-60" kern="0" dirty="0">
                <a:solidFill>
                  <a:srgbClr val="241C17"/>
                </a:solidFill>
                <a:latin typeface="Noto Sans TC" pitchFamily="34" charset="0"/>
                <a:ea typeface="Noto Sans TC" pitchFamily="34" charset="-122"/>
                <a:cs typeface="Noto Sans TC" pitchFamily="34" charset="-120"/>
              </a:rPr>
              <a:t>圖片不是傳單</a:t>
            </a:r>
            <a:endParaRPr lang="en-US" sz="3000" dirty="0"/>
          </a:p>
        </p:txBody>
      </p:sp>
      <p:sp>
        <p:nvSpPr>
          <p:cNvPr id="5" name="Text 2"/>
          <p:cNvSpPr txBox="1"/>
          <p:nvPr/>
        </p:nvSpPr>
        <p:spPr>
          <a:xfrm>
            <a:off x="761970" y="2040575"/>
            <a:ext cx="3780038" cy="352410"/>
          </a:xfrm>
          <a:prstGeom prst="rect">
            <a:avLst/>
          </a:prstGeom>
          <a:noFill/>
          <a:ln/>
        </p:spPr>
        <p:txBody>
          <a:bodyPr wrap="square" lIns="0" tIns="0" rIns="0" bIns="0" rtlCol="0" anchor="t"/>
          <a:lstStyle/>
          <a:p>
            <a:pPr algn="l" indent="0" marL="0">
              <a:lnSpc>
                <a:spcPts val="2916"/>
              </a:lnSpc>
              <a:buNone/>
            </a:pPr>
            <a:r>
              <a:rPr lang="en-US" sz="1800" dirty="0">
                <a:solidFill>
                  <a:srgbClr val="4A3C33"/>
                </a:solidFill>
                <a:latin typeface="Noto Sans TC" pitchFamily="34" charset="0"/>
                <a:ea typeface="Noto Sans TC" pitchFamily="34" charset="-122"/>
                <a:cs typeface="Noto Sans TC" pitchFamily="34" charset="-120"/>
              </a:rPr>
              <a:t>不要把這些</a:t>
            </a:r>
            <a:pPr algn="l" indent="0" marL="0">
              <a:lnSpc>
                <a:spcPts val="2916"/>
              </a:lnSpc>
              <a:buNone/>
            </a:pPr>
            <a:r>
              <a:rPr lang="en-US" sz="1800" b="1" dirty="0">
                <a:solidFill>
                  <a:srgbClr val="4A3C33"/>
                </a:solidFill>
                <a:latin typeface="Noto Sans TC" pitchFamily="34" charset="0"/>
                <a:ea typeface="Noto Sans TC" pitchFamily="34" charset="-122"/>
                <a:cs typeface="Noto Sans TC" pitchFamily="34" charset="-120"/>
              </a:rPr>
              <a:t>全部</a:t>
            </a:r>
            <a:pPr algn="l" indent="0" marL="0">
              <a:lnSpc>
                <a:spcPts val="2916"/>
              </a:lnSpc>
              <a:buNone/>
            </a:pPr>
            <a:r>
              <a:rPr lang="en-US" sz="1800" dirty="0">
                <a:solidFill>
                  <a:srgbClr val="4A3C33"/>
                </a:solidFill>
                <a:latin typeface="Noto Sans TC" pitchFamily="34" charset="0"/>
                <a:ea typeface="Noto Sans TC" pitchFamily="34" charset="-122"/>
                <a:cs typeface="Noto Sans TC" pitchFamily="34" charset="-120"/>
              </a:rPr>
              <a:t>塞進同一張圖 ——</a:t>
            </a:r>
            <a:endParaRPr lang="en-US" sz="1800" dirty="0"/>
          </a:p>
        </p:txBody>
      </p:sp>
      <p:sp>
        <p:nvSpPr>
          <p:cNvPr id="6" name="Text 3"/>
          <p:cNvSpPr txBox="1"/>
          <p:nvPr/>
        </p:nvSpPr>
        <p:spPr>
          <a:xfrm>
            <a:off x="1904970" y="2040575"/>
            <a:ext cx="588691" cy="352410"/>
          </a:xfrm>
          <a:prstGeom prst="rect">
            <a:avLst/>
          </a:prstGeom>
          <a:noFill/>
          <a:ln/>
        </p:spPr>
        <p:txBody>
          <a:bodyPr wrap="square" lIns="0" tIns="0" rIns="0" bIns="0" rtlCol="0" anchor="t"/>
          <a:lstStyle/>
          <a:p>
            <a:pPr algn="l" indent="0" marL="0">
              <a:lnSpc>
                <a:spcPts val="2916"/>
              </a:lnSpc>
              <a:buNone/>
            </a:pPr>
            <a:r>
              <a:rPr lang="en-US" sz="1800" b="1" dirty="0">
                <a:solidFill>
                  <a:srgbClr val="4A3C33"/>
                </a:solidFill>
                <a:latin typeface="Noto Sans TC" pitchFamily="34" charset="0"/>
                <a:ea typeface="Noto Sans TC" pitchFamily="34" charset="-122"/>
                <a:cs typeface="Noto Sans TC" pitchFamily="34" charset="-120"/>
              </a:rPr>
              <a:t>全部</a:t>
            </a:r>
            <a:endParaRPr lang="en-US" sz="1800" dirty="0"/>
          </a:p>
        </p:txBody>
      </p:sp>
      <p:sp>
        <p:nvSpPr>
          <p:cNvPr id="7" name="Text 4"/>
          <p:cNvSpPr txBox="1"/>
          <p:nvPr/>
        </p:nvSpPr>
        <p:spPr>
          <a:xfrm>
            <a:off x="914400" y="2715677"/>
            <a:ext cx="722102" cy="228600"/>
          </a:xfrm>
          <a:prstGeom prst="rect">
            <a:avLst/>
          </a:prstGeom>
          <a:noFill/>
          <a:ln/>
        </p:spPr>
        <p:txBody>
          <a:bodyPr wrap="square" lIns="0" tIns="0" rIns="0" bIns="0" rtlCol="0" anchor="t"/>
          <a:lstStyle/>
          <a:p>
            <a:pPr algn="l" indent="0" marL="0">
              <a:lnSpc>
                <a:spcPts val="1883"/>
              </a:lnSpc>
              <a:buNone/>
            </a:pPr>
            <a:r>
              <a:rPr lang="en-US" sz="1163" b="1" dirty="0">
                <a:solidFill>
                  <a:srgbClr val="4A3C33"/>
                </a:solidFill>
                <a:latin typeface="Noto Sans TC" pitchFamily="34" charset="0"/>
                <a:ea typeface="Noto Sans TC" pitchFamily="34" charset="-122"/>
                <a:cs typeface="Noto Sans TC" pitchFamily="34" charset="-120"/>
              </a:rPr>
              <a:t>商品名稱</a:t>
            </a:r>
            <a:endParaRPr lang="en-US" sz="1163" dirty="0"/>
          </a:p>
        </p:txBody>
      </p:sp>
      <p:sp>
        <p:nvSpPr>
          <p:cNvPr id="8" name="Text 5"/>
          <p:cNvSpPr txBox="1"/>
          <p:nvPr/>
        </p:nvSpPr>
        <p:spPr>
          <a:xfrm>
            <a:off x="3495660" y="2715677"/>
            <a:ext cx="426842" cy="228600"/>
          </a:xfrm>
          <a:prstGeom prst="rect">
            <a:avLst/>
          </a:prstGeom>
          <a:noFill/>
          <a:ln/>
        </p:spPr>
        <p:txBody>
          <a:bodyPr wrap="square" lIns="0" tIns="0" rIns="0" bIns="0" rtlCol="0" anchor="t"/>
          <a:lstStyle/>
          <a:p>
            <a:pPr algn="l" indent="0" marL="0">
              <a:lnSpc>
                <a:spcPts val="1883"/>
              </a:lnSpc>
              <a:buNone/>
            </a:pPr>
            <a:r>
              <a:rPr lang="en-US" sz="1163" b="1" dirty="0">
                <a:solidFill>
                  <a:srgbClr val="4A3C33"/>
                </a:solidFill>
                <a:latin typeface="Noto Sans TC" pitchFamily="34" charset="0"/>
                <a:ea typeface="Noto Sans TC" pitchFamily="34" charset="-122"/>
                <a:cs typeface="Noto Sans TC" pitchFamily="34" charset="-120"/>
              </a:rPr>
              <a:t>價格</a:t>
            </a:r>
            <a:endParaRPr lang="en-US" sz="1163" dirty="0"/>
          </a:p>
        </p:txBody>
      </p:sp>
      <p:sp>
        <p:nvSpPr>
          <p:cNvPr id="9" name="Text 6"/>
          <p:cNvSpPr txBox="1"/>
          <p:nvPr/>
        </p:nvSpPr>
        <p:spPr>
          <a:xfrm>
            <a:off x="914400" y="3278673"/>
            <a:ext cx="426842" cy="228600"/>
          </a:xfrm>
          <a:prstGeom prst="rect">
            <a:avLst/>
          </a:prstGeom>
          <a:noFill/>
          <a:ln/>
        </p:spPr>
        <p:txBody>
          <a:bodyPr wrap="square" lIns="0" tIns="0" rIns="0" bIns="0" rtlCol="0" anchor="t"/>
          <a:lstStyle/>
          <a:p>
            <a:pPr algn="l" indent="0" marL="0">
              <a:lnSpc>
                <a:spcPts val="1883"/>
              </a:lnSpc>
              <a:buNone/>
            </a:pPr>
            <a:r>
              <a:rPr lang="en-US" sz="1163" b="1" dirty="0">
                <a:solidFill>
                  <a:srgbClr val="4A3C33"/>
                </a:solidFill>
                <a:latin typeface="Noto Sans TC" pitchFamily="34" charset="0"/>
                <a:ea typeface="Noto Sans TC" pitchFamily="34" charset="-122"/>
                <a:cs typeface="Noto Sans TC" pitchFamily="34" charset="-120"/>
              </a:rPr>
              <a:t>電話</a:t>
            </a:r>
            <a:endParaRPr lang="en-US" sz="1163" dirty="0"/>
          </a:p>
        </p:txBody>
      </p:sp>
      <p:sp>
        <p:nvSpPr>
          <p:cNvPr id="10" name="Text 7"/>
          <p:cNvSpPr txBox="1"/>
          <p:nvPr/>
        </p:nvSpPr>
        <p:spPr>
          <a:xfrm>
            <a:off x="3495660" y="3278673"/>
            <a:ext cx="426842" cy="228600"/>
          </a:xfrm>
          <a:prstGeom prst="rect">
            <a:avLst/>
          </a:prstGeom>
          <a:noFill/>
          <a:ln/>
        </p:spPr>
        <p:txBody>
          <a:bodyPr wrap="square" lIns="0" tIns="0" rIns="0" bIns="0" rtlCol="0" anchor="t"/>
          <a:lstStyle/>
          <a:p>
            <a:pPr algn="l" indent="0" marL="0">
              <a:lnSpc>
                <a:spcPts val="1883"/>
              </a:lnSpc>
              <a:buNone/>
            </a:pPr>
            <a:r>
              <a:rPr lang="en-US" sz="1163" b="1" dirty="0">
                <a:solidFill>
                  <a:srgbClr val="4A3C33"/>
                </a:solidFill>
                <a:latin typeface="Noto Sans TC" pitchFamily="34" charset="0"/>
                <a:ea typeface="Noto Sans TC" pitchFamily="34" charset="-122"/>
                <a:cs typeface="Noto Sans TC" pitchFamily="34" charset="-120"/>
              </a:rPr>
              <a:t>地址</a:t>
            </a:r>
            <a:endParaRPr lang="en-US" sz="1163" dirty="0"/>
          </a:p>
        </p:txBody>
      </p:sp>
      <p:sp>
        <p:nvSpPr>
          <p:cNvPr id="11" name="Text 8"/>
          <p:cNvSpPr txBox="1"/>
          <p:nvPr/>
        </p:nvSpPr>
        <p:spPr>
          <a:xfrm>
            <a:off x="914400" y="3841669"/>
            <a:ext cx="426842" cy="228600"/>
          </a:xfrm>
          <a:prstGeom prst="rect">
            <a:avLst/>
          </a:prstGeom>
          <a:noFill/>
          <a:ln/>
        </p:spPr>
        <p:txBody>
          <a:bodyPr wrap="square" lIns="0" tIns="0" rIns="0" bIns="0" rtlCol="0" anchor="t"/>
          <a:lstStyle/>
          <a:p>
            <a:pPr algn="l" indent="0" marL="0">
              <a:lnSpc>
                <a:spcPts val="1883"/>
              </a:lnSpc>
              <a:buNone/>
            </a:pPr>
            <a:r>
              <a:rPr lang="en-US" sz="1163" b="1" dirty="0">
                <a:solidFill>
                  <a:srgbClr val="4A3C33"/>
                </a:solidFill>
                <a:latin typeface="Noto Sans TC" pitchFamily="34" charset="0"/>
                <a:ea typeface="Noto Sans TC" pitchFamily="34" charset="-122"/>
                <a:cs typeface="Noto Sans TC" pitchFamily="34" charset="-120"/>
              </a:rPr>
              <a:t>故事</a:t>
            </a:r>
            <a:endParaRPr lang="en-US" sz="1163" dirty="0"/>
          </a:p>
        </p:txBody>
      </p:sp>
      <p:sp>
        <p:nvSpPr>
          <p:cNvPr id="12" name="Text 9"/>
          <p:cNvSpPr txBox="1"/>
          <p:nvPr/>
        </p:nvSpPr>
        <p:spPr>
          <a:xfrm>
            <a:off x="3495660" y="3841669"/>
            <a:ext cx="426842" cy="228600"/>
          </a:xfrm>
          <a:prstGeom prst="rect">
            <a:avLst/>
          </a:prstGeom>
          <a:noFill/>
          <a:ln/>
        </p:spPr>
        <p:txBody>
          <a:bodyPr wrap="square" lIns="0" tIns="0" rIns="0" bIns="0" rtlCol="0" anchor="t"/>
          <a:lstStyle/>
          <a:p>
            <a:pPr algn="l" indent="0" marL="0">
              <a:lnSpc>
                <a:spcPts val="1883"/>
              </a:lnSpc>
              <a:buNone/>
            </a:pPr>
            <a:r>
              <a:rPr lang="en-US" sz="1163" b="1" dirty="0">
                <a:solidFill>
                  <a:srgbClr val="4A3C33"/>
                </a:solidFill>
                <a:latin typeface="Noto Sans TC" pitchFamily="34" charset="0"/>
                <a:ea typeface="Noto Sans TC" pitchFamily="34" charset="-122"/>
                <a:cs typeface="Noto Sans TC" pitchFamily="34" charset="-120"/>
              </a:rPr>
              <a:t>優惠</a:t>
            </a:r>
            <a:endParaRPr lang="en-US" sz="1163" dirty="0"/>
          </a:p>
        </p:txBody>
      </p:sp>
      <p:sp>
        <p:nvSpPr>
          <p:cNvPr id="13" name="Text 10"/>
          <p:cNvSpPr txBox="1"/>
          <p:nvPr/>
        </p:nvSpPr>
        <p:spPr>
          <a:xfrm>
            <a:off x="914400" y="4404756"/>
            <a:ext cx="749534" cy="228600"/>
          </a:xfrm>
          <a:prstGeom prst="rect">
            <a:avLst/>
          </a:prstGeom>
          <a:noFill/>
          <a:ln/>
        </p:spPr>
        <p:txBody>
          <a:bodyPr wrap="square" lIns="0" tIns="0" rIns="0" bIns="0" rtlCol="0" anchor="t"/>
          <a:lstStyle/>
          <a:p>
            <a:pPr algn="l" indent="0" marL="0">
              <a:lnSpc>
                <a:spcPts val="1883"/>
              </a:lnSpc>
              <a:buNone/>
            </a:pPr>
            <a:r>
              <a:rPr lang="en-US" sz="1163" b="1" dirty="0">
                <a:solidFill>
                  <a:srgbClr val="4A3C33"/>
                </a:solidFill>
                <a:latin typeface="Noto Sans TC" pitchFamily="34" charset="0"/>
                <a:ea typeface="Noto Sans TC" pitchFamily="34" charset="-122"/>
                <a:cs typeface="Noto Sans TC" pitchFamily="34" charset="-120"/>
              </a:rPr>
              <a:t>QR Code</a:t>
            </a:r>
            <a:endParaRPr lang="en-US" sz="1163" dirty="0"/>
          </a:p>
        </p:txBody>
      </p:sp>
      <p:sp>
        <p:nvSpPr>
          <p:cNvPr id="14" name="Text 11"/>
          <p:cNvSpPr txBox="1"/>
          <p:nvPr/>
        </p:nvSpPr>
        <p:spPr>
          <a:xfrm>
            <a:off x="3495660" y="4404756"/>
            <a:ext cx="634502" cy="228600"/>
          </a:xfrm>
          <a:prstGeom prst="rect">
            <a:avLst/>
          </a:prstGeom>
          <a:noFill/>
          <a:ln/>
        </p:spPr>
        <p:txBody>
          <a:bodyPr wrap="square" lIns="0" tIns="0" rIns="0" bIns="0" rtlCol="0" anchor="t"/>
          <a:lstStyle/>
          <a:p>
            <a:pPr algn="l" indent="0" marL="0">
              <a:lnSpc>
                <a:spcPts val="1883"/>
              </a:lnSpc>
              <a:buNone/>
            </a:pPr>
            <a:r>
              <a:rPr lang="en-US" sz="1163" b="1" dirty="0">
                <a:solidFill>
                  <a:srgbClr val="4A3C33"/>
                </a:solidFill>
                <a:latin typeface="Noto Sans TC" pitchFamily="34" charset="0"/>
                <a:ea typeface="Noto Sans TC" pitchFamily="34" charset="-122"/>
                <a:cs typeface="Noto Sans TC" pitchFamily="34" charset="-120"/>
              </a:rPr>
              <a:t>20 行字</a:t>
            </a:r>
            <a:endParaRPr lang="en-US" sz="1163" dirty="0"/>
          </a:p>
        </p:txBody>
      </p:sp>
      <p:sp>
        <p:nvSpPr>
          <p:cNvPr id="15" name="Text 12"/>
          <p:cNvSpPr txBox="1"/>
          <p:nvPr/>
        </p:nvSpPr>
        <p:spPr>
          <a:xfrm>
            <a:off x="1533540" y="5177699"/>
            <a:ext cx="3907414" cy="266730"/>
          </a:xfrm>
          <a:prstGeom prst="rect">
            <a:avLst/>
          </a:prstGeom>
          <a:noFill/>
          <a:ln/>
        </p:spPr>
        <p:txBody>
          <a:bodyPr wrap="square" lIns="0" tIns="0" rIns="0" bIns="0" rtlCol="0" anchor="t"/>
          <a:lstStyle/>
          <a:p>
            <a:pPr algn="l" indent="0" marL="0">
              <a:lnSpc>
                <a:spcPts val="2092"/>
              </a:lnSpc>
              <a:buNone/>
            </a:pPr>
            <a:r>
              <a:rPr lang="en-US" sz="1350" b="1" dirty="0">
                <a:solidFill>
                  <a:srgbClr val="4A3C33"/>
                </a:solidFill>
                <a:latin typeface="Noto Sans TC" pitchFamily="34" charset="0"/>
                <a:ea typeface="Noto Sans TC" pitchFamily="34" charset="-122"/>
                <a:cs typeface="Noto Sans TC" pitchFamily="34" charset="-120"/>
              </a:rPr>
              <a:t> 在手機上，這種圖</a:t>
            </a:r>
            <a:pPr algn="l" indent="0" marL="0">
              <a:lnSpc>
                <a:spcPts val="2092"/>
              </a:lnSpc>
              <a:buNone/>
            </a:pPr>
            <a:r>
              <a:rPr lang="en-US" sz="1350" b="1" dirty="0">
                <a:solidFill>
                  <a:srgbClr val="C05F3C"/>
                </a:solidFill>
                <a:latin typeface="Noto Sans TC" pitchFamily="34" charset="0"/>
                <a:ea typeface="Noto Sans TC" pitchFamily="34" charset="-122"/>
                <a:cs typeface="Noto Sans TC" pitchFamily="34" charset="-120"/>
              </a:rPr>
              <a:t>縮成一格就什麼都看不到了</a:t>
            </a:r>
            <a:pPr algn="l" indent="0" marL="0">
              <a:lnSpc>
                <a:spcPts val="2092"/>
              </a:lnSpc>
              <a:buNone/>
            </a:pPr>
            <a:r>
              <a:rPr lang="en-US" sz="1350" b="1" dirty="0">
                <a:solidFill>
                  <a:srgbClr val="4A3C33"/>
                </a:solidFill>
                <a:latin typeface="Noto Sans TC" pitchFamily="34" charset="0"/>
                <a:ea typeface="Noto Sans TC" pitchFamily="34" charset="-122"/>
                <a:cs typeface="Noto Sans TC" pitchFamily="34" charset="-120"/>
              </a:rPr>
              <a:t>。</a:t>
            </a:r>
            <a:endParaRPr lang="en-US" sz="1350" dirty="0"/>
          </a:p>
        </p:txBody>
      </p:sp>
      <p:sp>
        <p:nvSpPr>
          <p:cNvPr id="16" name="Text 13"/>
          <p:cNvSpPr txBox="1"/>
          <p:nvPr/>
        </p:nvSpPr>
        <p:spPr>
          <a:xfrm>
            <a:off x="2905140" y="5177699"/>
            <a:ext cx="2271735" cy="266730"/>
          </a:xfrm>
          <a:prstGeom prst="rect">
            <a:avLst/>
          </a:prstGeom>
          <a:noFill/>
          <a:ln/>
        </p:spPr>
        <p:txBody>
          <a:bodyPr wrap="square" lIns="0" tIns="0" rIns="0" bIns="0" rtlCol="0" anchor="t"/>
          <a:lstStyle/>
          <a:p>
            <a:pPr algn="l" indent="0" marL="0">
              <a:lnSpc>
                <a:spcPts val="2092"/>
              </a:lnSpc>
              <a:buNone/>
            </a:pPr>
            <a:r>
              <a:rPr lang="en-US" sz="1350" b="1" dirty="0">
                <a:solidFill>
                  <a:srgbClr val="C05F3C"/>
                </a:solidFill>
                <a:latin typeface="Noto Sans TC" pitchFamily="34" charset="0"/>
                <a:ea typeface="Noto Sans TC" pitchFamily="34" charset="-122"/>
                <a:cs typeface="Noto Sans TC" pitchFamily="34" charset="-120"/>
              </a:rPr>
              <a:t>縮成一格就什麼都看不到了</a:t>
            </a:r>
            <a:endParaRPr lang="en-US" sz="1350" dirty="0"/>
          </a:p>
        </p:txBody>
      </p:sp>
      <p:sp>
        <p:nvSpPr>
          <p:cNvPr id="17" name="Text 14"/>
          <p:cNvSpPr txBox="1"/>
          <p:nvPr/>
        </p:nvSpPr>
        <p:spPr>
          <a:xfrm>
            <a:off x="8060162" y="1714317"/>
            <a:ext cx="1605504" cy="219090"/>
          </a:xfrm>
          <a:prstGeom prst="rect">
            <a:avLst/>
          </a:prstGeom>
          <a:noFill/>
          <a:ln/>
        </p:spPr>
        <p:txBody>
          <a:bodyPr wrap="square" lIns="0" tIns="0" rIns="0" bIns="0" rtlCol="0" anchor="t"/>
          <a:lstStyle/>
          <a:p>
            <a:pPr algn="ctr" indent="0" marL="0">
              <a:buNone/>
            </a:pPr>
            <a:r>
              <a:rPr lang="en-US" sz="1125" b="1" dirty="0">
                <a:solidFill>
                  <a:srgbClr val="A94E2E"/>
                </a:solidFill>
                <a:latin typeface="Noto Sans TC" pitchFamily="34" charset="0"/>
                <a:ea typeface="Noto Sans TC" pitchFamily="34" charset="-122"/>
                <a:cs typeface="Noto Sans TC" pitchFamily="34" charset="-120"/>
              </a:rPr>
              <a:t>超級好吃手工草莓果醬</a:t>
            </a:r>
            <a:endParaRPr lang="en-US" sz="1125" dirty="0"/>
          </a:p>
        </p:txBody>
      </p:sp>
      <p:sp>
        <p:nvSpPr>
          <p:cNvPr id="18" name="Text 15"/>
          <p:cNvSpPr txBox="1"/>
          <p:nvPr/>
        </p:nvSpPr>
        <p:spPr>
          <a:xfrm>
            <a:off x="8015082" y="1952518"/>
            <a:ext cx="1695938" cy="171450"/>
          </a:xfrm>
          <a:prstGeom prst="rect">
            <a:avLst/>
          </a:prstGeom>
          <a:noFill/>
          <a:ln/>
        </p:spPr>
        <p:txBody>
          <a:bodyPr wrap="square" lIns="0" tIns="0" rIns="0" bIns="0" rtlCol="0" anchor="t"/>
          <a:lstStyle/>
          <a:p>
            <a:pPr algn="ctr" indent="0" marL="0">
              <a:buNone/>
            </a:pPr>
            <a:r>
              <a:rPr lang="en-US" sz="825" b="1" dirty="0">
                <a:solidFill>
                  <a:srgbClr val="241C17"/>
                </a:solidFill>
                <a:latin typeface="Noto Sans TC" pitchFamily="34" charset="0"/>
                <a:ea typeface="Noto Sans TC" pitchFamily="34" charset="-122"/>
                <a:cs typeface="Noto Sans TC" pitchFamily="34" charset="-120"/>
              </a:rPr>
              <a:t>限時優惠 每瓶 250 元｜買三送一</a:t>
            </a:r>
            <a:endParaRPr lang="en-US" sz="825" dirty="0"/>
          </a:p>
        </p:txBody>
      </p:sp>
      <p:sp>
        <p:nvSpPr>
          <p:cNvPr id="19" name="Text 16"/>
          <p:cNvSpPr txBox="1"/>
          <p:nvPr/>
        </p:nvSpPr>
        <p:spPr>
          <a:xfrm>
            <a:off x="8138800" y="2225741"/>
            <a:ext cx="2001073" cy="331013"/>
          </a:xfrm>
          <a:prstGeom prst="rect">
            <a:avLst/>
          </a:prstGeom>
          <a:noFill/>
          <a:ln/>
        </p:spPr>
        <p:txBody>
          <a:bodyPr wrap="square" lIns="0" tIns="0" rIns="0" bIns="0" rtlCol="0" anchor="t"/>
          <a:lstStyle/>
          <a:p>
            <a:pPr algn="ctr" indent="0" marL="0">
              <a:lnSpc>
                <a:spcPts val="816"/>
              </a:lnSpc>
              <a:buNone/>
            </a:pPr>
            <a:r>
              <a:rPr lang="en-US" sz="563" dirty="0">
                <a:solidFill>
                  <a:srgbClr val="555555"/>
                </a:solidFill>
                <a:latin typeface="Noto Sans TC" pitchFamily="34" charset="0"/>
                <a:ea typeface="Noto Sans TC" pitchFamily="34" charset="-122"/>
                <a:cs typeface="Noto Sans TC" pitchFamily="34" charset="-120"/>
              </a:rPr>
              <a:t> 本店堅持選用大湖新鮮草莓，每日清晨採收，一顆一顆手工去蒂， 小火慢熬三小時，不添加香料與色素，通過檢驗合格， 是您送禮自用的最佳選擇，歡迎來電洽詢訂購……</a:t>
            </a:r>
            <a:endParaRPr lang="en-US" sz="563" dirty="0"/>
          </a:p>
        </p:txBody>
      </p:sp>
      <p:sp>
        <p:nvSpPr>
          <p:cNvPr id="20" name="Text 17"/>
          <p:cNvSpPr txBox="1"/>
          <p:nvPr/>
        </p:nvSpPr>
        <p:spPr>
          <a:xfrm>
            <a:off x="7864114" y="2676357"/>
            <a:ext cx="1997873" cy="142921"/>
          </a:xfrm>
          <a:prstGeom prst="rect">
            <a:avLst/>
          </a:prstGeom>
          <a:noFill/>
          <a:ln/>
        </p:spPr>
        <p:txBody>
          <a:bodyPr wrap="square" lIns="0" tIns="0" rIns="0" bIns="0" rtlCol="0" anchor="t"/>
          <a:lstStyle/>
          <a:p>
            <a:pPr algn="ctr" indent="0" marL="0">
              <a:buNone/>
            </a:pPr>
            <a:r>
              <a:rPr lang="en-US" sz="675" b="1" dirty="0">
                <a:solidFill>
                  <a:srgbClr val="241C17"/>
                </a:solidFill>
                <a:latin typeface="Noto Sans TC" pitchFamily="34" charset="0"/>
                <a:ea typeface="Noto Sans TC" pitchFamily="34" charset="-122"/>
                <a:cs typeface="Noto Sans TC" pitchFamily="34" charset="-120"/>
              </a:rPr>
              <a:t>📞 0912-345-678 ✉️ LINE：@xiaofangjam</a:t>
            </a:r>
            <a:endParaRPr lang="en-US" sz="675" dirty="0"/>
          </a:p>
        </p:txBody>
      </p:sp>
      <p:sp>
        <p:nvSpPr>
          <p:cNvPr id="21" name="Text 18"/>
          <p:cNvSpPr txBox="1"/>
          <p:nvPr/>
        </p:nvSpPr>
        <p:spPr>
          <a:xfrm>
            <a:off x="8196316" y="2838298"/>
            <a:ext cx="1333378" cy="142921"/>
          </a:xfrm>
          <a:prstGeom prst="rect">
            <a:avLst/>
          </a:prstGeom>
          <a:noFill/>
          <a:ln/>
        </p:spPr>
        <p:txBody>
          <a:bodyPr wrap="square" lIns="0" tIns="0" rIns="0" bIns="0" rtlCol="0" anchor="t"/>
          <a:lstStyle/>
          <a:p>
            <a:pPr algn="ctr" indent="0" marL="0">
              <a:buNone/>
            </a:pPr>
            <a:r>
              <a:rPr lang="en-US" sz="675" b="1" dirty="0">
                <a:solidFill>
                  <a:srgbClr val="241C17"/>
                </a:solidFill>
                <a:latin typeface="Noto Sans TC" pitchFamily="34" charset="0"/>
                <a:ea typeface="Noto Sans TC" pitchFamily="34" charset="-122"/>
                <a:cs typeface="Noto Sans TC" pitchFamily="34" charset="-120"/>
              </a:rPr>
              <a:t>📍 台中市西屯區文華路 100 號</a:t>
            </a:r>
            <a:endParaRPr lang="en-US" sz="675" dirty="0"/>
          </a:p>
        </p:txBody>
      </p:sp>
      <p:sp>
        <p:nvSpPr>
          <p:cNvPr id="22" name="Text 19"/>
          <p:cNvSpPr txBox="1"/>
          <p:nvPr/>
        </p:nvSpPr>
        <p:spPr>
          <a:xfrm>
            <a:off x="7889443" y="3000238"/>
            <a:ext cx="1947032" cy="123810"/>
          </a:xfrm>
          <a:prstGeom prst="rect">
            <a:avLst/>
          </a:prstGeom>
          <a:noFill/>
          <a:ln/>
        </p:spPr>
        <p:txBody>
          <a:bodyPr wrap="square" lIns="0" tIns="0" rIns="0" bIns="0" rtlCol="0" anchor="t"/>
          <a:lstStyle/>
          <a:p>
            <a:pPr algn="ctr" indent="0" marL="0">
              <a:buNone/>
            </a:pPr>
            <a:r>
              <a:rPr lang="en-US" sz="563" dirty="0">
                <a:solidFill>
                  <a:srgbClr val="666666"/>
                </a:solidFill>
                <a:latin typeface="Noto Sans TC" pitchFamily="34" charset="0"/>
                <a:ea typeface="Noto Sans TC" pitchFamily="34" charset="-122"/>
                <a:cs typeface="Noto Sans TC" pitchFamily="34" charset="-120"/>
              </a:rPr>
              <a:t>營業時間：週一至週五 09:00–18:00 週六 09:00–12:00</a:t>
            </a:r>
            <a:endParaRPr lang="en-US" sz="563" dirty="0"/>
          </a:p>
        </p:txBody>
      </p:sp>
      <p:sp>
        <p:nvSpPr>
          <p:cNvPr id="23" name="Text 20"/>
          <p:cNvSpPr txBox="1"/>
          <p:nvPr/>
        </p:nvSpPr>
        <p:spPr>
          <a:xfrm>
            <a:off x="7978689" y="3800338"/>
            <a:ext cx="2187793" cy="223845"/>
          </a:xfrm>
          <a:prstGeom prst="rect">
            <a:avLst/>
          </a:prstGeom>
          <a:noFill/>
          <a:ln/>
        </p:spPr>
        <p:txBody>
          <a:bodyPr wrap="square" lIns="0" tIns="0" rIns="0" bIns="0" rtlCol="0" anchor="t"/>
          <a:lstStyle/>
          <a:p>
            <a:pPr algn="ctr" indent="0" marL="0">
              <a:lnSpc>
                <a:spcPts val="788"/>
              </a:lnSpc>
              <a:buNone/>
            </a:pPr>
            <a:r>
              <a:rPr lang="en-US" sz="563" dirty="0">
                <a:solidFill>
                  <a:srgbClr val="555555"/>
                </a:solidFill>
                <a:latin typeface="Noto Sans TC" pitchFamily="34" charset="0"/>
                <a:ea typeface="Noto Sans TC" pitchFamily="34" charset="-122"/>
                <a:cs typeface="Noto Sans TC" pitchFamily="34" charset="-120"/>
              </a:rPr>
              <a:t> 掃描 QR Code 加入好友，即可獲得第一手優惠訊息， 另有多種口味：藍莓、鳳梨、金桔、洛神……</a:t>
            </a:r>
            <a:endParaRPr lang="en-US" sz="563" dirty="0"/>
          </a:p>
        </p:txBody>
      </p:sp>
      <p:sp>
        <p:nvSpPr>
          <p:cNvPr id="24" name="Text 21"/>
          <p:cNvSpPr txBox="1"/>
          <p:nvPr/>
        </p:nvSpPr>
        <p:spPr>
          <a:xfrm>
            <a:off x="6244072" y="4776643"/>
            <a:ext cx="1498976" cy="200071"/>
          </a:xfrm>
          <a:prstGeom prst="rect">
            <a:avLst/>
          </a:prstGeom>
          <a:noFill/>
          <a:ln/>
        </p:spPr>
        <p:txBody>
          <a:bodyPr wrap="square" lIns="0" tIns="0" rIns="0" bIns="0" rtlCol="0" anchor="t"/>
          <a:lstStyle/>
          <a:p>
            <a:pPr algn="ctr" indent="0" marL="0">
              <a:buNone/>
            </a:pPr>
            <a:r>
              <a:rPr lang="en-US" sz="975" b="1" dirty="0">
                <a:solidFill>
                  <a:srgbClr val="9C8B7C"/>
                </a:solidFill>
                <a:latin typeface="Noto Sans TC" pitchFamily="34" charset="0"/>
                <a:ea typeface="Noto Sans TC" pitchFamily="34" charset="-122"/>
                <a:cs typeface="Noto Sans TC" pitchFamily="34" charset="-120"/>
              </a:rPr>
              <a:t>在 IG 九宮格裡長這樣 →</a:t>
            </a:r>
            <a:endParaRPr lang="en-US" sz="975" dirty="0"/>
          </a:p>
        </p:txBody>
      </p:sp>
      <p:sp>
        <p:nvSpPr>
          <p:cNvPr id="25" name="Text 22"/>
          <p:cNvSpPr txBox="1"/>
          <p:nvPr/>
        </p:nvSpPr>
        <p:spPr>
          <a:xfrm>
            <a:off x="7822143" y="4581418"/>
            <a:ext cx="680954" cy="205374"/>
          </a:xfrm>
          <a:prstGeom prst="rect">
            <a:avLst/>
          </a:prstGeom>
          <a:noFill/>
          <a:ln/>
        </p:spPr>
        <p:txBody>
          <a:bodyPr wrap="square" lIns="0" tIns="0" rIns="0" bIns="0" rtlCol="0" anchor="t"/>
          <a:lstStyle/>
          <a:p>
            <a:pPr algn="ctr" indent="0" marL="0">
              <a:lnSpc>
                <a:spcPts val="292"/>
              </a:lnSpc>
              <a:buNone/>
            </a:pPr>
            <a:r>
              <a:rPr lang="en-US" sz="225" dirty="0">
                <a:solidFill>
                  <a:srgbClr val="999999"/>
                </a:solidFill>
                <a:latin typeface="Noto Sans TC" pitchFamily="34" charset="0"/>
                <a:ea typeface="Noto Sans TC" pitchFamily="34" charset="-122"/>
                <a:cs typeface="Noto Sans TC" pitchFamily="34" charset="-120"/>
              </a:rPr>
              <a:t>超級好吃手工草莓果醬 限時優惠 每瓶250元 買三送一 本店堅持選用大湖新鮮草莓每日清晨採收一顆一顆手工去蒂小火慢熬三小時不添加香料與色素 0912-345-678 台中市西屯區文華路100號 營業時間週一至週五</a:t>
            </a:r>
            <a:endParaRPr lang="en-US" sz="225" dirty="0"/>
          </a:p>
        </p:txBody>
      </p:sp>
      <p:sp>
        <p:nvSpPr>
          <p:cNvPr id="26" name="Text 23"/>
          <p:cNvSpPr txBox="1"/>
          <p:nvPr/>
        </p:nvSpPr>
        <p:spPr>
          <a:xfrm>
            <a:off x="761970" y="6438930"/>
            <a:ext cx="1338042" cy="200071"/>
          </a:xfrm>
          <a:prstGeom prst="rect">
            <a:avLst/>
          </a:prstGeom>
          <a:noFill/>
          <a:ln/>
        </p:spPr>
        <p:txBody>
          <a:bodyPr wrap="square" lIns="0" tIns="0" rIns="0" bIns="0" rtlCol="0" anchor="t"/>
          <a:lstStyle/>
          <a:p>
            <a:pPr algn="l" indent="0" marL="0">
              <a:buNone/>
            </a:pPr>
            <a:r>
              <a:rPr lang="en-US" sz="938" b="1" spc="56" kern="0" dirty="0">
                <a:solidFill>
                  <a:srgbClr val="9C8B7C"/>
                </a:solidFill>
                <a:latin typeface="Noto Sans TC" pitchFamily="34" charset="0"/>
                <a:ea typeface="Noto Sans TC" pitchFamily="34" charset="-122"/>
                <a:cs typeface="Noto Sans TC" pitchFamily="34" charset="-120"/>
              </a:rPr>
              <a:t>PART 5 · 13:39</a:t>
            </a:r>
            <a:endParaRPr lang="en-US" sz="938" dirty="0"/>
          </a:p>
        </p:txBody>
      </p:sp>
      <p:sp>
        <p:nvSpPr>
          <p:cNvPr id="27" name="Text 24"/>
          <p:cNvSpPr txBox="1"/>
          <p:nvPr/>
        </p:nvSpPr>
        <p:spPr>
          <a:xfrm>
            <a:off x="10922599" y="6438930"/>
            <a:ext cx="562630" cy="200071"/>
          </a:xfrm>
          <a:prstGeom prst="rect">
            <a:avLst/>
          </a:prstGeom>
          <a:noFill/>
          <a:ln/>
        </p:spPr>
        <p:txBody>
          <a:bodyPr wrap="square" lIns="0" tIns="0" rIns="0" bIns="0" rtlCol="0" anchor="t"/>
          <a:lstStyle/>
          <a:p>
            <a:pPr algn="l" indent="0" marL="0">
              <a:buNone/>
            </a:pPr>
            <a:r>
              <a:rPr lang="en-US" sz="938" b="1" spc="56" kern="0" dirty="0">
                <a:solidFill>
                  <a:srgbClr val="9C8B7C"/>
                </a:solidFill>
                <a:latin typeface="Noto Sans TC" pitchFamily="34" charset="0"/>
                <a:ea typeface="Noto Sans TC" pitchFamily="34" charset="-122"/>
                <a:cs typeface="Noto Sans TC" pitchFamily="34" charset="-120"/>
              </a:rPr>
              <a:t>40 / 75</a:t>
            </a:r>
            <a:endParaRPr lang="en-US" sz="938"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BF7F1"/>
        </a:solidFill>
      </p:bgPr>
    </p:bg>
    <p:spTree>
      <p:nvGrpSpPr>
        <p:cNvPr id="1" name=""/>
        <p:cNvGrpSpPr/>
        <p:nvPr/>
      </p:nvGrpSpPr>
      <p:grpSpPr>
        <a:xfrm>
          <a:off x="0" y="0"/>
          <a:ext cx="0" cy="0"/>
          <a:chOff x="0" y="0"/>
          <a:chExt cx="0" cy="0"/>
        </a:xfrm>
      </p:grpSpPr>
      <p:pic>
        <p:nvPicPr>
          <p:cNvPr id="2" name="Image 0" descr="/home/user/gogoeveryday/social-course/export-pptx/build/bg/41.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761970" y="525689"/>
            <a:ext cx="999714" cy="219090"/>
          </a:xfrm>
          <a:prstGeom prst="rect">
            <a:avLst/>
          </a:prstGeom>
          <a:noFill/>
          <a:ln/>
        </p:spPr>
        <p:txBody>
          <a:bodyPr wrap="square" lIns="0" tIns="0" rIns="0" bIns="0" rtlCol="0" anchor="t"/>
          <a:lstStyle/>
          <a:p>
            <a:pPr algn="l" indent="0" marL="0">
              <a:buNone/>
            </a:pPr>
            <a:r>
              <a:rPr lang="en-US" sz="1125" b="1" spc="225" kern="0" dirty="0">
                <a:solidFill>
                  <a:srgbClr val="5F7A63"/>
                </a:solidFill>
                <a:latin typeface="Noto Sans TC" pitchFamily="34" charset="0"/>
                <a:ea typeface="Noto Sans TC" pitchFamily="34" charset="-122"/>
                <a:cs typeface="Noto Sans TC" pitchFamily="34" charset="-120"/>
              </a:rPr>
              <a:t>初學者原則</a:t>
            </a:r>
            <a:endParaRPr lang="en-US" sz="1125" dirty="0"/>
          </a:p>
        </p:txBody>
      </p:sp>
      <p:sp>
        <p:nvSpPr>
          <p:cNvPr id="4" name="Text 1"/>
          <p:cNvSpPr txBox="1"/>
          <p:nvPr/>
        </p:nvSpPr>
        <p:spPr>
          <a:xfrm>
            <a:off x="761970" y="830458"/>
            <a:ext cx="3653028" cy="571500"/>
          </a:xfrm>
          <a:prstGeom prst="rect">
            <a:avLst/>
          </a:prstGeom>
          <a:noFill/>
          <a:ln/>
        </p:spPr>
        <p:txBody>
          <a:bodyPr wrap="square" lIns="0" tIns="0" rIns="0" bIns="0" rtlCol="0" anchor="t"/>
          <a:lstStyle/>
          <a:p>
            <a:pPr algn="l" indent="0" marL="0">
              <a:lnSpc>
                <a:spcPts val="3660"/>
              </a:lnSpc>
              <a:buNone/>
            </a:pPr>
            <a:r>
              <a:rPr lang="en-US" sz="3000" b="1" spc="-60" kern="0" dirty="0">
                <a:solidFill>
                  <a:srgbClr val="241C17"/>
                </a:solidFill>
                <a:latin typeface="Noto Sans TC" pitchFamily="34" charset="0"/>
                <a:ea typeface="Noto Sans TC" pitchFamily="34" charset="-122"/>
                <a:cs typeface="Noto Sans TC" pitchFamily="34" charset="-120"/>
              </a:rPr>
              <a:t>圖片上只留兩樣東西</a:t>
            </a:r>
            <a:endParaRPr lang="en-US" sz="3000" dirty="0"/>
          </a:p>
        </p:txBody>
      </p:sp>
      <p:sp>
        <p:nvSpPr>
          <p:cNvPr id="5" name="Text 2"/>
          <p:cNvSpPr txBox="1"/>
          <p:nvPr/>
        </p:nvSpPr>
        <p:spPr>
          <a:xfrm>
            <a:off x="1019190" y="1771467"/>
            <a:ext cx="555041" cy="200071"/>
          </a:xfrm>
          <a:prstGeom prst="rect">
            <a:avLst/>
          </a:prstGeom>
          <a:noFill/>
          <a:ln/>
        </p:spPr>
        <p:txBody>
          <a:bodyPr wrap="square" lIns="0" tIns="0" rIns="0" bIns="0" rtlCol="0" anchor="t"/>
          <a:lstStyle/>
          <a:p>
            <a:pPr algn="l" indent="0" marL="0">
              <a:buNone/>
            </a:pPr>
            <a:r>
              <a:rPr lang="en-US" sz="975" b="1" spc="136" kern="0" dirty="0">
                <a:solidFill>
                  <a:srgbClr val="9C8B7C"/>
                </a:solidFill>
                <a:latin typeface="Noto Sans TC" pitchFamily="34" charset="0"/>
                <a:ea typeface="Noto Sans TC" pitchFamily="34" charset="-122"/>
                <a:cs typeface="Noto Sans TC" pitchFamily="34" charset="-120"/>
              </a:rPr>
              <a:t>第一樣</a:t>
            </a:r>
            <a:endParaRPr lang="en-US" sz="975" dirty="0"/>
          </a:p>
        </p:txBody>
      </p:sp>
      <p:sp>
        <p:nvSpPr>
          <p:cNvPr id="6" name="Text 3"/>
          <p:cNvSpPr txBox="1"/>
          <p:nvPr/>
        </p:nvSpPr>
        <p:spPr>
          <a:xfrm>
            <a:off x="1019190" y="2047707"/>
            <a:ext cx="1339687" cy="371521"/>
          </a:xfrm>
          <a:prstGeom prst="rect">
            <a:avLst/>
          </a:prstGeom>
          <a:noFill/>
          <a:ln/>
        </p:spPr>
        <p:txBody>
          <a:bodyPr wrap="square" lIns="0" tIns="0" rIns="0" bIns="0" rtlCol="0" anchor="t"/>
          <a:lstStyle/>
          <a:p>
            <a:pPr algn="l" indent="0" marL="0">
              <a:buNone/>
            </a:pPr>
            <a:r>
              <a:rPr lang="en-US" sz="1950" b="1" spc="-20" kern="0" dirty="0">
                <a:solidFill>
                  <a:srgbClr val="241C17"/>
                </a:solidFill>
                <a:latin typeface="Noto Sans TC" pitchFamily="34" charset="0"/>
                <a:ea typeface="Noto Sans TC" pitchFamily="34" charset="-122"/>
                <a:cs typeface="Noto Sans TC" pitchFamily="34" charset="-120"/>
              </a:rPr>
              <a:t>1 個主標題</a:t>
            </a:r>
            <a:endParaRPr lang="en-US" sz="1950" dirty="0"/>
          </a:p>
        </p:txBody>
      </p:sp>
      <p:sp>
        <p:nvSpPr>
          <p:cNvPr id="7" name="Text 4"/>
          <p:cNvSpPr txBox="1"/>
          <p:nvPr/>
        </p:nvSpPr>
        <p:spPr>
          <a:xfrm>
            <a:off x="1019190" y="2466868"/>
            <a:ext cx="1635679" cy="257221"/>
          </a:xfrm>
          <a:prstGeom prst="rect">
            <a:avLst/>
          </a:prstGeom>
          <a:noFill/>
          <a:ln/>
        </p:spPr>
        <p:txBody>
          <a:bodyPr wrap="square" lIns="0" tIns="0" rIns="0" bIns="0" rtlCol="0" anchor="t"/>
          <a:lstStyle/>
          <a:p>
            <a:pPr algn="l" indent="0" marL="0">
              <a:lnSpc>
                <a:spcPts val="2066"/>
              </a:lnSpc>
              <a:buNone/>
            </a:pPr>
            <a:r>
              <a:rPr lang="en-US" sz="1275" dirty="0">
                <a:solidFill>
                  <a:srgbClr val="4A3C33"/>
                </a:solidFill>
                <a:latin typeface="Noto Sans TC" pitchFamily="34" charset="0"/>
                <a:ea typeface="Noto Sans TC" pitchFamily="34" charset="-122"/>
                <a:cs typeface="Noto Sans TC" pitchFamily="34" charset="-120"/>
              </a:rPr>
              <a:t>例如：手作草莓果醬</a:t>
            </a:r>
            <a:endParaRPr lang="en-US" sz="1275" dirty="0"/>
          </a:p>
        </p:txBody>
      </p:sp>
      <p:sp>
        <p:nvSpPr>
          <p:cNvPr id="8" name="Text 5"/>
          <p:cNvSpPr txBox="1"/>
          <p:nvPr/>
        </p:nvSpPr>
        <p:spPr>
          <a:xfrm>
            <a:off x="3148828" y="3129077"/>
            <a:ext cx="379202" cy="371521"/>
          </a:xfrm>
          <a:prstGeom prst="rect">
            <a:avLst/>
          </a:prstGeom>
          <a:noFill/>
          <a:ln/>
        </p:spPr>
        <p:txBody>
          <a:bodyPr wrap="square" lIns="0" tIns="0" rIns="0" bIns="0" rtlCol="0" anchor="t"/>
          <a:lstStyle/>
          <a:p>
            <a:pPr algn="ctr" indent="0" marL="0">
              <a:buNone/>
            </a:pPr>
            <a:r>
              <a:rPr lang="en-US" sz="1950" b="1" dirty="0">
                <a:solidFill>
                  <a:srgbClr val="C05F3C"/>
                </a:solidFill>
                <a:latin typeface="Noto Sans TC" pitchFamily="34" charset="0"/>
                <a:ea typeface="Noto Sans TC" pitchFamily="34" charset="-122"/>
                <a:cs typeface="Noto Sans TC" pitchFamily="34" charset="-120"/>
              </a:rPr>
              <a:t>＋</a:t>
            </a:r>
            <a:endParaRPr lang="en-US" sz="1950" dirty="0"/>
          </a:p>
        </p:txBody>
      </p:sp>
      <p:sp>
        <p:nvSpPr>
          <p:cNvPr id="9" name="Text 6"/>
          <p:cNvSpPr txBox="1"/>
          <p:nvPr/>
        </p:nvSpPr>
        <p:spPr>
          <a:xfrm>
            <a:off x="1019190" y="3891138"/>
            <a:ext cx="555041" cy="200071"/>
          </a:xfrm>
          <a:prstGeom prst="rect">
            <a:avLst/>
          </a:prstGeom>
          <a:noFill/>
          <a:ln/>
        </p:spPr>
        <p:txBody>
          <a:bodyPr wrap="square" lIns="0" tIns="0" rIns="0" bIns="0" rtlCol="0" anchor="t"/>
          <a:lstStyle/>
          <a:p>
            <a:pPr algn="l" indent="0" marL="0">
              <a:buNone/>
            </a:pPr>
            <a:r>
              <a:rPr lang="en-US" sz="975" b="1" spc="136" kern="0" dirty="0">
                <a:solidFill>
                  <a:srgbClr val="5F7A63"/>
                </a:solidFill>
                <a:latin typeface="Noto Sans TC" pitchFamily="34" charset="0"/>
                <a:ea typeface="Noto Sans TC" pitchFamily="34" charset="-122"/>
                <a:cs typeface="Noto Sans TC" pitchFamily="34" charset="-120"/>
              </a:rPr>
              <a:t>第二樣</a:t>
            </a:r>
            <a:endParaRPr lang="en-US" sz="975" dirty="0"/>
          </a:p>
        </p:txBody>
      </p:sp>
      <p:sp>
        <p:nvSpPr>
          <p:cNvPr id="10" name="Text 7"/>
          <p:cNvSpPr txBox="1"/>
          <p:nvPr/>
        </p:nvSpPr>
        <p:spPr>
          <a:xfrm>
            <a:off x="1019190" y="4167378"/>
            <a:ext cx="1079815" cy="371521"/>
          </a:xfrm>
          <a:prstGeom prst="rect">
            <a:avLst/>
          </a:prstGeom>
          <a:noFill/>
          <a:ln/>
        </p:spPr>
        <p:txBody>
          <a:bodyPr wrap="square" lIns="0" tIns="0" rIns="0" bIns="0" rtlCol="0" anchor="t"/>
          <a:lstStyle/>
          <a:p>
            <a:pPr algn="l" indent="0" marL="0">
              <a:buNone/>
            </a:pPr>
            <a:r>
              <a:rPr lang="en-US" sz="1950" b="1" spc="-20" kern="0" dirty="0">
                <a:solidFill>
                  <a:srgbClr val="241C17"/>
                </a:solidFill>
                <a:latin typeface="Noto Sans TC" pitchFamily="34" charset="0"/>
                <a:ea typeface="Noto Sans TC" pitchFamily="34" charset="-122"/>
                <a:cs typeface="Noto Sans TC" pitchFamily="34" charset="-120"/>
              </a:rPr>
              <a:t>1 個重點</a:t>
            </a:r>
            <a:endParaRPr lang="en-US" sz="1950" dirty="0"/>
          </a:p>
        </p:txBody>
      </p:sp>
      <p:sp>
        <p:nvSpPr>
          <p:cNvPr id="11" name="Text 8"/>
          <p:cNvSpPr txBox="1"/>
          <p:nvPr/>
        </p:nvSpPr>
        <p:spPr>
          <a:xfrm>
            <a:off x="1019190" y="4586448"/>
            <a:ext cx="1731599" cy="257221"/>
          </a:xfrm>
          <a:prstGeom prst="rect">
            <a:avLst/>
          </a:prstGeom>
          <a:noFill/>
          <a:ln/>
        </p:spPr>
        <p:txBody>
          <a:bodyPr wrap="square" lIns="0" tIns="0" rIns="0" bIns="0" rtlCol="0" anchor="t"/>
          <a:lstStyle/>
          <a:p>
            <a:pPr algn="l" indent="0" marL="0">
              <a:lnSpc>
                <a:spcPts val="2066"/>
              </a:lnSpc>
              <a:buNone/>
            </a:pPr>
            <a:r>
              <a:rPr lang="en-US" sz="1275" dirty="0">
                <a:solidFill>
                  <a:srgbClr val="4A3C33"/>
                </a:solidFill>
                <a:latin typeface="Noto Sans TC" pitchFamily="34" charset="0"/>
                <a:ea typeface="Noto Sans TC" pitchFamily="34" charset="-122"/>
                <a:cs typeface="Noto Sans TC" pitchFamily="34" charset="-120"/>
              </a:rPr>
              <a:t>例如：本週限量 20 瓶</a:t>
            </a:r>
            <a:endParaRPr lang="en-US" sz="1275" dirty="0"/>
          </a:p>
        </p:txBody>
      </p:sp>
      <p:sp>
        <p:nvSpPr>
          <p:cNvPr id="12" name="Text 9"/>
          <p:cNvSpPr txBox="1"/>
          <p:nvPr/>
        </p:nvSpPr>
        <p:spPr>
          <a:xfrm>
            <a:off x="1533540" y="5458236"/>
            <a:ext cx="2271735" cy="532364"/>
          </a:xfrm>
          <a:prstGeom prst="rect">
            <a:avLst/>
          </a:prstGeom>
          <a:noFill/>
          <a:ln/>
        </p:spPr>
        <p:txBody>
          <a:bodyPr wrap="square" lIns="0" tIns="0" rIns="0" bIns="0" rtlCol="0" anchor="t"/>
          <a:lstStyle/>
          <a:p>
            <a:pPr algn="l" indent="0" marL="0">
              <a:lnSpc>
                <a:spcPts val="2092"/>
              </a:lnSpc>
              <a:buNone/>
            </a:pPr>
            <a:r>
              <a:rPr lang="en-US" sz="1350" b="1" dirty="0">
                <a:solidFill>
                  <a:srgbClr val="4A3C33"/>
                </a:solidFill>
                <a:latin typeface="Noto Sans TC" pitchFamily="34" charset="0"/>
                <a:ea typeface="Noto Sans TC" pitchFamily="34" charset="-122"/>
                <a:cs typeface="Noto Sans TC" pitchFamily="34" charset="-120"/>
              </a:rPr>
              <a:t> 價格、電話、地址、故事，</a:t>
            </a:r>
            <a:endParaRPr lang="en-US" sz="1350" dirty="0"/>
          </a:p>
          <a:p>
            <a:pPr algn="l" indent="0" marL="0">
              <a:lnSpc>
                <a:spcPts val="2092"/>
              </a:lnSpc>
              <a:buNone/>
            </a:pPr>
            <a:r>
              <a:rPr lang="en-US" sz="1350" b="1" dirty="0">
                <a:solidFill>
                  <a:srgbClr val="5F7A63"/>
                </a:solidFill>
                <a:latin typeface="Noto Sans TC" pitchFamily="34" charset="0"/>
                <a:ea typeface="Noto Sans TC" pitchFamily="34" charset="-122"/>
                <a:cs typeface="Noto Sans TC" pitchFamily="34" charset="-120"/>
              </a:rPr>
              <a:t>全部放在貼文裡就好。</a:t>
            </a:r>
            <a:endParaRPr lang="en-US" sz="1350" dirty="0"/>
          </a:p>
        </p:txBody>
      </p:sp>
      <p:sp>
        <p:nvSpPr>
          <p:cNvPr id="13" name="Text 10"/>
          <p:cNvSpPr txBox="1"/>
          <p:nvPr/>
        </p:nvSpPr>
        <p:spPr>
          <a:xfrm>
            <a:off x="1533540" y="5723961"/>
            <a:ext cx="1908261" cy="266730"/>
          </a:xfrm>
          <a:prstGeom prst="rect">
            <a:avLst/>
          </a:prstGeom>
          <a:noFill/>
          <a:ln/>
        </p:spPr>
        <p:txBody>
          <a:bodyPr wrap="square" lIns="0" tIns="0" rIns="0" bIns="0" rtlCol="0" anchor="t"/>
          <a:lstStyle/>
          <a:p>
            <a:pPr algn="l" indent="0" marL="0">
              <a:lnSpc>
                <a:spcPts val="2092"/>
              </a:lnSpc>
              <a:buNone/>
            </a:pPr>
            <a:r>
              <a:rPr lang="en-US" sz="1350" b="1" dirty="0">
                <a:solidFill>
                  <a:srgbClr val="5F7A63"/>
                </a:solidFill>
                <a:latin typeface="Noto Sans TC" pitchFamily="34" charset="0"/>
                <a:ea typeface="Noto Sans TC" pitchFamily="34" charset="-122"/>
                <a:cs typeface="Noto Sans TC" pitchFamily="34" charset="-120"/>
              </a:rPr>
              <a:t>全部放在貼文裡就好。</a:t>
            </a:r>
            <a:endParaRPr lang="en-US" sz="1350" dirty="0"/>
          </a:p>
        </p:txBody>
      </p:sp>
      <p:sp>
        <p:nvSpPr>
          <p:cNvPr id="14" name="Text 11"/>
          <p:cNvSpPr txBox="1"/>
          <p:nvPr/>
        </p:nvSpPr>
        <p:spPr>
          <a:xfrm>
            <a:off x="8007858" y="3581430"/>
            <a:ext cx="1710294" cy="390540"/>
          </a:xfrm>
          <a:prstGeom prst="rect">
            <a:avLst/>
          </a:prstGeom>
          <a:noFill/>
          <a:ln/>
        </p:spPr>
        <p:txBody>
          <a:bodyPr wrap="square" lIns="0" tIns="0" rIns="0" bIns="0" rtlCol="0" anchor="t"/>
          <a:lstStyle/>
          <a:p>
            <a:pPr algn="ctr" indent="0" marL="0">
              <a:buNone/>
            </a:pPr>
            <a:r>
              <a:rPr lang="en-US" sz="2025" b="1" spc="-20" kern="0" dirty="0">
                <a:solidFill>
                  <a:srgbClr val="FFFFFF"/>
                </a:solidFill>
                <a:latin typeface="Noto Sans TC" pitchFamily="34" charset="0"/>
                <a:ea typeface="Noto Sans TC" pitchFamily="34" charset="-122"/>
                <a:cs typeface="Noto Sans TC" pitchFamily="34" charset="-120"/>
              </a:rPr>
              <a:t>手作草莓果醬</a:t>
            </a:r>
            <a:endParaRPr lang="en-US" sz="2025" dirty="0"/>
          </a:p>
        </p:txBody>
      </p:sp>
      <p:sp>
        <p:nvSpPr>
          <p:cNvPr id="15" name="Text 12"/>
          <p:cNvSpPr txBox="1"/>
          <p:nvPr/>
        </p:nvSpPr>
        <p:spPr>
          <a:xfrm>
            <a:off x="8281629" y="4000500"/>
            <a:ext cx="1162660" cy="247620"/>
          </a:xfrm>
          <a:prstGeom prst="rect">
            <a:avLst/>
          </a:prstGeom>
          <a:noFill/>
          <a:ln/>
        </p:spPr>
        <p:txBody>
          <a:bodyPr wrap="square" lIns="0" tIns="0" rIns="0" bIns="0" rtlCol="0" anchor="t"/>
          <a:lstStyle/>
          <a:p>
            <a:pPr algn="ctr" indent="0" marL="0">
              <a:buNone/>
            </a:pPr>
            <a:r>
              <a:rPr lang="en-US" sz="1200" b="1" dirty="0">
                <a:solidFill>
                  <a:srgbClr val="FFFFFF"/>
                </a:solidFill>
                <a:latin typeface="Noto Sans TC" pitchFamily="34" charset="0"/>
                <a:ea typeface="Noto Sans TC" pitchFamily="34" charset="-122"/>
                <a:cs typeface="Noto Sans TC" pitchFamily="34" charset="-120"/>
              </a:rPr>
              <a:t>本週限量 20 瓶</a:t>
            </a:r>
            <a:endParaRPr lang="en-US" sz="1200" dirty="0"/>
          </a:p>
        </p:txBody>
      </p:sp>
      <p:sp>
        <p:nvSpPr>
          <p:cNvPr id="16" name="Text 13"/>
          <p:cNvSpPr txBox="1"/>
          <p:nvPr/>
        </p:nvSpPr>
        <p:spPr>
          <a:xfrm>
            <a:off x="6245901" y="4872015"/>
            <a:ext cx="1433231" cy="200071"/>
          </a:xfrm>
          <a:prstGeom prst="rect">
            <a:avLst/>
          </a:prstGeom>
          <a:noFill/>
          <a:ln/>
        </p:spPr>
        <p:txBody>
          <a:bodyPr wrap="square" lIns="0" tIns="0" rIns="0" bIns="0" rtlCol="0" anchor="t"/>
          <a:lstStyle/>
          <a:p>
            <a:pPr algn="ctr" indent="0" marL="0">
              <a:buNone/>
            </a:pPr>
            <a:r>
              <a:rPr lang="en-US" sz="975" b="1" dirty="0">
                <a:solidFill>
                  <a:srgbClr val="9C8B7C"/>
                </a:solidFill>
                <a:latin typeface="Noto Sans TC" pitchFamily="34" charset="0"/>
                <a:ea typeface="Noto Sans TC" pitchFamily="34" charset="-122"/>
                <a:cs typeface="Noto Sans TC" pitchFamily="34" charset="-120"/>
              </a:rPr>
              <a:t>縮成一格還是看得懂 →</a:t>
            </a:r>
            <a:endParaRPr lang="en-US" sz="975" dirty="0"/>
          </a:p>
        </p:txBody>
      </p:sp>
      <p:sp>
        <p:nvSpPr>
          <p:cNvPr id="17" name="Text 14"/>
          <p:cNvSpPr txBox="1"/>
          <p:nvPr/>
        </p:nvSpPr>
        <p:spPr>
          <a:xfrm>
            <a:off x="7834854" y="5172121"/>
            <a:ext cx="531541" cy="114300"/>
          </a:xfrm>
          <a:prstGeom prst="rect">
            <a:avLst/>
          </a:prstGeom>
          <a:noFill/>
          <a:ln/>
        </p:spPr>
        <p:txBody>
          <a:bodyPr wrap="square" lIns="0" tIns="0" rIns="0" bIns="0" rtlCol="0" anchor="t"/>
          <a:lstStyle/>
          <a:p>
            <a:pPr algn="ctr" indent="0" marL="0">
              <a:buNone/>
            </a:pPr>
            <a:r>
              <a:rPr lang="en-US" sz="525" b="1" dirty="0">
                <a:solidFill>
                  <a:srgbClr val="FFFFFF"/>
                </a:solidFill>
                <a:latin typeface="Noto Sans TC" pitchFamily="34" charset="0"/>
                <a:ea typeface="Noto Sans TC" pitchFamily="34" charset="-122"/>
                <a:cs typeface="Noto Sans TC" pitchFamily="34" charset="-120"/>
              </a:rPr>
              <a:t>手作草莓果醬</a:t>
            </a:r>
            <a:endParaRPr lang="en-US" sz="525" dirty="0"/>
          </a:p>
        </p:txBody>
      </p:sp>
      <p:sp>
        <p:nvSpPr>
          <p:cNvPr id="18" name="Text 15"/>
          <p:cNvSpPr txBox="1"/>
          <p:nvPr/>
        </p:nvSpPr>
        <p:spPr>
          <a:xfrm>
            <a:off x="10757550" y="304770"/>
            <a:ext cx="565739" cy="209580"/>
          </a:xfrm>
          <a:prstGeom prst="rect">
            <a:avLst/>
          </a:prstGeom>
          <a:noFill/>
          <a:ln/>
        </p:spPr>
        <p:txBody>
          <a:bodyPr wrap="square" lIns="0" tIns="0" rIns="0" bIns="0" rtlCol="0" anchor="t"/>
          <a:lstStyle/>
          <a:p>
            <a:pPr algn="l" indent="0" marL="0">
              <a:buNone/>
            </a:pPr>
            <a:r>
              <a:rPr lang="en-US" sz="1013" b="1" spc="142" kern="0" dirty="0">
                <a:solidFill>
                  <a:srgbClr val="FBF7F1"/>
                </a:solidFill>
                <a:latin typeface="Noto Sans TC" pitchFamily="34" charset="0"/>
                <a:ea typeface="Noto Sans TC" pitchFamily="34" charset="-122"/>
                <a:cs typeface="Noto Sans TC" pitchFamily="34" charset="-120"/>
              </a:rPr>
              <a:t>講義 4</a:t>
            </a:r>
            <a:endParaRPr lang="en-US" sz="1013" dirty="0"/>
          </a:p>
        </p:txBody>
      </p:sp>
      <p:sp>
        <p:nvSpPr>
          <p:cNvPr id="19" name="Text 16"/>
          <p:cNvSpPr txBox="1"/>
          <p:nvPr/>
        </p:nvSpPr>
        <p:spPr>
          <a:xfrm>
            <a:off x="761970" y="6438930"/>
            <a:ext cx="1338042" cy="200071"/>
          </a:xfrm>
          <a:prstGeom prst="rect">
            <a:avLst/>
          </a:prstGeom>
          <a:noFill/>
          <a:ln/>
        </p:spPr>
        <p:txBody>
          <a:bodyPr wrap="square" lIns="0" tIns="0" rIns="0" bIns="0" rtlCol="0" anchor="t"/>
          <a:lstStyle/>
          <a:p>
            <a:pPr algn="l" indent="0" marL="0">
              <a:buNone/>
            </a:pPr>
            <a:r>
              <a:rPr lang="en-US" sz="938" b="1" spc="56" kern="0" dirty="0">
                <a:solidFill>
                  <a:srgbClr val="9C8B7C"/>
                </a:solidFill>
                <a:latin typeface="Noto Sans TC" pitchFamily="34" charset="0"/>
                <a:ea typeface="Noto Sans TC" pitchFamily="34" charset="-122"/>
                <a:cs typeface="Noto Sans TC" pitchFamily="34" charset="-120"/>
              </a:rPr>
              <a:t>PART 5 · 13:42</a:t>
            </a:r>
            <a:endParaRPr lang="en-US" sz="938" dirty="0"/>
          </a:p>
        </p:txBody>
      </p:sp>
      <p:sp>
        <p:nvSpPr>
          <p:cNvPr id="20" name="Text 17"/>
          <p:cNvSpPr txBox="1"/>
          <p:nvPr/>
        </p:nvSpPr>
        <p:spPr>
          <a:xfrm>
            <a:off x="10922599" y="6438930"/>
            <a:ext cx="562630" cy="200071"/>
          </a:xfrm>
          <a:prstGeom prst="rect">
            <a:avLst/>
          </a:prstGeom>
          <a:noFill/>
          <a:ln/>
        </p:spPr>
        <p:txBody>
          <a:bodyPr wrap="square" lIns="0" tIns="0" rIns="0" bIns="0" rtlCol="0" anchor="t"/>
          <a:lstStyle/>
          <a:p>
            <a:pPr algn="l" indent="0" marL="0">
              <a:buNone/>
            </a:pPr>
            <a:r>
              <a:rPr lang="en-US" sz="938" b="1" spc="56" kern="0" dirty="0">
                <a:solidFill>
                  <a:srgbClr val="9C8B7C"/>
                </a:solidFill>
                <a:latin typeface="Noto Sans TC" pitchFamily="34" charset="0"/>
                <a:ea typeface="Noto Sans TC" pitchFamily="34" charset="-122"/>
                <a:cs typeface="Noto Sans TC" pitchFamily="34" charset="-120"/>
              </a:rPr>
              <a:t>41 / 75</a:t>
            </a:r>
            <a:endParaRPr lang="en-US" sz="938"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BF7F1"/>
        </a:solidFill>
      </p:bgPr>
    </p:bg>
    <p:spTree>
      <p:nvGrpSpPr>
        <p:cNvPr id="1" name=""/>
        <p:cNvGrpSpPr/>
        <p:nvPr/>
      </p:nvGrpSpPr>
      <p:grpSpPr>
        <a:xfrm>
          <a:off x="0" y="0"/>
          <a:ext cx="0" cy="0"/>
          <a:chOff x="0" y="0"/>
          <a:chExt cx="0" cy="0"/>
        </a:xfrm>
      </p:grpSpPr>
      <p:pic>
        <p:nvPicPr>
          <p:cNvPr id="2" name="Image 0" descr="/home/user/gogoeveryday/social-course/export-pptx/build/bg/42.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876270" y="1373520"/>
            <a:ext cx="2230862" cy="209580"/>
          </a:xfrm>
          <a:prstGeom prst="rect">
            <a:avLst/>
          </a:prstGeom>
          <a:noFill/>
          <a:ln/>
        </p:spPr>
        <p:txBody>
          <a:bodyPr wrap="square" lIns="0" tIns="0" rIns="0" bIns="0" rtlCol="0" anchor="t"/>
          <a:lstStyle/>
          <a:p>
            <a:pPr algn="l" indent="0" marL="0">
              <a:buNone/>
            </a:pPr>
            <a:r>
              <a:rPr lang="en-US" sz="1050" b="1" spc="189" kern="0" dirty="0">
                <a:solidFill>
                  <a:srgbClr val="D99A4E"/>
                </a:solidFill>
                <a:latin typeface="Noto Sans TC" pitchFamily="34" charset="0"/>
                <a:ea typeface="Noto Sans TC" pitchFamily="34" charset="-122"/>
                <a:cs typeface="Noto Sans TC" pitchFamily="34" charset="-120"/>
              </a:rPr>
              <a:t>13:45 – 14:25 ｜ PART 6</a:t>
            </a:r>
            <a:endParaRPr lang="en-US" sz="1050" dirty="0"/>
          </a:p>
        </p:txBody>
      </p:sp>
      <p:sp>
        <p:nvSpPr>
          <p:cNvPr id="4" name="Text 1"/>
          <p:cNvSpPr txBox="1"/>
          <p:nvPr/>
        </p:nvSpPr>
        <p:spPr>
          <a:xfrm>
            <a:off x="876270" y="1487820"/>
            <a:ext cx="1726662" cy="2086021"/>
          </a:xfrm>
          <a:prstGeom prst="rect">
            <a:avLst/>
          </a:prstGeom>
          <a:noFill/>
          <a:ln/>
        </p:spPr>
        <p:txBody>
          <a:bodyPr wrap="square" lIns="0" tIns="0" rIns="0" bIns="0" rtlCol="0" anchor="t"/>
          <a:lstStyle/>
          <a:p>
            <a:pPr algn="l" indent="0" marL="0">
              <a:lnSpc>
                <a:spcPts val="11250"/>
              </a:lnSpc>
              <a:buNone/>
            </a:pPr>
            <a:r>
              <a:rPr lang="en-US" sz="11250" b="1" spc="-563" kern="0" dirty="0">
                <a:solidFill>
                  <a:srgbClr val="FFFFFF"/>
                </a:solidFill>
                <a:latin typeface="Noto Sans TC" pitchFamily="34" charset="0"/>
                <a:ea typeface="Noto Sans TC" pitchFamily="34" charset="-122"/>
                <a:cs typeface="Noto Sans TC" pitchFamily="34" charset="-120"/>
              </a:rPr>
              <a:t>06</a:t>
            </a:r>
            <a:endParaRPr lang="en-US" sz="11250" dirty="0"/>
          </a:p>
        </p:txBody>
      </p:sp>
      <p:sp>
        <p:nvSpPr>
          <p:cNvPr id="5" name="Text 2"/>
          <p:cNvSpPr txBox="1"/>
          <p:nvPr/>
        </p:nvSpPr>
        <p:spPr>
          <a:xfrm>
            <a:off x="876270" y="3030870"/>
            <a:ext cx="2932664" cy="1562070"/>
          </a:xfrm>
          <a:prstGeom prst="rect">
            <a:avLst/>
          </a:prstGeom>
          <a:noFill/>
          <a:ln/>
        </p:spPr>
        <p:txBody>
          <a:bodyPr wrap="square" lIns="0" tIns="0" rIns="0" bIns="0" rtlCol="0" anchor="t"/>
          <a:lstStyle/>
          <a:p>
            <a:pPr algn="l" indent="0" marL="0">
              <a:buNone/>
            </a:pPr>
            <a:r>
              <a:rPr lang="en-US" sz="4200" b="1" spc="-126" kern="0" dirty="0">
                <a:solidFill>
                  <a:srgbClr val="FFFFFF"/>
                </a:solidFill>
                <a:latin typeface="Noto Sans TC" pitchFamily="34" charset="0"/>
                <a:ea typeface="Noto Sans TC" pitchFamily="34" charset="-122"/>
                <a:cs typeface="Noto Sans TC" pitchFamily="34" charset="-120"/>
              </a:rPr>
              <a:t>Hashtag 與</a:t>
            </a:r>
            <a:endParaRPr lang="en-US" sz="4200" dirty="0"/>
          </a:p>
          <a:p>
            <a:pPr algn="l" indent="0" marL="0">
              <a:buNone/>
            </a:pPr>
            <a:r>
              <a:rPr lang="en-US" sz="4200" b="1" spc="-126" kern="0" dirty="0">
                <a:solidFill>
                  <a:srgbClr val="FFFFFF"/>
                </a:solidFill>
                <a:latin typeface="Noto Sans TC" pitchFamily="34" charset="0"/>
                <a:ea typeface="Noto Sans TC" pitchFamily="34" charset="-122"/>
                <a:cs typeface="Noto Sans TC" pitchFamily="34" charset="-120"/>
              </a:rPr>
              <a:t>十大關鍵字</a:t>
            </a:r>
            <a:endParaRPr lang="en-US" sz="4200" dirty="0"/>
          </a:p>
        </p:txBody>
      </p:sp>
      <p:sp>
        <p:nvSpPr>
          <p:cNvPr id="6" name="Text 3"/>
          <p:cNvSpPr txBox="1"/>
          <p:nvPr/>
        </p:nvSpPr>
        <p:spPr>
          <a:xfrm>
            <a:off x="876270" y="4954951"/>
            <a:ext cx="3483315" cy="304770"/>
          </a:xfrm>
          <a:prstGeom prst="rect">
            <a:avLst/>
          </a:prstGeom>
          <a:noFill/>
          <a:ln/>
        </p:spPr>
        <p:txBody>
          <a:bodyPr wrap="square" lIns="0" tIns="0" rIns="0" bIns="0" rtlCol="0" anchor="t"/>
          <a:lstStyle/>
          <a:p>
            <a:pPr algn="l" indent="0" marL="0">
              <a:lnSpc>
                <a:spcPts val="2520"/>
              </a:lnSpc>
              <a:buNone/>
            </a:pPr>
            <a:r>
              <a:rPr lang="en-US" sz="1575" dirty="0">
                <a:solidFill>
                  <a:srgbClr val="FFFFFF"/>
                </a:solidFill>
                <a:latin typeface="Noto Sans TC" pitchFamily="34" charset="0"/>
                <a:ea typeface="Noto Sans TC" pitchFamily="34" charset="-122"/>
                <a:cs typeface="Noto Sans TC" pitchFamily="34" charset="-120"/>
              </a:rPr>
              <a:t>讓不認識你的人，有機會搜尋到你。</a:t>
            </a:r>
            <a:endParaRPr lang="en-US" sz="1575" dirty="0"/>
          </a:p>
        </p:txBody>
      </p:sp>
      <p:sp>
        <p:nvSpPr>
          <p:cNvPr id="7" name="Text 4"/>
          <p:cNvSpPr txBox="1"/>
          <p:nvPr/>
        </p:nvSpPr>
        <p:spPr>
          <a:xfrm>
            <a:off x="8733526" y="2181210"/>
            <a:ext cx="1203259" cy="352410"/>
          </a:xfrm>
          <a:prstGeom prst="rect">
            <a:avLst/>
          </a:prstGeom>
          <a:noFill/>
          <a:ln/>
        </p:spPr>
        <p:txBody>
          <a:bodyPr wrap="square" lIns="0" tIns="0" rIns="0" bIns="0" rtlCol="0" anchor="t"/>
          <a:lstStyle/>
          <a:p>
            <a:pPr algn="l" indent="0" marL="0">
              <a:buNone/>
            </a:pPr>
            <a:r>
              <a:rPr lang="en-US" sz="1800" b="1" dirty="0">
                <a:solidFill>
                  <a:srgbClr val="8A5F1C"/>
                </a:solidFill>
                <a:latin typeface="Noto Sans TC" pitchFamily="34" charset="0"/>
                <a:ea typeface="Noto Sans TC" pitchFamily="34" charset="-122"/>
                <a:cs typeface="Noto Sans TC" pitchFamily="34" charset="-120"/>
              </a:rPr>
              <a:t>#台中甜點</a:t>
            </a:r>
            <a:endParaRPr lang="en-US" sz="1800" dirty="0"/>
          </a:p>
        </p:txBody>
      </p:sp>
      <p:sp>
        <p:nvSpPr>
          <p:cNvPr id="8" name="Text 5"/>
          <p:cNvSpPr txBox="1"/>
          <p:nvPr/>
        </p:nvSpPr>
        <p:spPr>
          <a:xfrm>
            <a:off x="9114556" y="2895630"/>
            <a:ext cx="1203259" cy="352410"/>
          </a:xfrm>
          <a:prstGeom prst="rect">
            <a:avLst/>
          </a:prstGeom>
          <a:noFill/>
          <a:ln/>
        </p:spPr>
        <p:txBody>
          <a:bodyPr wrap="square" lIns="0" tIns="0" rIns="0" bIns="0" rtlCol="0" anchor="t"/>
          <a:lstStyle/>
          <a:p>
            <a:pPr algn="l" indent="0" marL="0">
              <a:buNone/>
            </a:pPr>
            <a:r>
              <a:rPr lang="en-US" sz="1800" b="1" dirty="0">
                <a:solidFill>
                  <a:srgbClr val="4A3C33"/>
                </a:solidFill>
                <a:latin typeface="Noto Sans TC" pitchFamily="34" charset="0"/>
                <a:ea typeface="Noto Sans TC" pitchFamily="34" charset="-122"/>
                <a:cs typeface="Noto Sans TC" pitchFamily="34" charset="-120"/>
              </a:rPr>
              <a:t>#手作餅乾</a:t>
            </a:r>
            <a:endParaRPr lang="en-US" sz="1800" dirty="0"/>
          </a:p>
        </p:txBody>
      </p:sp>
      <p:sp>
        <p:nvSpPr>
          <p:cNvPr id="9" name="Text 6"/>
          <p:cNvSpPr txBox="1"/>
          <p:nvPr/>
        </p:nvSpPr>
        <p:spPr>
          <a:xfrm>
            <a:off x="8733526" y="3609960"/>
            <a:ext cx="1445575" cy="352410"/>
          </a:xfrm>
          <a:prstGeom prst="rect">
            <a:avLst/>
          </a:prstGeom>
          <a:noFill/>
          <a:ln/>
        </p:spPr>
        <p:txBody>
          <a:bodyPr wrap="square" lIns="0" tIns="0" rIns="0" bIns="0" rtlCol="0" anchor="t"/>
          <a:lstStyle/>
          <a:p>
            <a:pPr algn="l" indent="0" marL="0">
              <a:buNone/>
            </a:pPr>
            <a:r>
              <a:rPr lang="en-US" sz="1800" b="1" dirty="0">
                <a:solidFill>
                  <a:srgbClr val="6D4356"/>
                </a:solidFill>
                <a:latin typeface="Noto Sans TC" pitchFamily="34" charset="0"/>
                <a:ea typeface="Noto Sans TC" pitchFamily="34" charset="-122"/>
                <a:cs typeface="Noto Sans TC" pitchFamily="34" charset="-120"/>
              </a:rPr>
              <a:t>#台中伴手禮</a:t>
            </a:r>
            <a:endParaRPr lang="en-US" sz="1800" dirty="0"/>
          </a:p>
        </p:txBody>
      </p:sp>
      <p:sp>
        <p:nvSpPr>
          <p:cNvPr id="10" name="Text 7"/>
          <p:cNvSpPr txBox="1"/>
          <p:nvPr/>
        </p:nvSpPr>
        <p:spPr>
          <a:xfrm>
            <a:off x="9019276" y="4324380"/>
            <a:ext cx="960943" cy="352410"/>
          </a:xfrm>
          <a:prstGeom prst="rect">
            <a:avLst/>
          </a:prstGeom>
          <a:noFill/>
          <a:ln/>
        </p:spPr>
        <p:txBody>
          <a:bodyPr wrap="square" lIns="0" tIns="0" rIns="0" bIns="0" rtlCol="0" anchor="t"/>
          <a:lstStyle/>
          <a:p>
            <a:pPr algn="l" indent="0" marL="0">
              <a:buNone/>
            </a:pPr>
            <a:r>
              <a:rPr lang="en-US" sz="1800" b="1" dirty="0">
                <a:solidFill>
                  <a:srgbClr val="3F5744"/>
                </a:solidFill>
                <a:latin typeface="Noto Sans TC" pitchFamily="34" charset="0"/>
                <a:ea typeface="Noto Sans TC" pitchFamily="34" charset="-122"/>
                <a:cs typeface="Noto Sans TC" pitchFamily="34" charset="-120"/>
              </a:rPr>
              <a:t>#下午茶</a:t>
            </a:r>
            <a:endParaRPr lang="en-US" sz="1800" dirty="0"/>
          </a:p>
        </p:txBody>
      </p:sp>
      <p:sp>
        <p:nvSpPr>
          <p:cNvPr id="11" name="Text 8"/>
          <p:cNvSpPr txBox="1"/>
          <p:nvPr/>
        </p:nvSpPr>
        <p:spPr>
          <a:xfrm>
            <a:off x="761970" y="6438930"/>
            <a:ext cx="1791035" cy="200071"/>
          </a:xfrm>
          <a:prstGeom prst="rect">
            <a:avLst/>
          </a:prstGeom>
          <a:noFill/>
          <a:ln/>
        </p:spPr>
        <p:txBody>
          <a:bodyPr wrap="square" lIns="0" tIns="0" rIns="0" bIns="0" rtlCol="0" anchor="t"/>
          <a:lstStyle/>
          <a:p>
            <a:pPr algn="l" indent="0" marL="0">
              <a:buNone/>
            </a:pPr>
            <a:r>
              <a:rPr lang="en-US" sz="938" b="1" spc="56" kern="0" dirty="0">
                <a:solidFill>
                  <a:srgbClr val="FFFFFF"/>
                </a:solidFill>
                <a:latin typeface="Noto Sans TC" pitchFamily="34" charset="0"/>
                <a:ea typeface="Noto Sans TC" pitchFamily="34" charset="-122"/>
                <a:cs typeface="Noto Sans TC" pitchFamily="34" charset="-120"/>
              </a:rPr>
              <a:t>PART 6 · 13:45–14:25</a:t>
            </a:r>
            <a:endParaRPr lang="en-US" sz="938" dirty="0"/>
          </a:p>
        </p:txBody>
      </p:sp>
      <p:sp>
        <p:nvSpPr>
          <p:cNvPr id="12" name="Text 9"/>
          <p:cNvSpPr txBox="1"/>
          <p:nvPr/>
        </p:nvSpPr>
        <p:spPr>
          <a:xfrm>
            <a:off x="10922599" y="6438930"/>
            <a:ext cx="562630" cy="200071"/>
          </a:xfrm>
          <a:prstGeom prst="rect">
            <a:avLst/>
          </a:prstGeom>
          <a:noFill/>
          <a:ln/>
        </p:spPr>
        <p:txBody>
          <a:bodyPr wrap="square" lIns="0" tIns="0" rIns="0" bIns="0" rtlCol="0" anchor="t"/>
          <a:lstStyle/>
          <a:p>
            <a:pPr algn="l" indent="0" marL="0">
              <a:buNone/>
            </a:pPr>
            <a:r>
              <a:rPr lang="en-US" sz="938" b="1" spc="56" kern="0" dirty="0">
                <a:solidFill>
                  <a:srgbClr val="FFFFFF"/>
                </a:solidFill>
                <a:latin typeface="Noto Sans TC" pitchFamily="34" charset="0"/>
                <a:ea typeface="Noto Sans TC" pitchFamily="34" charset="-122"/>
                <a:cs typeface="Noto Sans TC" pitchFamily="34" charset="-120"/>
              </a:rPr>
              <a:t>42 / 75</a:t>
            </a:r>
            <a:endParaRPr lang="en-US" sz="938"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BF7F1"/>
        </a:solidFill>
      </p:bgPr>
    </p:bg>
    <p:spTree>
      <p:nvGrpSpPr>
        <p:cNvPr id="1" name=""/>
        <p:cNvGrpSpPr/>
        <p:nvPr/>
      </p:nvGrpSpPr>
      <p:grpSpPr>
        <a:xfrm>
          <a:off x="0" y="0"/>
          <a:ext cx="0" cy="0"/>
          <a:chOff x="0" y="0"/>
          <a:chExt cx="0" cy="0"/>
        </a:xfrm>
      </p:grpSpPr>
      <p:pic>
        <p:nvPicPr>
          <p:cNvPr id="2" name="Image 0" descr="/home/user/gogoeveryday/social-course/export-pptx/build/bg/43.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761970" y="1165220"/>
            <a:ext cx="1544879" cy="219090"/>
          </a:xfrm>
          <a:prstGeom prst="rect">
            <a:avLst/>
          </a:prstGeom>
          <a:noFill/>
          <a:ln/>
        </p:spPr>
        <p:txBody>
          <a:bodyPr wrap="square" lIns="0" tIns="0" rIns="0" bIns="0" rtlCol="0" anchor="t"/>
          <a:lstStyle/>
          <a:p>
            <a:pPr algn="l" indent="0" marL="0">
              <a:buNone/>
            </a:pPr>
            <a:r>
              <a:rPr lang="en-US" sz="1125" b="1" spc="225" kern="0" dirty="0">
                <a:solidFill>
                  <a:srgbClr val="C05F3C"/>
                </a:solidFill>
                <a:latin typeface="Noto Sans TC" pitchFamily="34" charset="0"/>
                <a:ea typeface="Noto Sans TC" pitchFamily="34" charset="-122"/>
                <a:cs typeface="Noto Sans TC" pitchFamily="34" charset="-120"/>
              </a:rPr>
              <a:t>先搞懂它在做什麼</a:t>
            </a:r>
            <a:endParaRPr lang="en-US" sz="1125" dirty="0"/>
          </a:p>
        </p:txBody>
      </p:sp>
      <p:sp>
        <p:nvSpPr>
          <p:cNvPr id="4" name="Text 1"/>
          <p:cNvSpPr txBox="1"/>
          <p:nvPr/>
        </p:nvSpPr>
        <p:spPr>
          <a:xfrm>
            <a:off x="761970" y="1469989"/>
            <a:ext cx="3850904" cy="984534"/>
          </a:xfrm>
          <a:prstGeom prst="rect">
            <a:avLst/>
          </a:prstGeom>
          <a:noFill/>
          <a:ln/>
        </p:spPr>
        <p:txBody>
          <a:bodyPr wrap="square" lIns="0" tIns="0" rIns="0" bIns="0" rtlCol="0" anchor="t"/>
          <a:lstStyle/>
          <a:p>
            <a:pPr algn="l" indent="0" marL="0">
              <a:lnSpc>
                <a:spcPts val="3477"/>
              </a:lnSpc>
              <a:buNone/>
            </a:pPr>
            <a:r>
              <a:rPr lang="en-US" sz="2850" b="1" spc="-57" kern="0" dirty="0">
                <a:solidFill>
                  <a:srgbClr val="241C17"/>
                </a:solidFill>
                <a:latin typeface="Noto Sans TC" pitchFamily="34" charset="0"/>
                <a:ea typeface="Noto Sans TC" pitchFamily="34" charset="-122"/>
                <a:cs typeface="Noto Sans TC" pitchFamily="34" charset="-120"/>
              </a:rPr>
              <a:t>Hashtag 就是</a:t>
            </a:r>
            <a:endParaRPr lang="en-US" sz="2850" dirty="0"/>
          </a:p>
          <a:p>
            <a:pPr algn="l" indent="0" marL="0">
              <a:lnSpc>
                <a:spcPts val="3477"/>
              </a:lnSpc>
              <a:buNone/>
            </a:pPr>
            <a:r>
              <a:rPr lang="en-US" sz="2850" b="1" spc="-57" kern="0" dirty="0">
                <a:solidFill>
                  <a:srgbClr val="241C17"/>
                </a:solidFill>
                <a:latin typeface="Noto Sans TC" pitchFamily="34" charset="0"/>
                <a:ea typeface="Noto Sans TC" pitchFamily="34" charset="-122"/>
                <a:cs typeface="Noto Sans TC" pitchFamily="34" charset="-120"/>
              </a:rPr>
              <a:t>幫你的內容「貼標籤」</a:t>
            </a:r>
            <a:endParaRPr lang="en-US" sz="2850" dirty="0"/>
          </a:p>
        </p:txBody>
      </p:sp>
      <p:sp>
        <p:nvSpPr>
          <p:cNvPr id="5" name="Text 2"/>
          <p:cNvSpPr txBox="1"/>
          <p:nvPr/>
        </p:nvSpPr>
        <p:spPr>
          <a:xfrm>
            <a:off x="962040" y="2686507"/>
            <a:ext cx="1017819" cy="295260"/>
          </a:xfrm>
          <a:prstGeom prst="rect">
            <a:avLst/>
          </a:prstGeom>
          <a:noFill/>
          <a:ln/>
        </p:spPr>
        <p:txBody>
          <a:bodyPr wrap="square" lIns="0" tIns="0" rIns="0" bIns="0" rtlCol="0" anchor="t"/>
          <a:lstStyle/>
          <a:p>
            <a:pPr algn="l" indent="0" marL="0">
              <a:buNone/>
            </a:pPr>
            <a:r>
              <a:rPr lang="en-US" sz="1500" b="1" dirty="0">
                <a:solidFill>
                  <a:srgbClr val="FFFFFF"/>
                </a:solidFill>
                <a:latin typeface="Noto Sans TC" pitchFamily="34" charset="0"/>
                <a:ea typeface="Noto Sans TC" pitchFamily="34" charset="-122"/>
                <a:cs typeface="Noto Sans TC" pitchFamily="34" charset="-120"/>
              </a:rPr>
              <a:t>#台中甜點</a:t>
            </a:r>
            <a:endParaRPr lang="en-US" sz="1500" dirty="0"/>
          </a:p>
        </p:txBody>
      </p:sp>
      <p:sp>
        <p:nvSpPr>
          <p:cNvPr id="6" name="Text 3"/>
          <p:cNvSpPr txBox="1"/>
          <p:nvPr/>
        </p:nvSpPr>
        <p:spPr>
          <a:xfrm>
            <a:off x="2331811" y="2686507"/>
            <a:ext cx="1017819" cy="295260"/>
          </a:xfrm>
          <a:prstGeom prst="rect">
            <a:avLst/>
          </a:prstGeom>
          <a:noFill/>
          <a:ln/>
        </p:spPr>
        <p:txBody>
          <a:bodyPr wrap="square" lIns="0" tIns="0" rIns="0" bIns="0" rtlCol="0" anchor="t"/>
          <a:lstStyle/>
          <a:p>
            <a:pPr algn="l" indent="0" marL="0">
              <a:buNone/>
            </a:pPr>
            <a:r>
              <a:rPr lang="en-US" sz="1500" b="1" dirty="0">
                <a:solidFill>
                  <a:srgbClr val="FFFFFF"/>
                </a:solidFill>
                <a:latin typeface="Noto Sans TC" pitchFamily="34" charset="0"/>
                <a:ea typeface="Noto Sans TC" pitchFamily="34" charset="-122"/>
                <a:cs typeface="Noto Sans TC" pitchFamily="34" charset="-120"/>
              </a:rPr>
              <a:t>#手作餅乾</a:t>
            </a:r>
            <a:endParaRPr lang="en-US" sz="1500" dirty="0"/>
          </a:p>
        </p:txBody>
      </p:sp>
      <p:sp>
        <p:nvSpPr>
          <p:cNvPr id="7" name="Text 4"/>
          <p:cNvSpPr txBox="1"/>
          <p:nvPr/>
        </p:nvSpPr>
        <p:spPr>
          <a:xfrm>
            <a:off x="3701674" y="2686507"/>
            <a:ext cx="1219810" cy="295260"/>
          </a:xfrm>
          <a:prstGeom prst="rect">
            <a:avLst/>
          </a:prstGeom>
          <a:noFill/>
          <a:ln/>
        </p:spPr>
        <p:txBody>
          <a:bodyPr wrap="square" lIns="0" tIns="0" rIns="0" bIns="0" rtlCol="0" anchor="t"/>
          <a:lstStyle/>
          <a:p>
            <a:pPr algn="l" indent="0" marL="0">
              <a:buNone/>
            </a:pPr>
            <a:r>
              <a:rPr lang="en-US" sz="1500" b="1" dirty="0">
                <a:solidFill>
                  <a:srgbClr val="FFFFFF"/>
                </a:solidFill>
                <a:latin typeface="Noto Sans TC" pitchFamily="34" charset="0"/>
                <a:ea typeface="Noto Sans TC" pitchFamily="34" charset="-122"/>
                <a:cs typeface="Noto Sans TC" pitchFamily="34" charset="-120"/>
              </a:rPr>
              <a:t>#台中伴手禮</a:t>
            </a:r>
            <a:endParaRPr lang="en-US" sz="1500" dirty="0"/>
          </a:p>
        </p:txBody>
      </p:sp>
      <p:sp>
        <p:nvSpPr>
          <p:cNvPr id="8" name="Text 5"/>
          <p:cNvSpPr txBox="1"/>
          <p:nvPr/>
        </p:nvSpPr>
        <p:spPr>
          <a:xfrm>
            <a:off x="1571671" y="3486607"/>
            <a:ext cx="2514051" cy="590520"/>
          </a:xfrm>
          <a:prstGeom prst="rect">
            <a:avLst/>
          </a:prstGeom>
          <a:noFill/>
          <a:ln/>
        </p:spPr>
        <p:txBody>
          <a:bodyPr wrap="square" lIns="0" tIns="0" rIns="0" bIns="0" rtlCol="0" anchor="t"/>
          <a:lstStyle/>
          <a:p>
            <a:pPr algn="l" indent="0" marL="0">
              <a:lnSpc>
                <a:spcPts val="2325"/>
              </a:lnSpc>
              <a:buNone/>
            </a:pPr>
            <a:r>
              <a:rPr lang="en-US" sz="1500" b="1" dirty="0">
                <a:solidFill>
                  <a:srgbClr val="4A3C33"/>
                </a:solidFill>
                <a:latin typeface="Noto Sans TC" pitchFamily="34" charset="0"/>
                <a:ea typeface="Noto Sans TC" pitchFamily="34" charset="-122"/>
                <a:cs typeface="Noto Sans TC" pitchFamily="34" charset="-120"/>
              </a:rPr>
              <a:t>它是在告訴平台：</a:t>
            </a:r>
            <a:endParaRPr lang="en-US" sz="1500" dirty="0"/>
          </a:p>
          <a:p>
            <a:pPr algn="l" indent="0" marL="0">
              <a:lnSpc>
                <a:spcPts val="2325"/>
              </a:lnSpc>
              <a:buNone/>
            </a:pPr>
            <a:r>
              <a:rPr lang="en-US" sz="1500" b="1" dirty="0">
                <a:solidFill>
                  <a:srgbClr val="C05F3C"/>
                </a:solidFill>
                <a:latin typeface="Noto Sans TC" pitchFamily="34" charset="0"/>
                <a:ea typeface="Noto Sans TC" pitchFamily="34" charset="-122"/>
                <a:cs typeface="Noto Sans TC" pitchFamily="34" charset="-120"/>
              </a:rPr>
              <a:t>「這篇內容跟什麼有關？」</a:t>
            </a:r>
            <a:endParaRPr lang="en-US" sz="1500" dirty="0"/>
          </a:p>
        </p:txBody>
      </p:sp>
      <p:sp>
        <p:nvSpPr>
          <p:cNvPr id="9" name="Text 6"/>
          <p:cNvSpPr txBox="1"/>
          <p:nvPr/>
        </p:nvSpPr>
        <p:spPr>
          <a:xfrm>
            <a:off x="1571671" y="3781867"/>
            <a:ext cx="2514051" cy="295260"/>
          </a:xfrm>
          <a:prstGeom prst="rect">
            <a:avLst/>
          </a:prstGeom>
          <a:noFill/>
          <a:ln/>
        </p:spPr>
        <p:txBody>
          <a:bodyPr wrap="square" lIns="0" tIns="0" rIns="0" bIns="0" rtlCol="0" anchor="t"/>
          <a:lstStyle/>
          <a:p>
            <a:pPr algn="l" indent="0" marL="0">
              <a:lnSpc>
                <a:spcPts val="2325"/>
              </a:lnSpc>
              <a:buNone/>
            </a:pPr>
            <a:r>
              <a:rPr lang="en-US" sz="1500" b="1" dirty="0">
                <a:solidFill>
                  <a:srgbClr val="C05F3C"/>
                </a:solidFill>
                <a:latin typeface="Noto Sans TC" pitchFamily="34" charset="0"/>
                <a:ea typeface="Noto Sans TC" pitchFamily="34" charset="-122"/>
                <a:cs typeface="Noto Sans TC" pitchFamily="34" charset="-120"/>
              </a:rPr>
              <a:t>「這篇內容跟什麼有關？」</a:t>
            </a:r>
            <a:endParaRPr lang="en-US" sz="1500" dirty="0"/>
          </a:p>
        </p:txBody>
      </p:sp>
      <p:sp>
        <p:nvSpPr>
          <p:cNvPr id="10" name="Text 7"/>
          <p:cNvSpPr txBox="1"/>
          <p:nvPr/>
        </p:nvSpPr>
        <p:spPr>
          <a:xfrm>
            <a:off x="761970" y="4439138"/>
            <a:ext cx="2998683" cy="1092982"/>
          </a:xfrm>
          <a:prstGeom prst="rect">
            <a:avLst/>
          </a:prstGeom>
          <a:noFill/>
          <a:ln/>
        </p:spPr>
        <p:txBody>
          <a:bodyPr wrap="square" lIns="0" tIns="0" rIns="0" bIns="0" rtlCol="0" anchor="t"/>
          <a:lstStyle/>
          <a:p>
            <a:pPr algn="l" indent="0" marL="0">
              <a:lnSpc>
                <a:spcPts val="2916"/>
              </a:lnSpc>
              <a:buNone/>
            </a:pPr>
            <a:r>
              <a:rPr lang="en-US" sz="1800" dirty="0">
                <a:solidFill>
                  <a:srgbClr val="4A3C33"/>
                </a:solidFill>
                <a:latin typeface="Noto Sans TC" pitchFamily="34" charset="0"/>
                <a:ea typeface="Noto Sans TC" pitchFamily="34" charset="-122"/>
                <a:cs typeface="Noto Sans TC" pitchFamily="34" charset="-120"/>
              </a:rPr>
              <a:t> 平台知道了，</a:t>
            </a:r>
            <a:endParaRPr lang="en-US" sz="1800" dirty="0"/>
          </a:p>
          <a:p>
            <a:pPr algn="l" indent="0" marL="0">
              <a:lnSpc>
                <a:spcPts val="2916"/>
              </a:lnSpc>
              <a:buNone/>
            </a:pPr>
            <a:r>
              <a:rPr lang="en-US" sz="1800" dirty="0">
                <a:solidFill>
                  <a:srgbClr val="4A3C33"/>
                </a:solidFill>
                <a:latin typeface="Noto Sans TC" pitchFamily="34" charset="0"/>
                <a:ea typeface="Noto Sans TC" pitchFamily="34" charset="-122"/>
                <a:cs typeface="Noto Sans TC" pitchFamily="34" charset="-120"/>
              </a:rPr>
              <a:t> 才有辦法把你的內容，</a:t>
            </a:r>
            <a:endParaRPr lang="en-US" sz="1800" dirty="0"/>
          </a:p>
          <a:p>
            <a:pPr algn="l" indent="0" marL="0">
              <a:lnSpc>
                <a:spcPts val="2916"/>
              </a:lnSpc>
              <a:buNone/>
            </a:pPr>
            <a:r>
              <a:rPr lang="en-US" sz="1800" b="1" dirty="0">
                <a:solidFill>
                  <a:srgbClr val="4A3C33"/>
                </a:solidFill>
                <a:latin typeface="Noto Sans TC" pitchFamily="34" charset="0"/>
                <a:ea typeface="Noto Sans TC" pitchFamily="34" charset="-122"/>
                <a:cs typeface="Noto Sans TC" pitchFamily="34" charset="-120"/>
              </a:rPr>
              <a:t>推給正在找這種東西的人</a:t>
            </a:r>
            <a:pPr algn="l" indent="0" marL="0">
              <a:lnSpc>
                <a:spcPts val="2916"/>
              </a:lnSpc>
              <a:buNone/>
            </a:pPr>
            <a:r>
              <a:rPr lang="en-US" sz="1800" dirty="0">
                <a:solidFill>
                  <a:srgbClr val="4A3C33"/>
                </a:solidFill>
                <a:latin typeface="Noto Sans TC" pitchFamily="34" charset="0"/>
                <a:ea typeface="Noto Sans TC" pitchFamily="34" charset="-122"/>
                <a:cs typeface="Noto Sans TC" pitchFamily="34" charset="-120"/>
              </a:rPr>
              <a:t>。</a:t>
            </a:r>
            <a:endParaRPr lang="en-US" sz="1800" dirty="0"/>
          </a:p>
        </p:txBody>
      </p:sp>
      <p:sp>
        <p:nvSpPr>
          <p:cNvPr id="11" name="Text 8"/>
          <p:cNvSpPr txBox="1"/>
          <p:nvPr/>
        </p:nvSpPr>
        <p:spPr>
          <a:xfrm>
            <a:off x="761970" y="5179710"/>
            <a:ext cx="2756367" cy="352410"/>
          </a:xfrm>
          <a:prstGeom prst="rect">
            <a:avLst/>
          </a:prstGeom>
          <a:noFill/>
          <a:ln/>
        </p:spPr>
        <p:txBody>
          <a:bodyPr wrap="square" lIns="0" tIns="0" rIns="0" bIns="0" rtlCol="0" anchor="t"/>
          <a:lstStyle/>
          <a:p>
            <a:pPr algn="l" indent="0" marL="0">
              <a:lnSpc>
                <a:spcPts val="2916"/>
              </a:lnSpc>
              <a:buNone/>
            </a:pPr>
            <a:r>
              <a:rPr lang="en-US" sz="1800" b="1" dirty="0">
                <a:solidFill>
                  <a:srgbClr val="4A3C33"/>
                </a:solidFill>
                <a:latin typeface="Noto Sans TC" pitchFamily="34" charset="0"/>
                <a:ea typeface="Noto Sans TC" pitchFamily="34" charset="-122"/>
                <a:cs typeface="Noto Sans TC" pitchFamily="34" charset="-120"/>
              </a:rPr>
              <a:t>推給正在找這種東西的人</a:t>
            </a:r>
            <a:endParaRPr lang="en-US" sz="1800" dirty="0"/>
          </a:p>
        </p:txBody>
      </p:sp>
      <p:sp>
        <p:nvSpPr>
          <p:cNvPr id="12" name="Text 9"/>
          <p:cNvSpPr txBox="1"/>
          <p:nvPr/>
        </p:nvSpPr>
        <p:spPr>
          <a:xfrm>
            <a:off x="7709398" y="5886450"/>
            <a:ext cx="2578699" cy="209580"/>
          </a:xfrm>
          <a:prstGeom prst="rect">
            <a:avLst/>
          </a:prstGeom>
          <a:noFill/>
          <a:ln/>
        </p:spPr>
        <p:txBody>
          <a:bodyPr wrap="square" lIns="0" tIns="0" rIns="0" bIns="0" rtlCol="0" anchor="t"/>
          <a:lstStyle/>
          <a:p>
            <a:pPr algn="ctr" indent="0" marL="0">
              <a:buNone/>
            </a:pPr>
            <a:r>
              <a:rPr lang="en-US" sz="1050" b="1" spc="105" kern="0" dirty="0">
                <a:solidFill>
                  <a:srgbClr val="9C8B7C"/>
                </a:solidFill>
                <a:latin typeface="Noto Sans TC" pitchFamily="34" charset="0"/>
                <a:ea typeface="Noto Sans TC" pitchFamily="34" charset="-122"/>
                <a:cs typeface="Noto Sans TC" pitchFamily="34" charset="-120"/>
              </a:rPr>
              <a:t>別人搜尋標籤時，你的貼文才會出現</a:t>
            </a:r>
            <a:endParaRPr lang="en-US" sz="1050" dirty="0"/>
          </a:p>
        </p:txBody>
      </p:sp>
      <p:sp>
        <p:nvSpPr>
          <p:cNvPr id="13" name="Text 10"/>
          <p:cNvSpPr txBox="1"/>
          <p:nvPr/>
        </p:nvSpPr>
        <p:spPr>
          <a:xfrm>
            <a:off x="10605486" y="304770"/>
            <a:ext cx="717804" cy="209580"/>
          </a:xfrm>
          <a:prstGeom prst="rect">
            <a:avLst/>
          </a:prstGeom>
          <a:noFill/>
          <a:ln/>
        </p:spPr>
        <p:txBody>
          <a:bodyPr wrap="square" lIns="0" tIns="0" rIns="0" bIns="0" rtlCol="0" anchor="t"/>
          <a:lstStyle/>
          <a:p>
            <a:pPr algn="l" indent="0" marL="0">
              <a:buNone/>
            </a:pPr>
            <a:r>
              <a:rPr lang="en-US" sz="1013" b="1" spc="142" kern="0" dirty="0">
                <a:solidFill>
                  <a:srgbClr val="FBF7F1"/>
                </a:solidFill>
                <a:latin typeface="Noto Sans TC" pitchFamily="34" charset="0"/>
                <a:ea typeface="Noto Sans TC" pitchFamily="34" charset="-122"/>
                <a:cs typeface="Noto Sans TC" pitchFamily="34" charset="-120"/>
              </a:rPr>
              <a:t>手機實作</a:t>
            </a:r>
            <a:endParaRPr lang="en-US" sz="1013" dirty="0"/>
          </a:p>
        </p:txBody>
      </p:sp>
      <p:sp>
        <p:nvSpPr>
          <p:cNvPr id="14" name="Text 11"/>
          <p:cNvSpPr txBox="1"/>
          <p:nvPr/>
        </p:nvSpPr>
        <p:spPr>
          <a:xfrm>
            <a:off x="761970" y="6438930"/>
            <a:ext cx="1338042" cy="200071"/>
          </a:xfrm>
          <a:prstGeom prst="rect">
            <a:avLst/>
          </a:prstGeom>
          <a:noFill/>
          <a:ln/>
        </p:spPr>
        <p:txBody>
          <a:bodyPr wrap="square" lIns="0" tIns="0" rIns="0" bIns="0" rtlCol="0" anchor="t"/>
          <a:lstStyle/>
          <a:p>
            <a:pPr algn="l" indent="0" marL="0">
              <a:buNone/>
            </a:pPr>
            <a:r>
              <a:rPr lang="en-US" sz="938" b="1" spc="56" kern="0" dirty="0">
                <a:solidFill>
                  <a:srgbClr val="9C8B7C"/>
                </a:solidFill>
                <a:latin typeface="Noto Sans TC" pitchFamily="34" charset="0"/>
                <a:ea typeface="Noto Sans TC" pitchFamily="34" charset="-122"/>
                <a:cs typeface="Noto Sans TC" pitchFamily="34" charset="-120"/>
              </a:rPr>
              <a:t>PART 6 · 13:45</a:t>
            </a:r>
            <a:endParaRPr lang="en-US" sz="938" dirty="0"/>
          </a:p>
        </p:txBody>
      </p:sp>
      <p:sp>
        <p:nvSpPr>
          <p:cNvPr id="15" name="Text 12"/>
          <p:cNvSpPr txBox="1"/>
          <p:nvPr/>
        </p:nvSpPr>
        <p:spPr>
          <a:xfrm>
            <a:off x="10922599" y="6438930"/>
            <a:ext cx="562630" cy="200071"/>
          </a:xfrm>
          <a:prstGeom prst="rect">
            <a:avLst/>
          </a:prstGeom>
          <a:noFill/>
          <a:ln/>
        </p:spPr>
        <p:txBody>
          <a:bodyPr wrap="square" lIns="0" tIns="0" rIns="0" bIns="0" rtlCol="0" anchor="t"/>
          <a:lstStyle/>
          <a:p>
            <a:pPr algn="l" indent="0" marL="0">
              <a:buNone/>
            </a:pPr>
            <a:r>
              <a:rPr lang="en-US" sz="938" b="1" spc="56" kern="0" dirty="0">
                <a:solidFill>
                  <a:srgbClr val="9C8B7C"/>
                </a:solidFill>
                <a:latin typeface="Noto Sans TC" pitchFamily="34" charset="0"/>
                <a:ea typeface="Noto Sans TC" pitchFamily="34" charset="-122"/>
                <a:cs typeface="Noto Sans TC" pitchFamily="34" charset="-120"/>
              </a:rPr>
              <a:t>43 / 75</a:t>
            </a:r>
            <a:endParaRPr lang="en-US" sz="938"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BF7F1"/>
        </a:solidFill>
      </p:bgPr>
    </p:bg>
    <p:spTree>
      <p:nvGrpSpPr>
        <p:cNvPr id="1" name=""/>
        <p:cNvGrpSpPr/>
        <p:nvPr/>
      </p:nvGrpSpPr>
      <p:grpSpPr>
        <a:xfrm>
          <a:off x="0" y="0"/>
          <a:ext cx="0" cy="0"/>
          <a:chOff x="0" y="0"/>
          <a:chExt cx="0" cy="0"/>
        </a:xfrm>
      </p:grpSpPr>
      <p:pic>
        <p:nvPicPr>
          <p:cNvPr id="2" name="Image 0" descr="/home/user/gogoeveryday/social-course/export-pptx/build/bg/44.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761970" y="1178753"/>
            <a:ext cx="1043970" cy="219090"/>
          </a:xfrm>
          <a:prstGeom prst="rect">
            <a:avLst/>
          </a:prstGeom>
          <a:noFill/>
          <a:ln/>
        </p:spPr>
        <p:txBody>
          <a:bodyPr wrap="square" lIns="0" tIns="0" rIns="0" bIns="0" rtlCol="0" anchor="t"/>
          <a:lstStyle/>
          <a:p>
            <a:pPr algn="l" indent="0" marL="0">
              <a:buNone/>
            </a:pPr>
            <a:r>
              <a:rPr lang="en-US" sz="1125" b="1" spc="225" kern="0" dirty="0">
                <a:solidFill>
                  <a:srgbClr val="C05F3C"/>
                </a:solidFill>
                <a:latin typeface="Noto Sans TC" pitchFamily="34" charset="0"/>
                <a:ea typeface="Noto Sans TC" pitchFamily="34" charset="-122"/>
                <a:cs typeface="Noto Sans TC" pitchFamily="34" charset="-120"/>
              </a:rPr>
              <a:t>✕ 不要這樣</a:t>
            </a:r>
            <a:endParaRPr lang="en-US" sz="1125" dirty="0"/>
          </a:p>
        </p:txBody>
      </p:sp>
      <p:sp>
        <p:nvSpPr>
          <p:cNvPr id="4" name="Text 1"/>
          <p:cNvSpPr txBox="1"/>
          <p:nvPr/>
        </p:nvSpPr>
        <p:spPr>
          <a:xfrm>
            <a:off x="1152510" y="1864553"/>
            <a:ext cx="351130" cy="219090"/>
          </a:xfrm>
          <a:prstGeom prst="rect">
            <a:avLst/>
          </a:prstGeom>
          <a:noFill/>
          <a:ln/>
        </p:spPr>
        <p:txBody>
          <a:bodyPr wrap="square" lIns="0" tIns="0" rIns="0" bIns="0" rtlCol="0" anchor="t"/>
          <a:lstStyle/>
          <a:p>
            <a:pPr algn="l" indent="0" marL="0">
              <a:buNone/>
            </a:pPr>
            <a:r>
              <a:rPr lang="en-US" sz="1088" b="1" dirty="0">
                <a:solidFill>
                  <a:srgbClr val="9C8B7C"/>
                </a:solidFill>
                <a:latin typeface="Noto Sans TC" pitchFamily="34" charset="0"/>
                <a:ea typeface="Noto Sans TC" pitchFamily="34" charset="-122"/>
                <a:cs typeface="Noto Sans TC" pitchFamily="34" charset="-120"/>
              </a:rPr>
              <a:t>#愛</a:t>
            </a:r>
            <a:endParaRPr lang="en-US" sz="1088" dirty="0"/>
          </a:p>
        </p:txBody>
      </p:sp>
      <p:sp>
        <p:nvSpPr>
          <p:cNvPr id="5" name="Text 2"/>
          <p:cNvSpPr txBox="1"/>
          <p:nvPr/>
        </p:nvSpPr>
        <p:spPr>
          <a:xfrm>
            <a:off x="1715140" y="1864553"/>
            <a:ext cx="489204" cy="219090"/>
          </a:xfrm>
          <a:prstGeom prst="rect">
            <a:avLst/>
          </a:prstGeom>
          <a:noFill/>
          <a:ln/>
        </p:spPr>
        <p:txBody>
          <a:bodyPr wrap="square" lIns="0" tIns="0" rIns="0" bIns="0" rtlCol="0" anchor="t"/>
          <a:lstStyle/>
          <a:p>
            <a:pPr algn="l" indent="0" marL="0">
              <a:buNone/>
            </a:pPr>
            <a:r>
              <a:rPr lang="en-US" sz="1088" b="1" dirty="0">
                <a:solidFill>
                  <a:srgbClr val="9C8B7C"/>
                </a:solidFill>
                <a:latin typeface="Noto Sans TC" pitchFamily="34" charset="0"/>
                <a:ea typeface="Noto Sans TC" pitchFamily="34" charset="-122"/>
                <a:cs typeface="Noto Sans TC" pitchFamily="34" charset="-120"/>
              </a:rPr>
              <a:t>#幸福</a:t>
            </a:r>
            <a:endParaRPr lang="en-US" sz="1088" dirty="0"/>
          </a:p>
        </p:txBody>
      </p:sp>
      <p:sp>
        <p:nvSpPr>
          <p:cNvPr id="6" name="Text 3"/>
          <p:cNvSpPr txBox="1"/>
          <p:nvPr/>
        </p:nvSpPr>
        <p:spPr>
          <a:xfrm>
            <a:off x="2415753" y="1864553"/>
            <a:ext cx="489204" cy="219090"/>
          </a:xfrm>
          <a:prstGeom prst="rect">
            <a:avLst/>
          </a:prstGeom>
          <a:noFill/>
          <a:ln/>
        </p:spPr>
        <p:txBody>
          <a:bodyPr wrap="square" lIns="0" tIns="0" rIns="0" bIns="0" rtlCol="0" anchor="t"/>
          <a:lstStyle/>
          <a:p>
            <a:pPr algn="l" indent="0" marL="0">
              <a:buNone/>
            </a:pPr>
            <a:r>
              <a:rPr lang="en-US" sz="1088" b="1" dirty="0">
                <a:solidFill>
                  <a:srgbClr val="9C8B7C"/>
                </a:solidFill>
                <a:latin typeface="Noto Sans TC" pitchFamily="34" charset="0"/>
                <a:ea typeface="Noto Sans TC" pitchFamily="34" charset="-122"/>
                <a:cs typeface="Noto Sans TC" pitchFamily="34" charset="-120"/>
              </a:rPr>
              <a:t>#開心</a:t>
            </a:r>
            <a:endParaRPr lang="en-US" sz="1088" dirty="0"/>
          </a:p>
        </p:txBody>
      </p:sp>
      <p:sp>
        <p:nvSpPr>
          <p:cNvPr id="7" name="Text 4"/>
          <p:cNvSpPr txBox="1"/>
          <p:nvPr/>
        </p:nvSpPr>
        <p:spPr>
          <a:xfrm>
            <a:off x="3116458" y="1864553"/>
            <a:ext cx="489204" cy="219090"/>
          </a:xfrm>
          <a:prstGeom prst="rect">
            <a:avLst/>
          </a:prstGeom>
          <a:noFill/>
          <a:ln/>
        </p:spPr>
        <p:txBody>
          <a:bodyPr wrap="square" lIns="0" tIns="0" rIns="0" bIns="0" rtlCol="0" anchor="t"/>
          <a:lstStyle/>
          <a:p>
            <a:pPr algn="l" indent="0" marL="0">
              <a:buNone/>
            </a:pPr>
            <a:r>
              <a:rPr lang="en-US" sz="1088" b="1" dirty="0">
                <a:solidFill>
                  <a:srgbClr val="9C8B7C"/>
                </a:solidFill>
                <a:latin typeface="Noto Sans TC" pitchFamily="34" charset="0"/>
                <a:ea typeface="Noto Sans TC" pitchFamily="34" charset="-122"/>
                <a:cs typeface="Noto Sans TC" pitchFamily="34" charset="-120"/>
              </a:rPr>
              <a:t>#台灣</a:t>
            </a:r>
            <a:endParaRPr lang="en-US" sz="1088" dirty="0"/>
          </a:p>
        </p:txBody>
      </p:sp>
      <p:sp>
        <p:nvSpPr>
          <p:cNvPr id="8" name="Text 5"/>
          <p:cNvSpPr txBox="1"/>
          <p:nvPr/>
        </p:nvSpPr>
        <p:spPr>
          <a:xfrm>
            <a:off x="3817163" y="1864553"/>
            <a:ext cx="489204" cy="219090"/>
          </a:xfrm>
          <a:prstGeom prst="rect">
            <a:avLst/>
          </a:prstGeom>
          <a:noFill/>
          <a:ln/>
        </p:spPr>
        <p:txBody>
          <a:bodyPr wrap="square" lIns="0" tIns="0" rIns="0" bIns="0" rtlCol="0" anchor="t"/>
          <a:lstStyle/>
          <a:p>
            <a:pPr algn="l" indent="0" marL="0">
              <a:buNone/>
            </a:pPr>
            <a:r>
              <a:rPr lang="en-US" sz="1088" b="1" dirty="0">
                <a:solidFill>
                  <a:srgbClr val="9C8B7C"/>
                </a:solidFill>
                <a:latin typeface="Noto Sans TC" pitchFamily="34" charset="0"/>
                <a:ea typeface="Noto Sans TC" pitchFamily="34" charset="-122"/>
                <a:cs typeface="Noto Sans TC" pitchFamily="34" charset="-120"/>
              </a:rPr>
              <a:t>#美食</a:t>
            </a:r>
            <a:endParaRPr lang="en-US" sz="1088" dirty="0"/>
          </a:p>
        </p:txBody>
      </p:sp>
      <p:sp>
        <p:nvSpPr>
          <p:cNvPr id="9" name="Text 6"/>
          <p:cNvSpPr txBox="1"/>
          <p:nvPr/>
        </p:nvSpPr>
        <p:spPr>
          <a:xfrm>
            <a:off x="4517868" y="1864553"/>
            <a:ext cx="489204" cy="219090"/>
          </a:xfrm>
          <a:prstGeom prst="rect">
            <a:avLst/>
          </a:prstGeom>
          <a:noFill/>
          <a:ln/>
        </p:spPr>
        <p:txBody>
          <a:bodyPr wrap="square" lIns="0" tIns="0" rIns="0" bIns="0" rtlCol="0" anchor="t"/>
          <a:lstStyle/>
          <a:p>
            <a:pPr algn="l" indent="0" marL="0">
              <a:buNone/>
            </a:pPr>
            <a:r>
              <a:rPr lang="en-US" sz="1088" b="1" dirty="0">
                <a:solidFill>
                  <a:srgbClr val="9C8B7C"/>
                </a:solidFill>
                <a:latin typeface="Noto Sans TC" pitchFamily="34" charset="0"/>
                <a:ea typeface="Noto Sans TC" pitchFamily="34" charset="-122"/>
                <a:cs typeface="Noto Sans TC" pitchFamily="34" charset="-120"/>
              </a:rPr>
              <a:t>#人生</a:t>
            </a:r>
            <a:endParaRPr lang="en-US" sz="1088" dirty="0"/>
          </a:p>
        </p:txBody>
      </p:sp>
      <p:sp>
        <p:nvSpPr>
          <p:cNvPr id="10" name="Text 7"/>
          <p:cNvSpPr txBox="1"/>
          <p:nvPr/>
        </p:nvSpPr>
        <p:spPr>
          <a:xfrm>
            <a:off x="1152510" y="2293132"/>
            <a:ext cx="554675" cy="219090"/>
          </a:xfrm>
          <a:prstGeom prst="rect">
            <a:avLst/>
          </a:prstGeom>
          <a:noFill/>
          <a:ln/>
        </p:spPr>
        <p:txBody>
          <a:bodyPr wrap="square" lIns="0" tIns="0" rIns="0" bIns="0" rtlCol="0" anchor="t"/>
          <a:lstStyle/>
          <a:p>
            <a:pPr algn="l" indent="0" marL="0">
              <a:buNone/>
            </a:pPr>
            <a:r>
              <a:rPr lang="en-US" sz="1088" b="1" dirty="0">
                <a:solidFill>
                  <a:srgbClr val="9C8B7C"/>
                </a:solidFill>
                <a:latin typeface="Noto Sans TC" pitchFamily="34" charset="0"/>
                <a:ea typeface="Noto Sans TC" pitchFamily="34" charset="-122"/>
                <a:cs typeface="Noto Sans TC" pitchFamily="34" charset="-120"/>
              </a:rPr>
              <a:t>#good</a:t>
            </a:r>
            <a:endParaRPr lang="en-US" sz="1088" dirty="0"/>
          </a:p>
        </p:txBody>
      </p:sp>
      <p:sp>
        <p:nvSpPr>
          <p:cNvPr id="11" name="Text 8"/>
          <p:cNvSpPr txBox="1"/>
          <p:nvPr/>
        </p:nvSpPr>
        <p:spPr>
          <a:xfrm>
            <a:off x="1918686" y="2293132"/>
            <a:ext cx="640720" cy="219090"/>
          </a:xfrm>
          <a:prstGeom prst="rect">
            <a:avLst/>
          </a:prstGeom>
          <a:noFill/>
          <a:ln/>
        </p:spPr>
        <p:txBody>
          <a:bodyPr wrap="square" lIns="0" tIns="0" rIns="0" bIns="0" rtlCol="0" anchor="t"/>
          <a:lstStyle/>
          <a:p>
            <a:pPr algn="l" indent="0" marL="0">
              <a:buNone/>
            </a:pPr>
            <a:r>
              <a:rPr lang="en-US" sz="1088" b="1" dirty="0">
                <a:solidFill>
                  <a:srgbClr val="9C8B7C"/>
                </a:solidFill>
                <a:latin typeface="Noto Sans TC" pitchFamily="34" charset="0"/>
                <a:ea typeface="Noto Sans TC" pitchFamily="34" charset="-122"/>
                <a:cs typeface="Noto Sans TC" pitchFamily="34" charset="-120"/>
              </a:rPr>
              <a:t>#follow</a:t>
            </a:r>
            <a:endParaRPr lang="en-US" sz="1088" dirty="0"/>
          </a:p>
        </p:txBody>
      </p:sp>
      <p:sp>
        <p:nvSpPr>
          <p:cNvPr id="12" name="Text 9"/>
          <p:cNvSpPr txBox="1"/>
          <p:nvPr/>
        </p:nvSpPr>
        <p:spPr>
          <a:xfrm>
            <a:off x="2770906" y="2293132"/>
            <a:ext cx="784830" cy="219090"/>
          </a:xfrm>
          <a:prstGeom prst="rect">
            <a:avLst/>
          </a:prstGeom>
          <a:noFill/>
          <a:ln/>
        </p:spPr>
        <p:txBody>
          <a:bodyPr wrap="square" lIns="0" tIns="0" rIns="0" bIns="0" rtlCol="0" anchor="t"/>
          <a:lstStyle/>
          <a:p>
            <a:pPr algn="l" indent="0" marL="0">
              <a:buNone/>
            </a:pPr>
            <a:r>
              <a:rPr lang="en-US" sz="1088" b="1" dirty="0">
                <a:solidFill>
                  <a:srgbClr val="9C8B7C"/>
                </a:solidFill>
                <a:latin typeface="Noto Sans TC" pitchFamily="34" charset="0"/>
                <a:ea typeface="Noto Sans TC" pitchFamily="34" charset="-122"/>
                <a:cs typeface="Noto Sans TC" pitchFamily="34" charset="-120"/>
              </a:rPr>
              <a:t>#like4like</a:t>
            </a:r>
            <a:endParaRPr lang="en-US" sz="1088" dirty="0"/>
          </a:p>
        </p:txBody>
      </p:sp>
      <p:sp>
        <p:nvSpPr>
          <p:cNvPr id="13" name="Text 10"/>
          <p:cNvSpPr txBox="1"/>
          <p:nvPr/>
        </p:nvSpPr>
        <p:spPr>
          <a:xfrm>
            <a:off x="3767145" y="2293132"/>
            <a:ext cx="489204" cy="219090"/>
          </a:xfrm>
          <a:prstGeom prst="rect">
            <a:avLst/>
          </a:prstGeom>
          <a:noFill/>
          <a:ln/>
        </p:spPr>
        <p:txBody>
          <a:bodyPr wrap="square" lIns="0" tIns="0" rIns="0" bIns="0" rtlCol="0" anchor="t"/>
          <a:lstStyle/>
          <a:p>
            <a:pPr algn="l" indent="0" marL="0">
              <a:buNone/>
            </a:pPr>
            <a:r>
              <a:rPr lang="en-US" sz="1088" b="1" dirty="0">
                <a:solidFill>
                  <a:srgbClr val="9C8B7C"/>
                </a:solidFill>
                <a:latin typeface="Noto Sans TC" pitchFamily="34" charset="0"/>
                <a:ea typeface="Noto Sans TC" pitchFamily="34" charset="-122"/>
                <a:cs typeface="Noto Sans TC" pitchFamily="34" charset="-120"/>
              </a:rPr>
              <a:t>#日常</a:t>
            </a:r>
            <a:endParaRPr lang="en-US" sz="1088" dirty="0"/>
          </a:p>
        </p:txBody>
      </p:sp>
      <p:sp>
        <p:nvSpPr>
          <p:cNvPr id="14" name="Text 11"/>
          <p:cNvSpPr txBox="1"/>
          <p:nvPr/>
        </p:nvSpPr>
        <p:spPr>
          <a:xfrm>
            <a:off x="4467850" y="2293132"/>
            <a:ext cx="489204" cy="219090"/>
          </a:xfrm>
          <a:prstGeom prst="rect">
            <a:avLst/>
          </a:prstGeom>
          <a:noFill/>
          <a:ln/>
        </p:spPr>
        <p:txBody>
          <a:bodyPr wrap="square" lIns="0" tIns="0" rIns="0" bIns="0" rtlCol="0" anchor="t"/>
          <a:lstStyle/>
          <a:p>
            <a:pPr algn="l" indent="0" marL="0">
              <a:buNone/>
            </a:pPr>
            <a:r>
              <a:rPr lang="en-US" sz="1088" b="1" dirty="0">
                <a:solidFill>
                  <a:srgbClr val="9C8B7C"/>
                </a:solidFill>
                <a:latin typeface="Noto Sans TC" pitchFamily="34" charset="0"/>
                <a:ea typeface="Noto Sans TC" pitchFamily="34" charset="-122"/>
                <a:cs typeface="Noto Sans TC" pitchFamily="34" charset="-120"/>
              </a:rPr>
              <a:t>#心情</a:t>
            </a:r>
            <a:endParaRPr lang="en-US" sz="1088" dirty="0"/>
          </a:p>
        </p:txBody>
      </p:sp>
      <p:sp>
        <p:nvSpPr>
          <p:cNvPr id="15" name="Text 12"/>
          <p:cNvSpPr txBox="1"/>
          <p:nvPr/>
        </p:nvSpPr>
        <p:spPr>
          <a:xfrm>
            <a:off x="1152510" y="2721803"/>
            <a:ext cx="489204" cy="219090"/>
          </a:xfrm>
          <a:prstGeom prst="rect">
            <a:avLst/>
          </a:prstGeom>
          <a:noFill/>
          <a:ln/>
        </p:spPr>
        <p:txBody>
          <a:bodyPr wrap="square" lIns="0" tIns="0" rIns="0" bIns="0" rtlCol="0" anchor="t"/>
          <a:lstStyle/>
          <a:p>
            <a:pPr algn="l" indent="0" marL="0">
              <a:buNone/>
            </a:pPr>
            <a:r>
              <a:rPr lang="en-US" sz="1088" b="1" dirty="0">
                <a:solidFill>
                  <a:srgbClr val="9C8B7C"/>
                </a:solidFill>
                <a:latin typeface="Noto Sans TC" pitchFamily="34" charset="0"/>
                <a:ea typeface="Noto Sans TC" pitchFamily="34" charset="-122"/>
                <a:cs typeface="Noto Sans TC" pitchFamily="34" charset="-120"/>
              </a:rPr>
              <a:t>#分享</a:t>
            </a:r>
            <a:endParaRPr lang="en-US" sz="1088" dirty="0"/>
          </a:p>
        </p:txBody>
      </p:sp>
      <p:sp>
        <p:nvSpPr>
          <p:cNvPr id="16" name="Text 13"/>
          <p:cNvSpPr txBox="1"/>
          <p:nvPr/>
        </p:nvSpPr>
        <p:spPr>
          <a:xfrm>
            <a:off x="1853214" y="2721803"/>
            <a:ext cx="909371" cy="219090"/>
          </a:xfrm>
          <a:prstGeom prst="rect">
            <a:avLst/>
          </a:prstGeom>
          <a:noFill/>
          <a:ln/>
        </p:spPr>
        <p:txBody>
          <a:bodyPr wrap="square" lIns="0" tIns="0" rIns="0" bIns="0" rtlCol="0" anchor="t"/>
          <a:lstStyle/>
          <a:p>
            <a:pPr algn="l" indent="0" marL="0">
              <a:buNone/>
            </a:pPr>
            <a:r>
              <a:rPr lang="en-US" sz="1088" b="1" dirty="0">
                <a:solidFill>
                  <a:srgbClr val="9C8B7C"/>
                </a:solidFill>
                <a:latin typeface="Noto Sans TC" pitchFamily="34" charset="0"/>
                <a:ea typeface="Noto Sans TC" pitchFamily="34" charset="-122"/>
                <a:cs typeface="Noto Sans TC" pitchFamily="34" charset="-120"/>
              </a:rPr>
              <a:t>#開心每一天</a:t>
            </a:r>
            <a:endParaRPr lang="en-US" sz="1088" dirty="0"/>
          </a:p>
        </p:txBody>
      </p:sp>
      <p:sp>
        <p:nvSpPr>
          <p:cNvPr id="17" name="Text 14"/>
          <p:cNvSpPr txBox="1"/>
          <p:nvPr/>
        </p:nvSpPr>
        <p:spPr>
          <a:xfrm>
            <a:off x="2968234" y="2721803"/>
            <a:ext cx="489204" cy="219090"/>
          </a:xfrm>
          <a:prstGeom prst="rect">
            <a:avLst/>
          </a:prstGeom>
          <a:noFill/>
          <a:ln/>
        </p:spPr>
        <p:txBody>
          <a:bodyPr wrap="square" lIns="0" tIns="0" rIns="0" bIns="0" rtlCol="0" anchor="t"/>
          <a:lstStyle/>
          <a:p>
            <a:pPr algn="l" indent="0" marL="0">
              <a:buNone/>
            </a:pPr>
            <a:r>
              <a:rPr lang="en-US" sz="1088" b="1" dirty="0">
                <a:solidFill>
                  <a:srgbClr val="9C8B7C"/>
                </a:solidFill>
                <a:latin typeface="Noto Sans TC" pitchFamily="34" charset="0"/>
                <a:ea typeface="Noto Sans TC" pitchFamily="34" charset="-122"/>
                <a:cs typeface="Noto Sans TC" pitchFamily="34" charset="-120"/>
              </a:rPr>
              <a:t>#加油</a:t>
            </a:r>
            <a:endParaRPr lang="en-US" sz="1088" dirty="0"/>
          </a:p>
        </p:txBody>
      </p:sp>
      <p:sp>
        <p:nvSpPr>
          <p:cNvPr id="18" name="Text 15"/>
          <p:cNvSpPr txBox="1"/>
          <p:nvPr/>
        </p:nvSpPr>
        <p:spPr>
          <a:xfrm>
            <a:off x="3668939" y="2721803"/>
            <a:ext cx="489204" cy="219090"/>
          </a:xfrm>
          <a:prstGeom prst="rect">
            <a:avLst/>
          </a:prstGeom>
          <a:noFill/>
          <a:ln/>
        </p:spPr>
        <p:txBody>
          <a:bodyPr wrap="square" lIns="0" tIns="0" rIns="0" bIns="0" rtlCol="0" anchor="t"/>
          <a:lstStyle/>
          <a:p>
            <a:pPr algn="l" indent="0" marL="0">
              <a:buNone/>
            </a:pPr>
            <a:r>
              <a:rPr lang="en-US" sz="1088" b="1" dirty="0">
                <a:solidFill>
                  <a:srgbClr val="9C8B7C"/>
                </a:solidFill>
                <a:latin typeface="Noto Sans TC" pitchFamily="34" charset="0"/>
                <a:ea typeface="Noto Sans TC" pitchFamily="34" charset="-122"/>
                <a:cs typeface="Noto Sans TC" pitchFamily="34" charset="-120"/>
              </a:rPr>
              <a:t>#美好</a:t>
            </a:r>
            <a:endParaRPr lang="en-US" sz="1088" dirty="0"/>
          </a:p>
        </p:txBody>
      </p:sp>
      <p:sp>
        <p:nvSpPr>
          <p:cNvPr id="19" name="Text 16"/>
          <p:cNvSpPr txBox="1"/>
          <p:nvPr/>
        </p:nvSpPr>
        <p:spPr>
          <a:xfrm>
            <a:off x="1019190" y="3293303"/>
            <a:ext cx="283830" cy="276240"/>
          </a:xfrm>
          <a:prstGeom prst="rect">
            <a:avLst/>
          </a:prstGeom>
          <a:noFill/>
          <a:ln/>
        </p:spPr>
        <p:txBody>
          <a:bodyPr wrap="square" lIns="0" tIns="0" rIns="0" bIns="0" rtlCol="0" anchor="t"/>
          <a:lstStyle/>
          <a:p>
            <a:pPr algn="l" indent="0" marL="0">
              <a:lnSpc>
                <a:spcPts val="2066"/>
              </a:lnSpc>
              <a:buNone/>
            </a:pPr>
            <a:r>
              <a:rPr lang="en-US" sz="1425" b="1" dirty="0">
                <a:solidFill>
                  <a:srgbClr val="C05F3C"/>
                </a:solidFill>
                <a:latin typeface="Noto Sans TC" pitchFamily="34" charset="0"/>
                <a:ea typeface="Noto Sans TC" pitchFamily="34" charset="-122"/>
                <a:cs typeface="Noto Sans TC" pitchFamily="34" charset="-120"/>
              </a:rPr>
              <a:t>✕</a:t>
            </a:r>
            <a:endParaRPr lang="en-US" sz="1425" dirty="0"/>
          </a:p>
        </p:txBody>
      </p:sp>
      <p:sp>
        <p:nvSpPr>
          <p:cNvPr id="20" name="Text 17"/>
          <p:cNvSpPr txBox="1"/>
          <p:nvPr/>
        </p:nvSpPr>
        <p:spPr>
          <a:xfrm>
            <a:off x="1285921" y="3293303"/>
            <a:ext cx="2201235" cy="276240"/>
          </a:xfrm>
          <a:prstGeom prst="rect">
            <a:avLst/>
          </a:prstGeom>
          <a:noFill/>
          <a:ln/>
        </p:spPr>
        <p:txBody>
          <a:bodyPr wrap="square" lIns="0" tIns="0" rIns="0" bIns="0" rtlCol="0" anchor="t"/>
          <a:lstStyle/>
          <a:p>
            <a:pPr algn="l" indent="0" marL="0">
              <a:lnSpc>
                <a:spcPts val="2138"/>
              </a:lnSpc>
              <a:buNone/>
            </a:pPr>
            <a:r>
              <a:rPr lang="en-US" sz="1425" b="1" dirty="0">
                <a:solidFill>
                  <a:srgbClr val="4A3C33"/>
                </a:solidFill>
                <a:latin typeface="Noto Sans TC" pitchFamily="34" charset="0"/>
                <a:ea typeface="Noto Sans TC" pitchFamily="34" charset="-122"/>
                <a:cs typeface="Noto Sans TC" pitchFamily="34" charset="-120"/>
              </a:rPr>
              <a:t>跟你賣的東西完全沒關係</a:t>
            </a:r>
            <a:endParaRPr lang="en-US" sz="1425" dirty="0"/>
          </a:p>
        </p:txBody>
      </p:sp>
      <p:sp>
        <p:nvSpPr>
          <p:cNvPr id="21" name="Text 18"/>
          <p:cNvSpPr txBox="1"/>
          <p:nvPr/>
        </p:nvSpPr>
        <p:spPr>
          <a:xfrm>
            <a:off x="1019190" y="3659977"/>
            <a:ext cx="283830" cy="276240"/>
          </a:xfrm>
          <a:prstGeom prst="rect">
            <a:avLst/>
          </a:prstGeom>
          <a:noFill/>
          <a:ln/>
        </p:spPr>
        <p:txBody>
          <a:bodyPr wrap="square" lIns="0" tIns="0" rIns="0" bIns="0" rtlCol="0" anchor="t"/>
          <a:lstStyle/>
          <a:p>
            <a:pPr algn="l" indent="0" marL="0">
              <a:lnSpc>
                <a:spcPts val="2066"/>
              </a:lnSpc>
              <a:buNone/>
            </a:pPr>
            <a:r>
              <a:rPr lang="en-US" sz="1425" b="1" dirty="0">
                <a:solidFill>
                  <a:srgbClr val="C05F3C"/>
                </a:solidFill>
                <a:latin typeface="Noto Sans TC" pitchFamily="34" charset="0"/>
                <a:ea typeface="Noto Sans TC" pitchFamily="34" charset="-122"/>
                <a:cs typeface="Noto Sans TC" pitchFamily="34" charset="-120"/>
              </a:rPr>
              <a:t>✕</a:t>
            </a:r>
            <a:endParaRPr lang="en-US" sz="1425" dirty="0"/>
          </a:p>
        </p:txBody>
      </p:sp>
      <p:sp>
        <p:nvSpPr>
          <p:cNvPr id="22" name="Text 19"/>
          <p:cNvSpPr txBox="1"/>
          <p:nvPr/>
        </p:nvSpPr>
        <p:spPr>
          <a:xfrm>
            <a:off x="1285921" y="3659977"/>
            <a:ext cx="2201235" cy="276240"/>
          </a:xfrm>
          <a:prstGeom prst="rect">
            <a:avLst/>
          </a:prstGeom>
          <a:noFill/>
          <a:ln/>
        </p:spPr>
        <p:txBody>
          <a:bodyPr wrap="square" lIns="0" tIns="0" rIns="0" bIns="0" rtlCol="0" anchor="t"/>
          <a:lstStyle/>
          <a:p>
            <a:pPr algn="l" indent="0" marL="0">
              <a:lnSpc>
                <a:spcPts val="2138"/>
              </a:lnSpc>
              <a:buNone/>
            </a:pPr>
            <a:r>
              <a:rPr lang="en-US" sz="1425" b="1" dirty="0">
                <a:solidFill>
                  <a:srgbClr val="4A3C33"/>
                </a:solidFill>
                <a:latin typeface="Noto Sans TC" pitchFamily="34" charset="0"/>
                <a:ea typeface="Noto Sans TC" pitchFamily="34" charset="-122"/>
                <a:cs typeface="Noto Sans TC" pitchFamily="34" charset="-120"/>
              </a:rPr>
              <a:t>來的人不是想買東西的人</a:t>
            </a:r>
            <a:endParaRPr lang="en-US" sz="1425" dirty="0"/>
          </a:p>
        </p:txBody>
      </p:sp>
      <p:sp>
        <p:nvSpPr>
          <p:cNvPr id="23" name="Text 20"/>
          <p:cNvSpPr txBox="1"/>
          <p:nvPr/>
        </p:nvSpPr>
        <p:spPr>
          <a:xfrm>
            <a:off x="1019190" y="4026652"/>
            <a:ext cx="283830" cy="276240"/>
          </a:xfrm>
          <a:prstGeom prst="rect">
            <a:avLst/>
          </a:prstGeom>
          <a:noFill/>
          <a:ln/>
        </p:spPr>
        <p:txBody>
          <a:bodyPr wrap="square" lIns="0" tIns="0" rIns="0" bIns="0" rtlCol="0" anchor="t"/>
          <a:lstStyle/>
          <a:p>
            <a:pPr algn="l" indent="0" marL="0">
              <a:lnSpc>
                <a:spcPts val="2066"/>
              </a:lnSpc>
              <a:buNone/>
            </a:pPr>
            <a:r>
              <a:rPr lang="en-US" sz="1425" b="1" dirty="0">
                <a:solidFill>
                  <a:srgbClr val="C05F3C"/>
                </a:solidFill>
                <a:latin typeface="Noto Sans TC" pitchFamily="34" charset="0"/>
                <a:ea typeface="Noto Sans TC" pitchFamily="34" charset="-122"/>
                <a:cs typeface="Noto Sans TC" pitchFamily="34" charset="-120"/>
              </a:rPr>
              <a:t>✕</a:t>
            </a:r>
            <a:endParaRPr lang="en-US" sz="1425" dirty="0"/>
          </a:p>
        </p:txBody>
      </p:sp>
      <p:sp>
        <p:nvSpPr>
          <p:cNvPr id="24" name="Text 21"/>
          <p:cNvSpPr txBox="1"/>
          <p:nvPr/>
        </p:nvSpPr>
        <p:spPr>
          <a:xfrm>
            <a:off x="1285921" y="4026652"/>
            <a:ext cx="2776667" cy="276240"/>
          </a:xfrm>
          <a:prstGeom prst="rect">
            <a:avLst/>
          </a:prstGeom>
          <a:noFill/>
          <a:ln/>
        </p:spPr>
        <p:txBody>
          <a:bodyPr wrap="square" lIns="0" tIns="0" rIns="0" bIns="0" rtlCol="0" anchor="t"/>
          <a:lstStyle/>
          <a:p>
            <a:pPr algn="l" indent="0" marL="0">
              <a:lnSpc>
                <a:spcPts val="2138"/>
              </a:lnSpc>
              <a:buNone/>
            </a:pPr>
            <a:r>
              <a:rPr lang="en-US" sz="1425" b="1" dirty="0">
                <a:solidFill>
                  <a:srgbClr val="4A3C33"/>
                </a:solidFill>
                <a:latin typeface="Noto Sans TC" pitchFamily="34" charset="0"/>
                <a:ea typeface="Noto Sans TC" pitchFamily="34" charset="-122"/>
                <a:cs typeface="Noto Sans TC" pitchFamily="34" charset="-120"/>
              </a:rPr>
              <a:t>塞太多還可能被平台判定為灌水</a:t>
            </a:r>
            <a:endParaRPr lang="en-US" sz="1425" dirty="0"/>
          </a:p>
        </p:txBody>
      </p:sp>
      <p:sp>
        <p:nvSpPr>
          <p:cNvPr id="25" name="Text 22"/>
          <p:cNvSpPr txBox="1"/>
          <p:nvPr/>
        </p:nvSpPr>
        <p:spPr>
          <a:xfrm>
            <a:off x="6286500" y="1178753"/>
            <a:ext cx="840699" cy="219090"/>
          </a:xfrm>
          <a:prstGeom prst="rect">
            <a:avLst/>
          </a:prstGeom>
          <a:noFill/>
          <a:ln/>
        </p:spPr>
        <p:txBody>
          <a:bodyPr wrap="square" lIns="0" tIns="0" rIns="0" bIns="0" rtlCol="0" anchor="t"/>
          <a:lstStyle/>
          <a:p>
            <a:pPr algn="l" indent="0" marL="0">
              <a:buNone/>
            </a:pPr>
            <a:r>
              <a:rPr lang="en-US" sz="1125" b="1" spc="225" kern="0" dirty="0">
                <a:solidFill>
                  <a:srgbClr val="5F7A63"/>
                </a:solidFill>
                <a:latin typeface="Noto Sans TC" pitchFamily="34" charset="0"/>
                <a:ea typeface="Noto Sans TC" pitchFamily="34" charset="-122"/>
                <a:cs typeface="Noto Sans TC" pitchFamily="34" charset="-120"/>
              </a:rPr>
              <a:t>✓ 要這樣</a:t>
            </a:r>
            <a:endParaRPr lang="en-US" sz="1125" dirty="0"/>
          </a:p>
        </p:txBody>
      </p:sp>
      <p:sp>
        <p:nvSpPr>
          <p:cNvPr id="26" name="Text 23"/>
          <p:cNvSpPr txBox="1"/>
          <p:nvPr/>
        </p:nvSpPr>
        <p:spPr>
          <a:xfrm>
            <a:off x="6705570" y="1883573"/>
            <a:ext cx="878738" cy="257221"/>
          </a:xfrm>
          <a:prstGeom prst="rect">
            <a:avLst/>
          </a:prstGeom>
          <a:noFill/>
          <a:ln/>
        </p:spPr>
        <p:txBody>
          <a:bodyPr wrap="square" lIns="0" tIns="0" rIns="0" bIns="0" rtlCol="0" anchor="t"/>
          <a:lstStyle/>
          <a:p>
            <a:pPr algn="l" indent="0" marL="0">
              <a:buNone/>
            </a:pPr>
            <a:r>
              <a:rPr lang="en-US" sz="1275" b="1" dirty="0">
                <a:solidFill>
                  <a:srgbClr val="4A3C33"/>
                </a:solidFill>
                <a:latin typeface="Noto Sans TC" pitchFamily="34" charset="0"/>
                <a:ea typeface="Noto Sans TC" pitchFamily="34" charset="-122"/>
                <a:cs typeface="Noto Sans TC" pitchFamily="34" charset="-120"/>
              </a:rPr>
              <a:t>#台中果醬</a:t>
            </a:r>
            <a:endParaRPr lang="en-US" sz="1275" dirty="0"/>
          </a:p>
        </p:txBody>
      </p:sp>
      <p:sp>
        <p:nvSpPr>
          <p:cNvPr id="27" name="Text 24"/>
          <p:cNvSpPr txBox="1"/>
          <p:nvPr/>
        </p:nvSpPr>
        <p:spPr>
          <a:xfrm>
            <a:off x="7858445" y="1883573"/>
            <a:ext cx="878738" cy="257221"/>
          </a:xfrm>
          <a:prstGeom prst="rect">
            <a:avLst/>
          </a:prstGeom>
          <a:noFill/>
          <a:ln/>
        </p:spPr>
        <p:txBody>
          <a:bodyPr wrap="square" lIns="0" tIns="0" rIns="0" bIns="0" rtlCol="0" anchor="t"/>
          <a:lstStyle/>
          <a:p>
            <a:pPr algn="l" indent="0" marL="0">
              <a:buNone/>
            </a:pPr>
            <a:r>
              <a:rPr lang="en-US" sz="1275" b="1" dirty="0">
                <a:solidFill>
                  <a:srgbClr val="4A3C33"/>
                </a:solidFill>
                <a:latin typeface="Noto Sans TC" pitchFamily="34" charset="0"/>
                <a:ea typeface="Noto Sans TC" pitchFamily="34" charset="-122"/>
                <a:cs typeface="Noto Sans TC" pitchFamily="34" charset="-120"/>
              </a:rPr>
              <a:t>#手工果醬</a:t>
            </a:r>
            <a:endParaRPr lang="en-US" sz="1275" dirty="0"/>
          </a:p>
        </p:txBody>
      </p:sp>
      <p:sp>
        <p:nvSpPr>
          <p:cNvPr id="28" name="Text 25"/>
          <p:cNvSpPr txBox="1"/>
          <p:nvPr/>
        </p:nvSpPr>
        <p:spPr>
          <a:xfrm>
            <a:off x="9011229" y="1883573"/>
            <a:ext cx="878738" cy="257221"/>
          </a:xfrm>
          <a:prstGeom prst="rect">
            <a:avLst/>
          </a:prstGeom>
          <a:noFill/>
          <a:ln/>
        </p:spPr>
        <p:txBody>
          <a:bodyPr wrap="square" lIns="0" tIns="0" rIns="0" bIns="0" rtlCol="0" anchor="t"/>
          <a:lstStyle/>
          <a:p>
            <a:pPr algn="l" indent="0" marL="0">
              <a:buNone/>
            </a:pPr>
            <a:r>
              <a:rPr lang="en-US" sz="1275" b="1" dirty="0">
                <a:solidFill>
                  <a:srgbClr val="4A3C33"/>
                </a:solidFill>
                <a:latin typeface="Noto Sans TC" pitchFamily="34" charset="0"/>
                <a:ea typeface="Noto Sans TC" pitchFamily="34" charset="-122"/>
                <a:cs typeface="Noto Sans TC" pitchFamily="34" charset="-120"/>
              </a:rPr>
              <a:t>#草莓果醬</a:t>
            </a:r>
            <a:endParaRPr lang="en-US" sz="1275" dirty="0"/>
          </a:p>
        </p:txBody>
      </p:sp>
      <p:sp>
        <p:nvSpPr>
          <p:cNvPr id="29" name="Text 26"/>
          <p:cNvSpPr txBox="1"/>
          <p:nvPr/>
        </p:nvSpPr>
        <p:spPr>
          <a:xfrm>
            <a:off x="10164105" y="1883573"/>
            <a:ext cx="878738" cy="257221"/>
          </a:xfrm>
          <a:prstGeom prst="rect">
            <a:avLst/>
          </a:prstGeom>
          <a:noFill/>
          <a:ln/>
        </p:spPr>
        <p:txBody>
          <a:bodyPr wrap="square" lIns="0" tIns="0" rIns="0" bIns="0" rtlCol="0" anchor="t"/>
          <a:lstStyle/>
          <a:p>
            <a:pPr algn="l" indent="0" marL="0">
              <a:buNone/>
            </a:pPr>
            <a:r>
              <a:rPr lang="en-US" sz="1275" b="1" dirty="0">
                <a:solidFill>
                  <a:srgbClr val="4A3C33"/>
                </a:solidFill>
                <a:latin typeface="Noto Sans TC" pitchFamily="34" charset="0"/>
                <a:ea typeface="Noto Sans TC" pitchFamily="34" charset="-122"/>
                <a:cs typeface="Noto Sans TC" pitchFamily="34" charset="-120"/>
              </a:rPr>
              <a:t>#西屯市集</a:t>
            </a:r>
            <a:endParaRPr lang="en-US" sz="1275" dirty="0"/>
          </a:p>
        </p:txBody>
      </p:sp>
      <p:sp>
        <p:nvSpPr>
          <p:cNvPr id="30" name="Text 27"/>
          <p:cNvSpPr txBox="1"/>
          <p:nvPr/>
        </p:nvSpPr>
        <p:spPr>
          <a:xfrm>
            <a:off x="6705570" y="2397923"/>
            <a:ext cx="1050371" cy="257221"/>
          </a:xfrm>
          <a:prstGeom prst="rect">
            <a:avLst/>
          </a:prstGeom>
          <a:noFill/>
          <a:ln/>
        </p:spPr>
        <p:txBody>
          <a:bodyPr wrap="square" lIns="0" tIns="0" rIns="0" bIns="0" rtlCol="0" anchor="t"/>
          <a:lstStyle/>
          <a:p>
            <a:pPr algn="l" indent="0" marL="0">
              <a:buNone/>
            </a:pPr>
            <a:r>
              <a:rPr lang="en-US" sz="1275" b="1" dirty="0">
                <a:solidFill>
                  <a:srgbClr val="4A3C33"/>
                </a:solidFill>
                <a:latin typeface="Noto Sans TC" pitchFamily="34" charset="0"/>
                <a:ea typeface="Noto Sans TC" pitchFamily="34" charset="-122"/>
                <a:cs typeface="Noto Sans TC" pitchFamily="34" charset="-120"/>
              </a:rPr>
              <a:t>#台中伴手禮</a:t>
            </a:r>
            <a:endParaRPr lang="en-US" sz="1275" dirty="0"/>
          </a:p>
        </p:txBody>
      </p:sp>
      <p:sp>
        <p:nvSpPr>
          <p:cNvPr id="31" name="Text 28"/>
          <p:cNvSpPr txBox="1"/>
          <p:nvPr/>
        </p:nvSpPr>
        <p:spPr>
          <a:xfrm>
            <a:off x="8020385" y="2397923"/>
            <a:ext cx="1050371" cy="257221"/>
          </a:xfrm>
          <a:prstGeom prst="rect">
            <a:avLst/>
          </a:prstGeom>
          <a:noFill/>
          <a:ln/>
        </p:spPr>
        <p:txBody>
          <a:bodyPr wrap="square" lIns="0" tIns="0" rIns="0" bIns="0" rtlCol="0" anchor="t"/>
          <a:lstStyle/>
          <a:p>
            <a:pPr algn="l" indent="0" marL="0">
              <a:buNone/>
            </a:pPr>
            <a:r>
              <a:rPr lang="en-US" sz="1275" b="1" dirty="0">
                <a:solidFill>
                  <a:srgbClr val="4A3C33"/>
                </a:solidFill>
                <a:latin typeface="Noto Sans TC" pitchFamily="34" charset="0"/>
                <a:ea typeface="Noto Sans TC" pitchFamily="34" charset="-122"/>
                <a:cs typeface="Noto Sans TC" pitchFamily="34" charset="-120"/>
              </a:rPr>
              <a:t>#無添加果醬</a:t>
            </a:r>
            <a:endParaRPr lang="en-US" sz="1275" dirty="0"/>
          </a:p>
        </p:txBody>
      </p:sp>
      <p:sp>
        <p:nvSpPr>
          <p:cNvPr id="32" name="Text 29"/>
          <p:cNvSpPr txBox="1"/>
          <p:nvPr/>
        </p:nvSpPr>
        <p:spPr>
          <a:xfrm>
            <a:off x="9335110" y="2397923"/>
            <a:ext cx="878738" cy="257221"/>
          </a:xfrm>
          <a:prstGeom prst="rect">
            <a:avLst/>
          </a:prstGeom>
          <a:noFill/>
          <a:ln/>
        </p:spPr>
        <p:txBody>
          <a:bodyPr wrap="square" lIns="0" tIns="0" rIns="0" bIns="0" rtlCol="0" anchor="t"/>
          <a:lstStyle/>
          <a:p>
            <a:pPr algn="l" indent="0" marL="0">
              <a:buNone/>
            </a:pPr>
            <a:r>
              <a:rPr lang="en-US" sz="1275" b="1" dirty="0">
                <a:solidFill>
                  <a:srgbClr val="4A3C33"/>
                </a:solidFill>
                <a:latin typeface="Noto Sans TC" pitchFamily="34" charset="0"/>
                <a:ea typeface="Noto Sans TC" pitchFamily="34" charset="-122"/>
                <a:cs typeface="Noto Sans TC" pitchFamily="34" charset="-120"/>
              </a:rPr>
              <a:t>#送禮推薦</a:t>
            </a:r>
            <a:endParaRPr lang="en-US" sz="1275" dirty="0"/>
          </a:p>
        </p:txBody>
      </p:sp>
      <p:sp>
        <p:nvSpPr>
          <p:cNvPr id="33" name="Text 30"/>
          <p:cNvSpPr txBox="1"/>
          <p:nvPr/>
        </p:nvSpPr>
        <p:spPr>
          <a:xfrm>
            <a:off x="6543721" y="3026573"/>
            <a:ext cx="262433" cy="276240"/>
          </a:xfrm>
          <a:prstGeom prst="rect">
            <a:avLst/>
          </a:prstGeom>
          <a:noFill/>
          <a:ln/>
        </p:spPr>
        <p:txBody>
          <a:bodyPr wrap="square" lIns="0" tIns="0" rIns="0" bIns="0" rtlCol="0" anchor="t"/>
          <a:lstStyle/>
          <a:p>
            <a:pPr algn="l" indent="0" marL="0">
              <a:lnSpc>
                <a:spcPts val="2066"/>
              </a:lnSpc>
              <a:buNone/>
            </a:pPr>
            <a:r>
              <a:rPr lang="en-US" sz="1425" b="1" dirty="0">
                <a:solidFill>
                  <a:srgbClr val="5F7A63"/>
                </a:solidFill>
                <a:latin typeface="Noto Sans TC" pitchFamily="34" charset="0"/>
                <a:ea typeface="Noto Sans TC" pitchFamily="34" charset="-122"/>
                <a:cs typeface="Noto Sans TC" pitchFamily="34" charset="-120"/>
              </a:rPr>
              <a:t>✓</a:t>
            </a:r>
            <a:endParaRPr lang="en-US" sz="1425" dirty="0"/>
          </a:p>
        </p:txBody>
      </p:sp>
      <p:sp>
        <p:nvSpPr>
          <p:cNvPr id="34" name="Text 31"/>
          <p:cNvSpPr txBox="1"/>
          <p:nvPr/>
        </p:nvSpPr>
        <p:spPr>
          <a:xfrm>
            <a:off x="6788963" y="3026573"/>
            <a:ext cx="2201235" cy="276240"/>
          </a:xfrm>
          <a:prstGeom prst="rect">
            <a:avLst/>
          </a:prstGeom>
          <a:noFill/>
          <a:ln/>
        </p:spPr>
        <p:txBody>
          <a:bodyPr wrap="square" lIns="0" tIns="0" rIns="0" bIns="0" rtlCol="0" anchor="t"/>
          <a:lstStyle/>
          <a:p>
            <a:pPr algn="l" indent="0" marL="0">
              <a:lnSpc>
                <a:spcPts val="2138"/>
              </a:lnSpc>
              <a:buNone/>
            </a:pPr>
            <a:r>
              <a:rPr lang="en-US" sz="1425" b="1" dirty="0">
                <a:solidFill>
                  <a:srgbClr val="4A3C33"/>
                </a:solidFill>
                <a:latin typeface="Noto Sans TC" pitchFamily="34" charset="0"/>
                <a:ea typeface="Noto Sans TC" pitchFamily="34" charset="-122"/>
                <a:cs typeface="Noto Sans TC" pitchFamily="34" charset="-120"/>
              </a:rPr>
              <a:t>每一個都跟這篇內容有關</a:t>
            </a:r>
            <a:endParaRPr lang="en-US" sz="1425" dirty="0"/>
          </a:p>
        </p:txBody>
      </p:sp>
      <p:sp>
        <p:nvSpPr>
          <p:cNvPr id="35" name="Text 32"/>
          <p:cNvSpPr txBox="1"/>
          <p:nvPr/>
        </p:nvSpPr>
        <p:spPr>
          <a:xfrm>
            <a:off x="6543721" y="3393247"/>
            <a:ext cx="262433" cy="276240"/>
          </a:xfrm>
          <a:prstGeom prst="rect">
            <a:avLst/>
          </a:prstGeom>
          <a:noFill/>
          <a:ln/>
        </p:spPr>
        <p:txBody>
          <a:bodyPr wrap="square" lIns="0" tIns="0" rIns="0" bIns="0" rtlCol="0" anchor="t"/>
          <a:lstStyle/>
          <a:p>
            <a:pPr algn="l" indent="0" marL="0">
              <a:lnSpc>
                <a:spcPts val="2066"/>
              </a:lnSpc>
              <a:buNone/>
            </a:pPr>
            <a:r>
              <a:rPr lang="en-US" sz="1425" b="1" dirty="0">
                <a:solidFill>
                  <a:srgbClr val="5F7A63"/>
                </a:solidFill>
                <a:latin typeface="Noto Sans TC" pitchFamily="34" charset="0"/>
                <a:ea typeface="Noto Sans TC" pitchFamily="34" charset="-122"/>
                <a:cs typeface="Noto Sans TC" pitchFamily="34" charset="-120"/>
              </a:rPr>
              <a:t>✓</a:t>
            </a:r>
            <a:endParaRPr lang="en-US" sz="1425" dirty="0"/>
          </a:p>
        </p:txBody>
      </p:sp>
      <p:sp>
        <p:nvSpPr>
          <p:cNvPr id="36" name="Text 33"/>
          <p:cNvSpPr txBox="1"/>
          <p:nvPr/>
        </p:nvSpPr>
        <p:spPr>
          <a:xfrm>
            <a:off x="6788963" y="3393247"/>
            <a:ext cx="2392985" cy="276240"/>
          </a:xfrm>
          <a:prstGeom prst="rect">
            <a:avLst/>
          </a:prstGeom>
          <a:noFill/>
          <a:ln/>
        </p:spPr>
        <p:txBody>
          <a:bodyPr wrap="square" lIns="0" tIns="0" rIns="0" bIns="0" rtlCol="0" anchor="t"/>
          <a:lstStyle/>
          <a:p>
            <a:pPr algn="l" indent="0" marL="0">
              <a:lnSpc>
                <a:spcPts val="2138"/>
              </a:lnSpc>
              <a:buNone/>
            </a:pPr>
            <a:r>
              <a:rPr lang="en-US" sz="1425" b="1" dirty="0">
                <a:solidFill>
                  <a:srgbClr val="4A3C33"/>
                </a:solidFill>
                <a:latin typeface="Noto Sans TC" pitchFamily="34" charset="0"/>
                <a:ea typeface="Noto Sans TC" pitchFamily="34" charset="-122"/>
                <a:cs typeface="Noto Sans TC" pitchFamily="34" charset="-120"/>
              </a:rPr>
              <a:t>是別人真的會拿去搜尋的字</a:t>
            </a:r>
            <a:endParaRPr lang="en-US" sz="1425" dirty="0"/>
          </a:p>
        </p:txBody>
      </p:sp>
      <p:sp>
        <p:nvSpPr>
          <p:cNvPr id="37" name="Text 34"/>
          <p:cNvSpPr txBox="1"/>
          <p:nvPr/>
        </p:nvSpPr>
        <p:spPr>
          <a:xfrm>
            <a:off x="6543721" y="3760013"/>
            <a:ext cx="262433" cy="276240"/>
          </a:xfrm>
          <a:prstGeom prst="rect">
            <a:avLst/>
          </a:prstGeom>
          <a:noFill/>
          <a:ln/>
        </p:spPr>
        <p:txBody>
          <a:bodyPr wrap="square" lIns="0" tIns="0" rIns="0" bIns="0" rtlCol="0" anchor="t"/>
          <a:lstStyle/>
          <a:p>
            <a:pPr algn="l" indent="0" marL="0">
              <a:lnSpc>
                <a:spcPts val="2066"/>
              </a:lnSpc>
              <a:buNone/>
            </a:pPr>
            <a:r>
              <a:rPr lang="en-US" sz="1425" b="1" dirty="0">
                <a:solidFill>
                  <a:srgbClr val="5F7A63"/>
                </a:solidFill>
                <a:latin typeface="Noto Sans TC" pitchFamily="34" charset="0"/>
                <a:ea typeface="Noto Sans TC" pitchFamily="34" charset="-122"/>
                <a:cs typeface="Noto Sans TC" pitchFamily="34" charset="-120"/>
              </a:rPr>
              <a:t>✓</a:t>
            </a:r>
            <a:endParaRPr lang="en-US" sz="1425" dirty="0"/>
          </a:p>
        </p:txBody>
      </p:sp>
      <p:sp>
        <p:nvSpPr>
          <p:cNvPr id="38" name="Text 35"/>
          <p:cNvSpPr txBox="1"/>
          <p:nvPr/>
        </p:nvSpPr>
        <p:spPr>
          <a:xfrm>
            <a:off x="6788963" y="3760013"/>
            <a:ext cx="2112996" cy="276240"/>
          </a:xfrm>
          <a:prstGeom prst="rect">
            <a:avLst/>
          </a:prstGeom>
          <a:noFill/>
          <a:ln/>
        </p:spPr>
        <p:txBody>
          <a:bodyPr wrap="square" lIns="0" tIns="0" rIns="0" bIns="0" rtlCol="0" anchor="t"/>
          <a:lstStyle/>
          <a:p>
            <a:pPr algn="l" indent="0" marL="0">
              <a:lnSpc>
                <a:spcPts val="2138"/>
              </a:lnSpc>
              <a:buNone/>
            </a:pPr>
            <a:r>
              <a:rPr lang="en-US" sz="1425" b="1" dirty="0">
                <a:solidFill>
                  <a:srgbClr val="4A3C33"/>
                </a:solidFill>
                <a:latin typeface="Noto Sans TC" pitchFamily="34" charset="0"/>
                <a:ea typeface="Noto Sans TC" pitchFamily="34" charset="-122"/>
                <a:cs typeface="Noto Sans TC" pitchFamily="34" charset="-120"/>
              </a:rPr>
              <a:t>5–10 個就夠，不用湊滿</a:t>
            </a:r>
            <a:endParaRPr lang="en-US" sz="1425" dirty="0"/>
          </a:p>
        </p:txBody>
      </p:sp>
      <p:sp>
        <p:nvSpPr>
          <p:cNvPr id="39" name="Text 36"/>
          <p:cNvSpPr txBox="1"/>
          <p:nvPr/>
        </p:nvSpPr>
        <p:spPr>
          <a:xfrm>
            <a:off x="1533540" y="5036332"/>
            <a:ext cx="4937211" cy="295260"/>
          </a:xfrm>
          <a:prstGeom prst="rect">
            <a:avLst/>
          </a:prstGeom>
          <a:noFill/>
          <a:ln/>
        </p:spPr>
        <p:txBody>
          <a:bodyPr wrap="square" lIns="0" tIns="0" rIns="0" bIns="0" rtlCol="0" anchor="t"/>
          <a:lstStyle/>
          <a:p>
            <a:pPr algn="l" indent="0" marL="0">
              <a:lnSpc>
                <a:spcPts val="2325"/>
              </a:lnSpc>
              <a:buNone/>
            </a:pPr>
            <a:r>
              <a:rPr lang="en-US" sz="1500" b="1" dirty="0">
                <a:solidFill>
                  <a:srgbClr val="4A3C33"/>
                </a:solidFill>
                <a:latin typeface="Noto Sans TC" pitchFamily="34" charset="0"/>
                <a:ea typeface="Noto Sans TC" pitchFamily="34" charset="-122"/>
                <a:cs typeface="Noto Sans TC" pitchFamily="34" charset="-120"/>
              </a:rPr>
              <a:t>判斷標準只有一個：</a:t>
            </a:r>
            <a:pPr algn="l" indent="0" marL="0">
              <a:lnSpc>
                <a:spcPts val="2325"/>
              </a:lnSpc>
              <a:buNone/>
            </a:pPr>
            <a:r>
              <a:rPr lang="en-US" sz="1500" b="1" dirty="0">
                <a:solidFill>
                  <a:srgbClr val="4A3C33"/>
                </a:solidFill>
                <a:latin typeface="Noto Sans TC" pitchFamily="34" charset="0"/>
                <a:ea typeface="Noto Sans TC" pitchFamily="34" charset="-122"/>
                <a:cs typeface="Noto Sans TC" pitchFamily="34" charset="-120"/>
              </a:rPr>
              <a:t>這個標籤，跟這一篇內容有關嗎？</a:t>
            </a:r>
            <a:endParaRPr lang="en-US" sz="1500" dirty="0"/>
          </a:p>
        </p:txBody>
      </p:sp>
      <p:sp>
        <p:nvSpPr>
          <p:cNvPr id="40" name="Text 37"/>
          <p:cNvSpPr txBox="1"/>
          <p:nvPr/>
        </p:nvSpPr>
        <p:spPr>
          <a:xfrm>
            <a:off x="3248040" y="5036332"/>
            <a:ext cx="3119841" cy="295260"/>
          </a:xfrm>
          <a:prstGeom prst="rect">
            <a:avLst/>
          </a:prstGeom>
          <a:noFill/>
          <a:ln/>
        </p:spPr>
        <p:txBody>
          <a:bodyPr wrap="square" lIns="0" tIns="0" rIns="0" bIns="0" rtlCol="0" anchor="t"/>
          <a:lstStyle/>
          <a:p>
            <a:pPr algn="l" indent="0" marL="0">
              <a:lnSpc>
                <a:spcPts val="2325"/>
              </a:lnSpc>
              <a:buNone/>
            </a:pPr>
            <a:r>
              <a:rPr lang="en-US" sz="1500" b="1" dirty="0">
                <a:solidFill>
                  <a:srgbClr val="4A3C33"/>
                </a:solidFill>
                <a:latin typeface="Noto Sans TC" pitchFamily="34" charset="0"/>
                <a:ea typeface="Noto Sans TC" pitchFamily="34" charset="-122"/>
                <a:cs typeface="Noto Sans TC" pitchFamily="34" charset="-120"/>
              </a:rPr>
              <a:t>這個標籤，跟這一篇內容有關嗎？</a:t>
            </a:r>
            <a:endParaRPr lang="en-US" sz="1500" dirty="0"/>
          </a:p>
        </p:txBody>
      </p:sp>
      <p:sp>
        <p:nvSpPr>
          <p:cNvPr id="41" name="Text 38"/>
          <p:cNvSpPr txBox="1"/>
          <p:nvPr/>
        </p:nvSpPr>
        <p:spPr>
          <a:xfrm>
            <a:off x="761970" y="6438930"/>
            <a:ext cx="1338042" cy="200071"/>
          </a:xfrm>
          <a:prstGeom prst="rect">
            <a:avLst/>
          </a:prstGeom>
          <a:noFill/>
          <a:ln/>
        </p:spPr>
        <p:txBody>
          <a:bodyPr wrap="square" lIns="0" tIns="0" rIns="0" bIns="0" rtlCol="0" anchor="t"/>
          <a:lstStyle/>
          <a:p>
            <a:pPr algn="l" indent="0" marL="0">
              <a:buNone/>
            </a:pPr>
            <a:r>
              <a:rPr lang="en-US" sz="938" b="1" spc="56" kern="0" dirty="0">
                <a:solidFill>
                  <a:srgbClr val="9C8B7C"/>
                </a:solidFill>
                <a:latin typeface="Noto Sans TC" pitchFamily="34" charset="0"/>
                <a:ea typeface="Noto Sans TC" pitchFamily="34" charset="-122"/>
                <a:cs typeface="Noto Sans TC" pitchFamily="34" charset="-120"/>
              </a:rPr>
              <a:t>PART 6 · 13:52</a:t>
            </a:r>
            <a:endParaRPr lang="en-US" sz="938" dirty="0"/>
          </a:p>
        </p:txBody>
      </p:sp>
      <p:sp>
        <p:nvSpPr>
          <p:cNvPr id="42" name="Text 39"/>
          <p:cNvSpPr txBox="1"/>
          <p:nvPr/>
        </p:nvSpPr>
        <p:spPr>
          <a:xfrm>
            <a:off x="10922599" y="6438930"/>
            <a:ext cx="562630" cy="200071"/>
          </a:xfrm>
          <a:prstGeom prst="rect">
            <a:avLst/>
          </a:prstGeom>
          <a:noFill/>
          <a:ln/>
        </p:spPr>
        <p:txBody>
          <a:bodyPr wrap="square" lIns="0" tIns="0" rIns="0" bIns="0" rtlCol="0" anchor="t"/>
          <a:lstStyle/>
          <a:p>
            <a:pPr algn="l" indent="0" marL="0">
              <a:buNone/>
            </a:pPr>
            <a:r>
              <a:rPr lang="en-US" sz="938" b="1" spc="56" kern="0" dirty="0">
                <a:solidFill>
                  <a:srgbClr val="9C8B7C"/>
                </a:solidFill>
                <a:latin typeface="Noto Sans TC" pitchFamily="34" charset="0"/>
                <a:ea typeface="Noto Sans TC" pitchFamily="34" charset="-122"/>
                <a:cs typeface="Noto Sans TC" pitchFamily="34" charset="-120"/>
              </a:rPr>
              <a:t>44 / 75</a:t>
            </a:r>
            <a:endParaRPr lang="en-US" sz="938"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BF7F1"/>
        </a:solidFill>
      </p:bgPr>
    </p:bg>
    <p:spTree>
      <p:nvGrpSpPr>
        <p:cNvPr id="1" name=""/>
        <p:cNvGrpSpPr/>
        <p:nvPr/>
      </p:nvGrpSpPr>
      <p:grpSpPr>
        <a:xfrm>
          <a:off x="0" y="0"/>
          <a:ext cx="0" cy="0"/>
          <a:chOff x="0" y="0"/>
          <a:chExt cx="0" cy="0"/>
        </a:xfrm>
      </p:grpSpPr>
      <p:pic>
        <p:nvPicPr>
          <p:cNvPr id="2" name="Image 0" descr="/home/user/gogoeveryday/social-course/export-pptx/build/bg/45.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2936870" y="774680"/>
            <a:ext cx="1544879" cy="219090"/>
          </a:xfrm>
          <a:prstGeom prst="rect">
            <a:avLst/>
          </a:prstGeom>
          <a:noFill/>
          <a:ln/>
        </p:spPr>
        <p:txBody>
          <a:bodyPr wrap="square" lIns="0" tIns="0" rIns="0" bIns="0" rtlCol="0" anchor="t"/>
          <a:lstStyle/>
          <a:p>
            <a:pPr algn="ctr" indent="0" marL="0">
              <a:buNone/>
            </a:pPr>
            <a:r>
              <a:rPr lang="en-US" sz="1125" b="1" spc="225" kern="0" dirty="0">
                <a:solidFill>
                  <a:srgbClr val="C05F3C"/>
                </a:solidFill>
                <a:latin typeface="Noto Sans TC" pitchFamily="34" charset="0"/>
                <a:ea typeface="Noto Sans TC" pitchFamily="34" charset="-122"/>
                <a:cs typeface="Noto Sans TC" pitchFamily="34" charset="-120"/>
              </a:rPr>
              <a:t>最重要的思考方式</a:t>
            </a:r>
            <a:endParaRPr lang="en-US" sz="1125" dirty="0"/>
          </a:p>
        </p:txBody>
      </p:sp>
      <p:sp>
        <p:nvSpPr>
          <p:cNvPr id="4" name="Text 1"/>
          <p:cNvSpPr txBox="1"/>
          <p:nvPr/>
        </p:nvSpPr>
        <p:spPr>
          <a:xfrm>
            <a:off x="2793401" y="1060430"/>
            <a:ext cx="6614678" cy="1504097"/>
          </a:xfrm>
          <a:prstGeom prst="rect">
            <a:avLst/>
          </a:prstGeom>
          <a:noFill/>
          <a:ln/>
        </p:spPr>
        <p:txBody>
          <a:bodyPr wrap="square" lIns="0" tIns="0" rIns="0" bIns="0" rtlCol="0" anchor="t"/>
          <a:lstStyle/>
          <a:p>
            <a:pPr algn="ctr" indent="0" marL="0">
              <a:lnSpc>
                <a:spcPts val="5394"/>
              </a:lnSpc>
              <a:buNone/>
            </a:pPr>
            <a:r>
              <a:rPr lang="en-US" sz="4350" b="1" spc="-130" kern="0" dirty="0">
                <a:solidFill>
                  <a:srgbClr val="241C17"/>
                </a:solidFill>
                <a:latin typeface="Noto Sans TC" pitchFamily="34" charset="0"/>
                <a:ea typeface="Noto Sans TC" pitchFamily="34" charset="-122"/>
                <a:cs typeface="Noto Sans TC" pitchFamily="34" charset="-120"/>
              </a:rPr>
              <a:t>不要想「我想寫什麼」，</a:t>
            </a:r>
            <a:endParaRPr lang="en-US" sz="4350" dirty="0"/>
          </a:p>
          <a:p>
            <a:pPr algn="ctr" indent="0" marL="0">
              <a:lnSpc>
                <a:spcPts val="5394"/>
              </a:lnSpc>
              <a:buNone/>
            </a:pPr>
            <a:r>
              <a:rPr lang="en-US" sz="4350" b="1" spc="-130" kern="0" dirty="0">
                <a:solidFill>
                  <a:srgbClr val="241C17"/>
                </a:solidFill>
                <a:latin typeface="Noto Sans TC" pitchFamily="34" charset="0"/>
                <a:ea typeface="Noto Sans TC" pitchFamily="34" charset="-122"/>
                <a:cs typeface="Noto Sans TC" pitchFamily="34" charset="-120"/>
              </a:rPr>
              <a:t>要想「</a:t>
            </a:r>
            <a:pPr algn="ctr" indent="0" marL="0">
              <a:lnSpc>
                <a:spcPts val="5394"/>
              </a:lnSpc>
              <a:buNone/>
            </a:pPr>
            <a:r>
              <a:rPr lang="en-US" sz="4350" b="1" spc="-130" kern="0" dirty="0">
                <a:solidFill>
                  <a:srgbClr val="C05F3C"/>
                </a:solidFill>
                <a:latin typeface="Noto Sans TC" pitchFamily="34" charset="0"/>
                <a:ea typeface="Noto Sans TC" pitchFamily="34" charset="-122"/>
                <a:cs typeface="Noto Sans TC" pitchFamily="34" charset="-120"/>
              </a:rPr>
              <a:t>別人會搜尋什麼</a:t>
            </a:r>
            <a:pPr algn="ctr" indent="0" marL="0">
              <a:lnSpc>
                <a:spcPts val="5394"/>
              </a:lnSpc>
              <a:buNone/>
            </a:pPr>
            <a:r>
              <a:rPr lang="en-US" sz="4350" b="1" spc="-130" kern="0" dirty="0">
                <a:solidFill>
                  <a:srgbClr val="241C17"/>
                </a:solidFill>
                <a:latin typeface="Noto Sans TC" pitchFamily="34" charset="0"/>
                <a:ea typeface="Noto Sans TC" pitchFamily="34" charset="-122"/>
                <a:cs typeface="Noto Sans TC" pitchFamily="34" charset="-120"/>
              </a:rPr>
              <a:t>」。</a:t>
            </a:r>
            <a:endParaRPr lang="en-US" sz="4350" dirty="0"/>
          </a:p>
        </p:txBody>
      </p:sp>
      <p:sp>
        <p:nvSpPr>
          <p:cNvPr id="5" name="Text 2"/>
          <p:cNvSpPr txBox="1"/>
          <p:nvPr/>
        </p:nvSpPr>
        <p:spPr>
          <a:xfrm>
            <a:off x="4473062" y="1745315"/>
            <a:ext cx="4067160" cy="819120"/>
          </a:xfrm>
          <a:prstGeom prst="rect">
            <a:avLst/>
          </a:prstGeom>
          <a:noFill/>
          <a:ln/>
        </p:spPr>
        <p:txBody>
          <a:bodyPr wrap="square" lIns="0" tIns="0" rIns="0" bIns="0" rtlCol="0" anchor="t"/>
          <a:lstStyle/>
          <a:p>
            <a:pPr algn="ctr" indent="0" marL="0">
              <a:lnSpc>
                <a:spcPts val="5394"/>
              </a:lnSpc>
              <a:buNone/>
            </a:pPr>
            <a:r>
              <a:rPr lang="en-US" sz="4350" b="1" spc="-130" kern="0" dirty="0">
                <a:solidFill>
                  <a:srgbClr val="C05F3C"/>
                </a:solidFill>
                <a:latin typeface="Noto Sans TC" pitchFamily="34" charset="0"/>
                <a:ea typeface="Noto Sans TC" pitchFamily="34" charset="-122"/>
                <a:cs typeface="Noto Sans TC" pitchFamily="34" charset="-120"/>
              </a:rPr>
              <a:t>別人會搜尋什麼</a:t>
            </a:r>
            <a:endParaRPr lang="en-US" sz="4350" dirty="0"/>
          </a:p>
        </p:txBody>
      </p:sp>
      <p:sp>
        <p:nvSpPr>
          <p:cNvPr id="6" name="Text 3"/>
          <p:cNvSpPr txBox="1"/>
          <p:nvPr/>
        </p:nvSpPr>
        <p:spPr>
          <a:xfrm>
            <a:off x="3276478" y="3135020"/>
            <a:ext cx="867034" cy="200071"/>
          </a:xfrm>
          <a:prstGeom prst="rect">
            <a:avLst/>
          </a:prstGeom>
          <a:noFill/>
          <a:ln/>
        </p:spPr>
        <p:txBody>
          <a:bodyPr wrap="square" lIns="0" tIns="0" rIns="0" bIns="0" rtlCol="0" anchor="t"/>
          <a:lstStyle/>
          <a:p>
            <a:pPr algn="ctr" indent="0" marL="0">
              <a:buNone/>
            </a:pPr>
            <a:r>
              <a:rPr lang="en-US" sz="975" b="1" spc="136" kern="0" dirty="0">
                <a:solidFill>
                  <a:srgbClr val="9C8B7C"/>
                </a:solidFill>
                <a:latin typeface="Noto Sans TC" pitchFamily="34" charset="0"/>
                <a:ea typeface="Noto Sans TC" pitchFamily="34" charset="-122"/>
                <a:cs typeface="Noto Sans TC" pitchFamily="34" charset="-120"/>
              </a:rPr>
              <a:t>✕ 只想自己</a:t>
            </a:r>
            <a:endParaRPr lang="en-US" sz="975" dirty="0"/>
          </a:p>
        </p:txBody>
      </p:sp>
      <p:sp>
        <p:nvSpPr>
          <p:cNvPr id="7" name="Text 4"/>
          <p:cNvSpPr txBox="1"/>
          <p:nvPr/>
        </p:nvSpPr>
        <p:spPr>
          <a:xfrm>
            <a:off x="3071835" y="3554181"/>
            <a:ext cx="1276137" cy="304770"/>
          </a:xfrm>
          <a:prstGeom prst="rect">
            <a:avLst/>
          </a:prstGeom>
          <a:noFill/>
          <a:ln/>
        </p:spPr>
        <p:txBody>
          <a:bodyPr wrap="square" lIns="0" tIns="0" rIns="0" bIns="0" rtlCol="0" anchor="t"/>
          <a:lstStyle/>
          <a:p>
            <a:pPr algn="ctr" indent="0" marL="0">
              <a:buNone/>
            </a:pPr>
            <a:r>
              <a:rPr lang="en-US" sz="1575" b="1" dirty="0">
                <a:solidFill>
                  <a:srgbClr val="9C8B7C"/>
                </a:solidFill>
                <a:latin typeface="Noto Sans TC" pitchFamily="34" charset="0"/>
                <a:ea typeface="Noto Sans TC" pitchFamily="34" charset="-122"/>
                <a:cs typeface="Noto Sans TC" pitchFamily="34" charset="-120"/>
              </a:rPr>
              <a:t>#我的鳳梨酥</a:t>
            </a:r>
            <a:endParaRPr lang="en-US" sz="1575" dirty="0"/>
          </a:p>
        </p:txBody>
      </p:sp>
      <p:sp>
        <p:nvSpPr>
          <p:cNvPr id="8" name="Text 5"/>
          <p:cNvSpPr txBox="1"/>
          <p:nvPr/>
        </p:nvSpPr>
        <p:spPr>
          <a:xfrm>
            <a:off x="2548890" y="4106570"/>
            <a:ext cx="2322119" cy="257221"/>
          </a:xfrm>
          <a:prstGeom prst="rect">
            <a:avLst/>
          </a:prstGeom>
          <a:noFill/>
          <a:ln/>
        </p:spPr>
        <p:txBody>
          <a:bodyPr wrap="square" lIns="0" tIns="0" rIns="0" bIns="0" rtlCol="0" anchor="t"/>
          <a:lstStyle/>
          <a:p>
            <a:pPr algn="ctr" indent="0" marL="0">
              <a:lnSpc>
                <a:spcPts val="2066"/>
              </a:lnSpc>
              <a:buNone/>
            </a:pPr>
            <a:r>
              <a:rPr lang="en-US" sz="1275" dirty="0">
                <a:solidFill>
                  <a:srgbClr val="4A3C33"/>
                </a:solidFill>
                <a:latin typeface="Noto Sans TC" pitchFamily="34" charset="0"/>
                <a:ea typeface="Noto Sans TC" pitchFamily="34" charset="-122"/>
                <a:cs typeface="Noto Sans TC" pitchFamily="34" charset="-120"/>
              </a:rPr>
              <a:t>全世界只有你會打這幾個字。</a:t>
            </a:r>
            <a:endParaRPr lang="en-US" sz="1275" dirty="0"/>
          </a:p>
        </p:txBody>
      </p:sp>
      <p:sp>
        <p:nvSpPr>
          <p:cNvPr id="9" name="Text 6"/>
          <p:cNvSpPr txBox="1"/>
          <p:nvPr/>
        </p:nvSpPr>
        <p:spPr>
          <a:xfrm>
            <a:off x="8137794" y="3187416"/>
            <a:ext cx="707288" cy="200071"/>
          </a:xfrm>
          <a:prstGeom prst="rect">
            <a:avLst/>
          </a:prstGeom>
          <a:noFill/>
          <a:ln/>
        </p:spPr>
        <p:txBody>
          <a:bodyPr wrap="square" lIns="0" tIns="0" rIns="0" bIns="0" rtlCol="0" anchor="t"/>
          <a:lstStyle/>
          <a:p>
            <a:pPr algn="ctr" indent="0" marL="0">
              <a:buNone/>
            </a:pPr>
            <a:r>
              <a:rPr lang="en-US" sz="975" b="1" spc="136" kern="0" dirty="0">
                <a:solidFill>
                  <a:srgbClr val="C05F3C"/>
                </a:solidFill>
                <a:latin typeface="Noto Sans TC" pitchFamily="34" charset="0"/>
                <a:ea typeface="Noto Sans TC" pitchFamily="34" charset="-122"/>
                <a:cs typeface="Noto Sans TC" pitchFamily="34" charset="-120"/>
              </a:rPr>
              <a:t>✓ 想客人</a:t>
            </a:r>
            <a:endParaRPr lang="en-US" sz="975" dirty="0"/>
          </a:p>
        </p:txBody>
      </p:sp>
      <p:sp>
        <p:nvSpPr>
          <p:cNvPr id="10" name="Text 7"/>
          <p:cNvSpPr txBox="1"/>
          <p:nvPr/>
        </p:nvSpPr>
        <p:spPr>
          <a:xfrm>
            <a:off x="6891833" y="3577956"/>
            <a:ext cx="712775" cy="257221"/>
          </a:xfrm>
          <a:prstGeom prst="rect">
            <a:avLst/>
          </a:prstGeom>
          <a:noFill/>
          <a:ln/>
        </p:spPr>
        <p:txBody>
          <a:bodyPr wrap="square" lIns="0" tIns="0" rIns="0" bIns="0" rtlCol="0" anchor="t"/>
          <a:lstStyle/>
          <a:p>
            <a:pPr algn="ctr" indent="0" marL="0">
              <a:buNone/>
            </a:pPr>
            <a:r>
              <a:rPr lang="en-US" sz="1275" b="1" dirty="0">
                <a:solidFill>
                  <a:srgbClr val="FFFFFF"/>
                </a:solidFill>
                <a:latin typeface="Noto Sans TC" pitchFamily="34" charset="0"/>
                <a:ea typeface="Noto Sans TC" pitchFamily="34" charset="-122"/>
                <a:cs typeface="Noto Sans TC" pitchFamily="34" charset="-120"/>
              </a:rPr>
              <a:t>#鳳梨酥</a:t>
            </a:r>
            <a:endParaRPr lang="en-US" sz="1275" dirty="0"/>
          </a:p>
        </p:txBody>
      </p:sp>
      <p:sp>
        <p:nvSpPr>
          <p:cNvPr id="11" name="Text 8"/>
          <p:cNvSpPr txBox="1"/>
          <p:nvPr/>
        </p:nvSpPr>
        <p:spPr>
          <a:xfrm>
            <a:off x="7885420" y="3577956"/>
            <a:ext cx="1050371" cy="257221"/>
          </a:xfrm>
          <a:prstGeom prst="rect">
            <a:avLst/>
          </a:prstGeom>
          <a:noFill/>
          <a:ln/>
        </p:spPr>
        <p:txBody>
          <a:bodyPr wrap="square" lIns="0" tIns="0" rIns="0" bIns="0" rtlCol="0" anchor="t"/>
          <a:lstStyle/>
          <a:p>
            <a:pPr algn="ctr" indent="0" marL="0">
              <a:buNone/>
            </a:pPr>
            <a:r>
              <a:rPr lang="en-US" sz="1275" b="1" dirty="0">
                <a:solidFill>
                  <a:srgbClr val="FFFFFF"/>
                </a:solidFill>
                <a:latin typeface="Noto Sans TC" pitchFamily="34" charset="0"/>
                <a:ea typeface="Noto Sans TC" pitchFamily="34" charset="-122"/>
                <a:cs typeface="Noto Sans TC" pitchFamily="34" charset="-120"/>
              </a:rPr>
              <a:t>#台中伴手禮</a:t>
            </a:r>
            <a:endParaRPr lang="en-US" sz="1275" dirty="0"/>
          </a:p>
        </p:txBody>
      </p:sp>
      <p:sp>
        <p:nvSpPr>
          <p:cNvPr id="12" name="Text 9"/>
          <p:cNvSpPr txBox="1"/>
          <p:nvPr/>
        </p:nvSpPr>
        <p:spPr>
          <a:xfrm>
            <a:off x="9214500" y="3577956"/>
            <a:ext cx="878738" cy="257221"/>
          </a:xfrm>
          <a:prstGeom prst="rect">
            <a:avLst/>
          </a:prstGeom>
          <a:noFill/>
          <a:ln/>
        </p:spPr>
        <p:txBody>
          <a:bodyPr wrap="square" lIns="0" tIns="0" rIns="0" bIns="0" rtlCol="0" anchor="t"/>
          <a:lstStyle/>
          <a:p>
            <a:pPr algn="ctr" indent="0" marL="0">
              <a:buNone/>
            </a:pPr>
            <a:r>
              <a:rPr lang="en-US" sz="1275" b="1" dirty="0">
                <a:solidFill>
                  <a:srgbClr val="FFFFFF"/>
                </a:solidFill>
                <a:latin typeface="Noto Sans TC" pitchFamily="34" charset="0"/>
                <a:ea typeface="Noto Sans TC" pitchFamily="34" charset="-122"/>
                <a:cs typeface="Noto Sans TC" pitchFamily="34" charset="-120"/>
              </a:rPr>
              <a:t>#手工烘焙</a:t>
            </a:r>
            <a:endParaRPr lang="en-US" sz="1275" dirty="0"/>
          </a:p>
        </p:txBody>
      </p:sp>
      <p:sp>
        <p:nvSpPr>
          <p:cNvPr id="13" name="Text 10"/>
          <p:cNvSpPr txBox="1"/>
          <p:nvPr/>
        </p:nvSpPr>
        <p:spPr>
          <a:xfrm>
            <a:off x="7330379" y="4054267"/>
            <a:ext cx="2322119" cy="257221"/>
          </a:xfrm>
          <a:prstGeom prst="rect">
            <a:avLst/>
          </a:prstGeom>
          <a:noFill/>
          <a:ln/>
        </p:spPr>
        <p:txBody>
          <a:bodyPr wrap="square" lIns="0" tIns="0" rIns="0" bIns="0" rtlCol="0" anchor="t"/>
          <a:lstStyle/>
          <a:p>
            <a:pPr algn="ctr" indent="0" marL="0">
              <a:lnSpc>
                <a:spcPts val="2066"/>
              </a:lnSpc>
              <a:buNone/>
            </a:pPr>
            <a:r>
              <a:rPr lang="en-US" sz="1275" dirty="0">
                <a:solidFill>
                  <a:srgbClr val="4A3C33"/>
                </a:solidFill>
                <a:latin typeface="Noto Sans TC" pitchFamily="34" charset="0"/>
                <a:ea typeface="Noto Sans TC" pitchFamily="34" charset="-122"/>
                <a:cs typeface="Noto Sans TC" pitchFamily="34" charset="-120"/>
              </a:rPr>
              <a:t>這些才是別人真的會打的字。</a:t>
            </a:r>
            <a:endParaRPr lang="en-US" sz="1275" dirty="0"/>
          </a:p>
        </p:txBody>
      </p:sp>
      <p:sp>
        <p:nvSpPr>
          <p:cNvPr id="14" name="Text 11"/>
          <p:cNvSpPr txBox="1"/>
          <p:nvPr/>
        </p:nvSpPr>
        <p:spPr>
          <a:xfrm>
            <a:off x="4307464" y="5159411"/>
            <a:ext cx="4129430" cy="590520"/>
          </a:xfrm>
          <a:prstGeom prst="rect">
            <a:avLst/>
          </a:prstGeom>
          <a:noFill/>
          <a:ln/>
        </p:spPr>
        <p:txBody>
          <a:bodyPr wrap="square" lIns="0" tIns="0" rIns="0" bIns="0" rtlCol="0" anchor="t"/>
          <a:lstStyle/>
          <a:p>
            <a:pPr algn="ctr" indent="0" marL="0">
              <a:lnSpc>
                <a:spcPts val="2325"/>
              </a:lnSpc>
              <a:buNone/>
            </a:pPr>
            <a:r>
              <a:rPr lang="en-US" sz="1500" b="1" dirty="0">
                <a:solidFill>
                  <a:srgbClr val="4A3C33"/>
                </a:solidFill>
                <a:latin typeface="Noto Sans TC" pitchFamily="34" charset="0"/>
                <a:ea typeface="Noto Sans TC" pitchFamily="34" charset="-122"/>
                <a:cs typeface="Noto Sans TC" pitchFamily="34" charset="-120"/>
              </a:rPr>
              <a:t>練習：</a:t>
            </a:r>
            <a:pPr algn="ctr" indent="0" marL="0">
              <a:lnSpc>
                <a:spcPts val="2325"/>
              </a:lnSpc>
              <a:buNone/>
            </a:pPr>
            <a:r>
              <a:rPr lang="en-US" sz="1500" b="1" dirty="0">
                <a:solidFill>
                  <a:srgbClr val="4A3C33"/>
                </a:solidFill>
                <a:latin typeface="Noto Sans TC" pitchFamily="34" charset="0"/>
                <a:ea typeface="Noto Sans TC" pitchFamily="34" charset="-122"/>
                <a:cs typeface="Noto Sans TC" pitchFamily="34" charset="-120"/>
              </a:rPr>
              <a:t>把自己想像成客人</a:t>
            </a:r>
            <a:pPr algn="ctr" indent="0" marL="0">
              <a:lnSpc>
                <a:spcPts val="2325"/>
              </a:lnSpc>
              <a:buNone/>
            </a:pPr>
            <a:r>
              <a:rPr lang="en-US" sz="1500" b="1" dirty="0">
                <a:solidFill>
                  <a:srgbClr val="4A3C33"/>
                </a:solidFill>
                <a:latin typeface="Noto Sans TC" pitchFamily="34" charset="0"/>
                <a:ea typeface="Noto Sans TC" pitchFamily="34" charset="-122"/>
                <a:cs typeface="Noto Sans TC" pitchFamily="34" charset="-120"/>
              </a:rPr>
              <a:t>，</a:t>
            </a:r>
            <a:endParaRPr lang="en-US" sz="1500" dirty="0"/>
          </a:p>
          <a:p>
            <a:pPr algn="ctr" indent="0" marL="0">
              <a:lnSpc>
                <a:spcPts val="2325"/>
              </a:lnSpc>
              <a:buNone/>
            </a:pPr>
            <a:r>
              <a:rPr lang="en-US" sz="1500" b="1" dirty="0">
                <a:solidFill>
                  <a:srgbClr val="4A3C33"/>
                </a:solidFill>
                <a:latin typeface="Noto Sans TC" pitchFamily="34" charset="0"/>
                <a:ea typeface="Noto Sans TC" pitchFamily="34" charset="-122"/>
                <a:cs typeface="Noto Sans TC" pitchFamily="34" charset="-120"/>
              </a:rPr>
              <a:t> 你想買這個東西的時候，會在搜尋列打什麼？</a:t>
            </a:r>
            <a:endParaRPr lang="en-US" sz="1500" dirty="0"/>
          </a:p>
        </p:txBody>
      </p:sp>
      <p:sp>
        <p:nvSpPr>
          <p:cNvPr id="15" name="Text 12"/>
          <p:cNvSpPr txBox="1"/>
          <p:nvPr/>
        </p:nvSpPr>
        <p:spPr>
          <a:xfrm>
            <a:off x="5709605" y="5159411"/>
            <a:ext cx="1706270" cy="295260"/>
          </a:xfrm>
          <a:prstGeom prst="rect">
            <a:avLst/>
          </a:prstGeom>
          <a:noFill/>
          <a:ln/>
        </p:spPr>
        <p:txBody>
          <a:bodyPr wrap="square" lIns="0" tIns="0" rIns="0" bIns="0" rtlCol="0" anchor="t"/>
          <a:lstStyle/>
          <a:p>
            <a:pPr algn="ctr" indent="0" marL="0">
              <a:lnSpc>
                <a:spcPts val="2325"/>
              </a:lnSpc>
              <a:buNone/>
            </a:pPr>
            <a:r>
              <a:rPr lang="en-US" sz="1500" b="1" dirty="0">
                <a:solidFill>
                  <a:srgbClr val="4A3C33"/>
                </a:solidFill>
                <a:latin typeface="Noto Sans TC" pitchFamily="34" charset="0"/>
                <a:ea typeface="Noto Sans TC" pitchFamily="34" charset="-122"/>
                <a:cs typeface="Noto Sans TC" pitchFamily="34" charset="-120"/>
              </a:rPr>
              <a:t>把自己想像成客人</a:t>
            </a:r>
            <a:endParaRPr lang="en-US" sz="1500" dirty="0"/>
          </a:p>
        </p:txBody>
      </p:sp>
      <p:sp>
        <p:nvSpPr>
          <p:cNvPr id="16" name="Text 13"/>
          <p:cNvSpPr txBox="1"/>
          <p:nvPr/>
        </p:nvSpPr>
        <p:spPr>
          <a:xfrm>
            <a:off x="10605486" y="304770"/>
            <a:ext cx="717804" cy="209580"/>
          </a:xfrm>
          <a:prstGeom prst="rect">
            <a:avLst/>
          </a:prstGeom>
          <a:noFill/>
          <a:ln/>
        </p:spPr>
        <p:txBody>
          <a:bodyPr wrap="square" lIns="0" tIns="0" rIns="0" bIns="0" rtlCol="0" anchor="t"/>
          <a:lstStyle/>
          <a:p>
            <a:pPr algn="l" indent="0" marL="0">
              <a:buNone/>
            </a:pPr>
            <a:r>
              <a:rPr lang="en-US" sz="1013" b="1" spc="142" kern="0" dirty="0">
                <a:solidFill>
                  <a:srgbClr val="FBF7F1"/>
                </a:solidFill>
                <a:latin typeface="Noto Sans TC" pitchFamily="34" charset="0"/>
                <a:ea typeface="Noto Sans TC" pitchFamily="34" charset="-122"/>
                <a:cs typeface="Noto Sans TC" pitchFamily="34" charset="-120"/>
              </a:rPr>
              <a:t>全班收集</a:t>
            </a:r>
            <a:endParaRPr lang="en-US" sz="1013" dirty="0"/>
          </a:p>
        </p:txBody>
      </p:sp>
      <p:sp>
        <p:nvSpPr>
          <p:cNvPr id="17" name="Text 14"/>
          <p:cNvSpPr txBox="1"/>
          <p:nvPr/>
        </p:nvSpPr>
        <p:spPr>
          <a:xfrm>
            <a:off x="761970" y="6438930"/>
            <a:ext cx="1338042" cy="200071"/>
          </a:xfrm>
          <a:prstGeom prst="rect">
            <a:avLst/>
          </a:prstGeom>
          <a:noFill/>
          <a:ln/>
        </p:spPr>
        <p:txBody>
          <a:bodyPr wrap="square" lIns="0" tIns="0" rIns="0" bIns="0" rtlCol="0" anchor="t"/>
          <a:lstStyle/>
          <a:p>
            <a:pPr algn="l" indent="0" marL="0">
              <a:buNone/>
            </a:pPr>
            <a:r>
              <a:rPr lang="en-US" sz="938" b="1" spc="56" kern="0" dirty="0">
                <a:solidFill>
                  <a:srgbClr val="9C8B7C"/>
                </a:solidFill>
                <a:latin typeface="Noto Sans TC" pitchFamily="34" charset="0"/>
                <a:ea typeface="Noto Sans TC" pitchFamily="34" charset="-122"/>
                <a:cs typeface="Noto Sans TC" pitchFamily="34" charset="-120"/>
              </a:rPr>
              <a:t>PART 6 · 13:58</a:t>
            </a:r>
            <a:endParaRPr lang="en-US" sz="938" dirty="0"/>
          </a:p>
        </p:txBody>
      </p:sp>
      <p:sp>
        <p:nvSpPr>
          <p:cNvPr id="18" name="Text 15"/>
          <p:cNvSpPr txBox="1"/>
          <p:nvPr/>
        </p:nvSpPr>
        <p:spPr>
          <a:xfrm>
            <a:off x="10922599" y="6438930"/>
            <a:ext cx="562630" cy="200071"/>
          </a:xfrm>
          <a:prstGeom prst="rect">
            <a:avLst/>
          </a:prstGeom>
          <a:noFill/>
          <a:ln/>
        </p:spPr>
        <p:txBody>
          <a:bodyPr wrap="square" lIns="0" tIns="0" rIns="0" bIns="0" rtlCol="0" anchor="t"/>
          <a:lstStyle/>
          <a:p>
            <a:pPr algn="l" indent="0" marL="0">
              <a:buNone/>
            </a:pPr>
            <a:r>
              <a:rPr lang="en-US" sz="938" b="1" spc="56" kern="0" dirty="0">
                <a:solidFill>
                  <a:srgbClr val="9C8B7C"/>
                </a:solidFill>
                <a:latin typeface="Noto Sans TC" pitchFamily="34" charset="0"/>
                <a:ea typeface="Noto Sans TC" pitchFamily="34" charset="-122"/>
                <a:cs typeface="Noto Sans TC" pitchFamily="34" charset="-120"/>
              </a:rPr>
              <a:t>45 / 75</a:t>
            </a:r>
            <a:endParaRPr lang="en-US" sz="938"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BF7F1"/>
        </a:solidFill>
      </p:bgPr>
    </p:bg>
    <p:spTree>
      <p:nvGrpSpPr>
        <p:cNvPr id="1" name=""/>
        <p:cNvGrpSpPr/>
        <p:nvPr/>
      </p:nvGrpSpPr>
      <p:grpSpPr>
        <a:xfrm>
          <a:off x="0" y="0"/>
          <a:ext cx="0" cy="0"/>
          <a:chOff x="0" y="0"/>
          <a:chExt cx="0" cy="0"/>
        </a:xfrm>
      </p:grpSpPr>
      <p:pic>
        <p:nvPicPr>
          <p:cNvPr id="2" name="Image 0" descr="/home/user/gogoeveryday/social-course/export-pptx/build/bg/46.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761970" y="887791"/>
            <a:ext cx="2090136" cy="219090"/>
          </a:xfrm>
          <a:prstGeom prst="rect">
            <a:avLst/>
          </a:prstGeom>
          <a:noFill/>
          <a:ln/>
        </p:spPr>
        <p:txBody>
          <a:bodyPr wrap="square" lIns="0" tIns="0" rIns="0" bIns="0" rtlCol="0" anchor="t"/>
          <a:lstStyle/>
          <a:p>
            <a:pPr algn="l" indent="0" marL="0">
              <a:buNone/>
            </a:pPr>
            <a:r>
              <a:rPr lang="en-US" sz="1125" b="1" spc="225" kern="0" dirty="0">
                <a:solidFill>
                  <a:srgbClr val="C05F3C"/>
                </a:solidFill>
                <a:latin typeface="Noto Sans TC" pitchFamily="34" charset="0"/>
                <a:ea typeface="Noto Sans TC" pitchFamily="34" charset="-122"/>
                <a:cs typeface="Noto Sans TC" pitchFamily="34" charset="-120"/>
              </a:rPr>
              <a:t>今天要帶回家的東西之一</a:t>
            </a:r>
            <a:endParaRPr lang="en-US" sz="1125" dirty="0"/>
          </a:p>
        </p:txBody>
      </p:sp>
      <p:sp>
        <p:nvSpPr>
          <p:cNvPr id="4" name="Text 1"/>
          <p:cNvSpPr txBox="1"/>
          <p:nvPr/>
        </p:nvSpPr>
        <p:spPr>
          <a:xfrm>
            <a:off x="761970" y="1192560"/>
            <a:ext cx="3884828" cy="1036290"/>
          </a:xfrm>
          <a:prstGeom prst="rect">
            <a:avLst/>
          </a:prstGeom>
          <a:noFill/>
          <a:ln/>
        </p:spPr>
        <p:txBody>
          <a:bodyPr wrap="square" lIns="0" tIns="0" rIns="0" bIns="0" rtlCol="0" anchor="t"/>
          <a:lstStyle/>
          <a:p>
            <a:pPr algn="l" indent="0" marL="0">
              <a:lnSpc>
                <a:spcPts val="3660"/>
              </a:lnSpc>
              <a:buNone/>
            </a:pPr>
            <a:r>
              <a:rPr lang="en-US" sz="3000" b="1" spc="-60" kern="0" dirty="0">
                <a:solidFill>
                  <a:srgbClr val="241C17"/>
                </a:solidFill>
                <a:latin typeface="Noto Sans TC" pitchFamily="34" charset="0"/>
                <a:ea typeface="Noto Sans TC" pitchFamily="34" charset="-122"/>
                <a:cs typeface="Noto Sans TC" pitchFamily="34" charset="-120"/>
              </a:rPr>
              <a:t>每個人建立</a:t>
            </a:r>
            <a:endParaRPr lang="en-US" sz="3000" dirty="0"/>
          </a:p>
          <a:p>
            <a:pPr algn="l" indent="0" marL="0">
              <a:lnSpc>
                <a:spcPts val="3660"/>
              </a:lnSpc>
              <a:buNone/>
            </a:pPr>
            <a:r>
              <a:rPr lang="en-US" sz="3000" b="1" spc="-60" kern="0" dirty="0">
                <a:solidFill>
                  <a:srgbClr val="241C17"/>
                </a:solidFill>
                <a:latin typeface="Noto Sans TC" pitchFamily="34" charset="0"/>
                <a:ea typeface="Noto Sans TC" pitchFamily="34" charset="-122"/>
                <a:cs typeface="Noto Sans TC" pitchFamily="34" charset="-120"/>
              </a:rPr>
              <a:t>「我的 10 個關鍵字」</a:t>
            </a:r>
            <a:endParaRPr lang="en-US" sz="3000" dirty="0"/>
          </a:p>
        </p:txBody>
      </p:sp>
      <p:sp>
        <p:nvSpPr>
          <p:cNvPr id="5" name="Text 2"/>
          <p:cNvSpPr txBox="1"/>
          <p:nvPr/>
        </p:nvSpPr>
        <p:spPr>
          <a:xfrm>
            <a:off x="1000171" y="2788920"/>
            <a:ext cx="584210" cy="352410"/>
          </a:xfrm>
          <a:prstGeom prst="rect">
            <a:avLst/>
          </a:prstGeom>
          <a:noFill/>
          <a:ln/>
        </p:spPr>
        <p:txBody>
          <a:bodyPr wrap="square" lIns="0" tIns="0" rIns="0" bIns="0" rtlCol="0" anchor="t"/>
          <a:lstStyle/>
          <a:p>
            <a:pPr algn="l" indent="0" marL="0">
              <a:buNone/>
            </a:pPr>
            <a:r>
              <a:rPr lang="en-US" sz="1800" b="1" spc="-18" kern="0" dirty="0">
                <a:solidFill>
                  <a:srgbClr val="C05F3C"/>
                </a:solidFill>
                <a:latin typeface="Noto Sans TC" pitchFamily="34" charset="0"/>
                <a:ea typeface="Noto Sans TC" pitchFamily="34" charset="-122"/>
                <a:cs typeface="Noto Sans TC" pitchFamily="34" charset="-120"/>
              </a:rPr>
              <a:t>商品</a:t>
            </a:r>
            <a:endParaRPr lang="en-US" sz="1800" dirty="0"/>
          </a:p>
        </p:txBody>
      </p:sp>
      <p:sp>
        <p:nvSpPr>
          <p:cNvPr id="6" name="Text 3"/>
          <p:cNvSpPr txBox="1"/>
          <p:nvPr/>
        </p:nvSpPr>
        <p:spPr>
          <a:xfrm>
            <a:off x="1548079" y="2912730"/>
            <a:ext cx="525140" cy="209580"/>
          </a:xfrm>
          <a:prstGeom prst="rect">
            <a:avLst/>
          </a:prstGeom>
          <a:noFill/>
          <a:ln/>
        </p:spPr>
        <p:txBody>
          <a:bodyPr wrap="square" lIns="0" tIns="0" rIns="0" bIns="0" rtlCol="0" anchor="t"/>
          <a:lstStyle/>
          <a:p>
            <a:pPr algn="l" indent="0" marL="0">
              <a:buNone/>
            </a:pPr>
            <a:r>
              <a:rPr lang="en-US" sz="1050" b="1" dirty="0">
                <a:solidFill>
                  <a:srgbClr val="9C8B7C"/>
                </a:solidFill>
                <a:latin typeface="Noto Sans TC" pitchFamily="34" charset="0"/>
                <a:ea typeface="Noto Sans TC" pitchFamily="34" charset="-122"/>
                <a:cs typeface="Noto Sans TC" pitchFamily="34" charset="-120"/>
              </a:rPr>
              <a:t>3–4 個</a:t>
            </a:r>
            <a:endParaRPr lang="en-US" sz="1050" dirty="0"/>
          </a:p>
        </p:txBody>
      </p:sp>
      <p:sp>
        <p:nvSpPr>
          <p:cNvPr id="7" name="Text 4"/>
          <p:cNvSpPr txBox="1"/>
          <p:nvPr/>
        </p:nvSpPr>
        <p:spPr>
          <a:xfrm>
            <a:off x="1000171" y="3227009"/>
            <a:ext cx="2322119" cy="519379"/>
          </a:xfrm>
          <a:prstGeom prst="rect">
            <a:avLst/>
          </a:prstGeom>
          <a:noFill/>
          <a:ln/>
        </p:spPr>
        <p:txBody>
          <a:bodyPr wrap="square" lIns="0" tIns="0" rIns="0" bIns="0" rtlCol="0" anchor="t"/>
          <a:lstStyle/>
          <a:p>
            <a:pPr algn="l" indent="0" marL="0">
              <a:lnSpc>
                <a:spcPts val="2066"/>
              </a:lnSpc>
              <a:buNone/>
            </a:pPr>
            <a:r>
              <a:rPr lang="en-US" sz="1275" dirty="0">
                <a:solidFill>
                  <a:srgbClr val="4A3C33"/>
                </a:solidFill>
                <a:latin typeface="Noto Sans TC" pitchFamily="34" charset="0"/>
                <a:ea typeface="Noto Sans TC" pitchFamily="34" charset="-122"/>
                <a:cs typeface="Noto Sans TC" pitchFamily="34" charset="-120"/>
              </a:rPr>
              <a:t>你賣的東西本身叫什麼？</a:t>
            </a:r>
            <a:endParaRPr lang="en-US" sz="1275" dirty="0"/>
          </a:p>
          <a:p>
            <a:pPr algn="l" indent="0" marL="0">
              <a:lnSpc>
                <a:spcPts val="2066"/>
              </a:lnSpc>
              <a:buNone/>
            </a:pPr>
            <a:r>
              <a:rPr lang="en-US" sz="1275" dirty="0">
                <a:solidFill>
                  <a:srgbClr val="4A3C33"/>
                </a:solidFill>
                <a:latin typeface="Noto Sans TC" pitchFamily="34" charset="0"/>
                <a:ea typeface="Noto Sans TC" pitchFamily="34" charset="-122"/>
                <a:cs typeface="Noto Sans TC" pitchFamily="34" charset="-120"/>
              </a:rPr>
              <a:t>包含它的種類、做法、材料。</a:t>
            </a:r>
            <a:endParaRPr lang="en-US" sz="1275" dirty="0"/>
          </a:p>
        </p:txBody>
      </p:sp>
      <p:sp>
        <p:nvSpPr>
          <p:cNvPr id="8" name="Text 5"/>
          <p:cNvSpPr txBox="1"/>
          <p:nvPr/>
        </p:nvSpPr>
        <p:spPr>
          <a:xfrm>
            <a:off x="1133490" y="4122390"/>
            <a:ext cx="627370" cy="219090"/>
          </a:xfrm>
          <a:prstGeom prst="rect">
            <a:avLst/>
          </a:prstGeom>
          <a:noFill/>
          <a:ln/>
        </p:spPr>
        <p:txBody>
          <a:bodyPr wrap="square" lIns="0" tIns="0" rIns="0" bIns="0" rtlCol="0" anchor="t"/>
          <a:lstStyle/>
          <a:p>
            <a:pPr algn="l" indent="0" marL="0">
              <a:buNone/>
            </a:pPr>
            <a:r>
              <a:rPr lang="en-US" sz="1088" b="1" dirty="0">
                <a:solidFill>
                  <a:srgbClr val="4A3C33"/>
                </a:solidFill>
                <a:latin typeface="Noto Sans TC" pitchFamily="34" charset="0"/>
                <a:ea typeface="Noto Sans TC" pitchFamily="34" charset="-122"/>
                <a:cs typeface="Noto Sans TC" pitchFamily="34" charset="-120"/>
              </a:rPr>
              <a:t>#鳳梨酥</a:t>
            </a:r>
            <a:endParaRPr lang="en-US" sz="1088" dirty="0"/>
          </a:p>
        </p:txBody>
      </p:sp>
      <p:sp>
        <p:nvSpPr>
          <p:cNvPr id="9" name="Text 6"/>
          <p:cNvSpPr txBox="1"/>
          <p:nvPr/>
        </p:nvSpPr>
        <p:spPr>
          <a:xfrm>
            <a:off x="1991289" y="4122390"/>
            <a:ext cx="909371" cy="219090"/>
          </a:xfrm>
          <a:prstGeom prst="rect">
            <a:avLst/>
          </a:prstGeom>
          <a:noFill/>
          <a:ln/>
        </p:spPr>
        <p:txBody>
          <a:bodyPr wrap="square" lIns="0" tIns="0" rIns="0" bIns="0" rtlCol="0" anchor="t"/>
          <a:lstStyle/>
          <a:p>
            <a:pPr algn="l" indent="0" marL="0">
              <a:buNone/>
            </a:pPr>
            <a:r>
              <a:rPr lang="en-US" sz="1088" b="1" dirty="0">
                <a:solidFill>
                  <a:srgbClr val="4A3C33"/>
                </a:solidFill>
                <a:latin typeface="Noto Sans TC" pitchFamily="34" charset="0"/>
                <a:ea typeface="Noto Sans TC" pitchFamily="34" charset="-122"/>
                <a:cs typeface="Noto Sans TC" pitchFamily="34" charset="-120"/>
              </a:rPr>
              <a:t>#手工鳳梨酥</a:t>
            </a:r>
            <a:endParaRPr lang="en-US" sz="1088" dirty="0"/>
          </a:p>
        </p:txBody>
      </p:sp>
      <p:sp>
        <p:nvSpPr>
          <p:cNvPr id="10" name="Text 7"/>
          <p:cNvSpPr txBox="1"/>
          <p:nvPr/>
        </p:nvSpPr>
        <p:spPr>
          <a:xfrm>
            <a:off x="3125419" y="4122390"/>
            <a:ext cx="765444" cy="219090"/>
          </a:xfrm>
          <a:prstGeom prst="rect">
            <a:avLst/>
          </a:prstGeom>
          <a:noFill/>
          <a:ln/>
        </p:spPr>
        <p:txBody>
          <a:bodyPr wrap="square" lIns="0" tIns="0" rIns="0" bIns="0" rtlCol="0" anchor="t"/>
          <a:lstStyle/>
          <a:p>
            <a:pPr algn="l" indent="0" marL="0">
              <a:buNone/>
            </a:pPr>
            <a:r>
              <a:rPr lang="en-US" sz="1088" b="1" dirty="0">
                <a:solidFill>
                  <a:srgbClr val="4A3C33"/>
                </a:solidFill>
                <a:latin typeface="Noto Sans TC" pitchFamily="34" charset="0"/>
                <a:ea typeface="Noto Sans TC" pitchFamily="34" charset="-122"/>
                <a:cs typeface="Noto Sans TC" pitchFamily="34" charset="-120"/>
              </a:rPr>
              <a:t>#手作烘焙</a:t>
            </a:r>
            <a:endParaRPr lang="en-US" sz="1088" dirty="0"/>
          </a:p>
        </p:txBody>
      </p:sp>
      <p:sp>
        <p:nvSpPr>
          <p:cNvPr id="11" name="Text 8"/>
          <p:cNvSpPr txBox="1"/>
          <p:nvPr/>
        </p:nvSpPr>
        <p:spPr>
          <a:xfrm>
            <a:off x="4606839" y="2788920"/>
            <a:ext cx="584210" cy="352410"/>
          </a:xfrm>
          <a:prstGeom prst="rect">
            <a:avLst/>
          </a:prstGeom>
          <a:noFill/>
          <a:ln/>
        </p:spPr>
        <p:txBody>
          <a:bodyPr wrap="square" lIns="0" tIns="0" rIns="0" bIns="0" rtlCol="0" anchor="t"/>
          <a:lstStyle/>
          <a:p>
            <a:pPr algn="l" indent="0" marL="0">
              <a:buNone/>
            </a:pPr>
            <a:r>
              <a:rPr lang="en-US" sz="1800" b="1" spc="-18" kern="0" dirty="0">
                <a:solidFill>
                  <a:srgbClr val="5F7A63"/>
                </a:solidFill>
                <a:latin typeface="Noto Sans TC" pitchFamily="34" charset="0"/>
                <a:ea typeface="Noto Sans TC" pitchFamily="34" charset="-122"/>
                <a:cs typeface="Noto Sans TC" pitchFamily="34" charset="-120"/>
              </a:rPr>
              <a:t>地區</a:t>
            </a:r>
            <a:endParaRPr lang="en-US" sz="1800" dirty="0"/>
          </a:p>
        </p:txBody>
      </p:sp>
      <p:sp>
        <p:nvSpPr>
          <p:cNvPr id="12" name="Text 9"/>
          <p:cNvSpPr txBox="1"/>
          <p:nvPr/>
        </p:nvSpPr>
        <p:spPr>
          <a:xfrm>
            <a:off x="5154839" y="2912730"/>
            <a:ext cx="525140" cy="209580"/>
          </a:xfrm>
          <a:prstGeom prst="rect">
            <a:avLst/>
          </a:prstGeom>
          <a:noFill/>
          <a:ln/>
        </p:spPr>
        <p:txBody>
          <a:bodyPr wrap="square" lIns="0" tIns="0" rIns="0" bIns="0" rtlCol="0" anchor="t"/>
          <a:lstStyle/>
          <a:p>
            <a:pPr algn="l" indent="0" marL="0">
              <a:buNone/>
            </a:pPr>
            <a:r>
              <a:rPr lang="en-US" sz="1050" b="1" dirty="0">
                <a:solidFill>
                  <a:srgbClr val="9C8B7C"/>
                </a:solidFill>
                <a:latin typeface="Noto Sans TC" pitchFamily="34" charset="0"/>
                <a:ea typeface="Noto Sans TC" pitchFamily="34" charset="-122"/>
                <a:cs typeface="Noto Sans TC" pitchFamily="34" charset="-120"/>
              </a:rPr>
              <a:t>2–3 個</a:t>
            </a:r>
            <a:endParaRPr lang="en-US" sz="1050" dirty="0"/>
          </a:p>
        </p:txBody>
      </p:sp>
      <p:sp>
        <p:nvSpPr>
          <p:cNvPr id="13" name="Text 10"/>
          <p:cNvSpPr txBox="1"/>
          <p:nvPr/>
        </p:nvSpPr>
        <p:spPr>
          <a:xfrm>
            <a:off x="4606839" y="3227009"/>
            <a:ext cx="2322119" cy="519379"/>
          </a:xfrm>
          <a:prstGeom prst="rect">
            <a:avLst/>
          </a:prstGeom>
          <a:noFill/>
          <a:ln/>
        </p:spPr>
        <p:txBody>
          <a:bodyPr wrap="square" lIns="0" tIns="0" rIns="0" bIns="0" rtlCol="0" anchor="t"/>
          <a:lstStyle/>
          <a:p>
            <a:pPr algn="l" indent="0" marL="0">
              <a:lnSpc>
                <a:spcPts val="2066"/>
              </a:lnSpc>
              <a:buNone/>
            </a:pPr>
            <a:r>
              <a:rPr lang="en-US" sz="1275" dirty="0">
                <a:solidFill>
                  <a:srgbClr val="4A3C33"/>
                </a:solidFill>
                <a:latin typeface="Noto Sans TC" pitchFamily="34" charset="0"/>
                <a:ea typeface="Noto Sans TC" pitchFamily="34" charset="-122"/>
                <a:cs typeface="Noto Sans TC" pitchFamily="34" charset="-120"/>
              </a:rPr>
              <a:t>你的客人在哪裡？</a:t>
            </a:r>
            <a:endParaRPr lang="en-US" sz="1275" dirty="0"/>
          </a:p>
          <a:p>
            <a:pPr algn="l" indent="0" marL="0">
              <a:lnSpc>
                <a:spcPts val="2066"/>
              </a:lnSpc>
              <a:buNone/>
            </a:pPr>
            <a:r>
              <a:rPr lang="en-US" sz="1275" dirty="0">
                <a:solidFill>
                  <a:srgbClr val="4A3C33"/>
                </a:solidFill>
                <a:latin typeface="Noto Sans TC" pitchFamily="34" charset="0"/>
                <a:ea typeface="Noto Sans TC" pitchFamily="34" charset="-122"/>
                <a:cs typeface="Noto Sans TC" pitchFamily="34" charset="-120"/>
              </a:rPr>
              <a:t>縣市、區域、常出沒的市集。</a:t>
            </a:r>
            <a:endParaRPr lang="en-US" sz="1275" dirty="0"/>
          </a:p>
        </p:txBody>
      </p:sp>
      <p:sp>
        <p:nvSpPr>
          <p:cNvPr id="14" name="Text 11"/>
          <p:cNvSpPr txBox="1"/>
          <p:nvPr/>
        </p:nvSpPr>
        <p:spPr>
          <a:xfrm>
            <a:off x="4740158" y="4122390"/>
            <a:ext cx="765444" cy="219090"/>
          </a:xfrm>
          <a:prstGeom prst="rect">
            <a:avLst/>
          </a:prstGeom>
          <a:noFill/>
          <a:ln/>
        </p:spPr>
        <p:txBody>
          <a:bodyPr wrap="square" lIns="0" tIns="0" rIns="0" bIns="0" rtlCol="0" anchor="t"/>
          <a:lstStyle/>
          <a:p>
            <a:pPr algn="l" indent="0" marL="0">
              <a:buNone/>
            </a:pPr>
            <a:r>
              <a:rPr lang="en-US" sz="1088" b="1" dirty="0">
                <a:solidFill>
                  <a:srgbClr val="4A3C33"/>
                </a:solidFill>
                <a:latin typeface="Noto Sans TC" pitchFamily="34" charset="0"/>
                <a:ea typeface="Noto Sans TC" pitchFamily="34" charset="-122"/>
                <a:cs typeface="Noto Sans TC" pitchFamily="34" charset="-120"/>
              </a:rPr>
              <a:t>#台中甜點</a:t>
            </a:r>
            <a:endParaRPr lang="en-US" sz="1088" dirty="0"/>
          </a:p>
        </p:txBody>
      </p:sp>
      <p:sp>
        <p:nvSpPr>
          <p:cNvPr id="15" name="Text 12"/>
          <p:cNvSpPr txBox="1"/>
          <p:nvPr/>
        </p:nvSpPr>
        <p:spPr>
          <a:xfrm>
            <a:off x="5736123" y="4122390"/>
            <a:ext cx="909371" cy="219090"/>
          </a:xfrm>
          <a:prstGeom prst="rect">
            <a:avLst/>
          </a:prstGeom>
          <a:noFill/>
          <a:ln/>
        </p:spPr>
        <p:txBody>
          <a:bodyPr wrap="square" lIns="0" tIns="0" rIns="0" bIns="0" rtlCol="0" anchor="t"/>
          <a:lstStyle/>
          <a:p>
            <a:pPr algn="l" indent="0" marL="0">
              <a:buNone/>
            </a:pPr>
            <a:r>
              <a:rPr lang="en-US" sz="1088" b="1" dirty="0">
                <a:solidFill>
                  <a:srgbClr val="4A3C33"/>
                </a:solidFill>
                <a:latin typeface="Noto Sans TC" pitchFamily="34" charset="0"/>
                <a:ea typeface="Noto Sans TC" pitchFamily="34" charset="-122"/>
                <a:cs typeface="Noto Sans TC" pitchFamily="34" charset="-120"/>
              </a:rPr>
              <a:t>#台中伴手禮</a:t>
            </a:r>
            <a:endParaRPr lang="en-US" sz="1088" dirty="0"/>
          </a:p>
        </p:txBody>
      </p:sp>
      <p:sp>
        <p:nvSpPr>
          <p:cNvPr id="16" name="Text 13"/>
          <p:cNvSpPr txBox="1"/>
          <p:nvPr/>
        </p:nvSpPr>
        <p:spPr>
          <a:xfrm>
            <a:off x="6870162" y="4122390"/>
            <a:ext cx="489204" cy="219090"/>
          </a:xfrm>
          <a:prstGeom prst="rect">
            <a:avLst/>
          </a:prstGeom>
          <a:noFill/>
          <a:ln/>
        </p:spPr>
        <p:txBody>
          <a:bodyPr wrap="square" lIns="0" tIns="0" rIns="0" bIns="0" rtlCol="0" anchor="t"/>
          <a:lstStyle/>
          <a:p>
            <a:pPr algn="l" indent="0" marL="0">
              <a:buNone/>
            </a:pPr>
            <a:r>
              <a:rPr lang="en-US" sz="1088" b="1" dirty="0">
                <a:solidFill>
                  <a:srgbClr val="4A3C33"/>
                </a:solidFill>
                <a:latin typeface="Noto Sans TC" pitchFamily="34" charset="0"/>
                <a:ea typeface="Noto Sans TC" pitchFamily="34" charset="-122"/>
                <a:cs typeface="Noto Sans TC" pitchFamily="34" charset="-120"/>
              </a:rPr>
              <a:t>#西屯</a:t>
            </a:r>
            <a:endParaRPr lang="en-US" sz="1088" dirty="0"/>
          </a:p>
        </p:txBody>
      </p:sp>
      <p:sp>
        <p:nvSpPr>
          <p:cNvPr id="17" name="Text 14"/>
          <p:cNvSpPr txBox="1"/>
          <p:nvPr/>
        </p:nvSpPr>
        <p:spPr>
          <a:xfrm>
            <a:off x="8213689" y="2788920"/>
            <a:ext cx="1770187" cy="352410"/>
          </a:xfrm>
          <a:prstGeom prst="rect">
            <a:avLst/>
          </a:prstGeom>
          <a:noFill/>
          <a:ln/>
        </p:spPr>
        <p:txBody>
          <a:bodyPr wrap="square" lIns="0" tIns="0" rIns="0" bIns="0" rtlCol="0" anchor="t"/>
          <a:lstStyle/>
          <a:p>
            <a:pPr algn="l" indent="0" marL="0">
              <a:buNone/>
            </a:pPr>
            <a:r>
              <a:rPr lang="en-US" sz="1800" b="1" spc="-18" kern="0" dirty="0">
                <a:solidFill>
                  <a:srgbClr val="D99A4E"/>
                </a:solidFill>
                <a:latin typeface="Noto Sans TC" pitchFamily="34" charset="0"/>
                <a:ea typeface="Noto Sans TC" pitchFamily="34" charset="-122"/>
                <a:cs typeface="Noto Sans TC" pitchFamily="34" charset="-120"/>
              </a:rPr>
              <a:t>使用情境／需求</a:t>
            </a:r>
            <a:endParaRPr lang="en-US" sz="1800" dirty="0"/>
          </a:p>
        </p:txBody>
      </p:sp>
      <p:sp>
        <p:nvSpPr>
          <p:cNvPr id="18" name="Text 15"/>
          <p:cNvSpPr txBox="1"/>
          <p:nvPr/>
        </p:nvSpPr>
        <p:spPr>
          <a:xfrm>
            <a:off x="9893168" y="2912730"/>
            <a:ext cx="525140" cy="209580"/>
          </a:xfrm>
          <a:prstGeom prst="rect">
            <a:avLst/>
          </a:prstGeom>
          <a:noFill/>
          <a:ln/>
        </p:spPr>
        <p:txBody>
          <a:bodyPr wrap="square" lIns="0" tIns="0" rIns="0" bIns="0" rtlCol="0" anchor="t"/>
          <a:lstStyle/>
          <a:p>
            <a:pPr algn="l" indent="0" marL="0">
              <a:buNone/>
            </a:pPr>
            <a:r>
              <a:rPr lang="en-US" sz="1050" b="1" dirty="0">
                <a:solidFill>
                  <a:srgbClr val="9C8B7C"/>
                </a:solidFill>
                <a:latin typeface="Noto Sans TC" pitchFamily="34" charset="0"/>
                <a:ea typeface="Noto Sans TC" pitchFamily="34" charset="-122"/>
                <a:cs typeface="Noto Sans TC" pitchFamily="34" charset="-120"/>
              </a:rPr>
              <a:t>3–4 個</a:t>
            </a:r>
            <a:endParaRPr lang="en-US" sz="1050" dirty="0"/>
          </a:p>
        </p:txBody>
      </p:sp>
      <p:sp>
        <p:nvSpPr>
          <p:cNvPr id="19" name="Text 16"/>
          <p:cNvSpPr txBox="1"/>
          <p:nvPr/>
        </p:nvSpPr>
        <p:spPr>
          <a:xfrm>
            <a:off x="8213689" y="3227009"/>
            <a:ext cx="1978944" cy="519379"/>
          </a:xfrm>
          <a:prstGeom prst="rect">
            <a:avLst/>
          </a:prstGeom>
          <a:noFill/>
          <a:ln/>
        </p:spPr>
        <p:txBody>
          <a:bodyPr wrap="square" lIns="0" tIns="0" rIns="0" bIns="0" rtlCol="0" anchor="t"/>
          <a:lstStyle/>
          <a:p>
            <a:pPr algn="l" indent="0" marL="0">
              <a:lnSpc>
                <a:spcPts val="2066"/>
              </a:lnSpc>
              <a:buNone/>
            </a:pPr>
            <a:r>
              <a:rPr lang="en-US" sz="1275" dirty="0">
                <a:solidFill>
                  <a:srgbClr val="4A3C33"/>
                </a:solidFill>
                <a:latin typeface="Noto Sans TC" pitchFamily="34" charset="0"/>
                <a:ea typeface="Noto Sans TC" pitchFamily="34" charset="-122"/>
                <a:cs typeface="Noto Sans TC" pitchFamily="34" charset="-120"/>
              </a:rPr>
              <a:t>別人在什麼時候需要它？</a:t>
            </a:r>
            <a:endParaRPr lang="en-US" sz="1275" dirty="0"/>
          </a:p>
          <a:p>
            <a:pPr algn="l" indent="0" marL="0">
              <a:lnSpc>
                <a:spcPts val="2066"/>
              </a:lnSpc>
              <a:buNone/>
            </a:pPr>
            <a:r>
              <a:rPr lang="en-US" sz="1275" dirty="0">
                <a:solidFill>
                  <a:srgbClr val="4A3C33"/>
                </a:solidFill>
                <a:latin typeface="Noto Sans TC" pitchFamily="34" charset="0"/>
                <a:ea typeface="Noto Sans TC" pitchFamily="34" charset="-122"/>
                <a:cs typeface="Noto Sans TC" pitchFamily="34" charset="-120"/>
              </a:rPr>
              <a:t>送誰？什麼場合？</a:t>
            </a:r>
            <a:endParaRPr lang="en-US" sz="1275" dirty="0"/>
          </a:p>
        </p:txBody>
      </p:sp>
      <p:sp>
        <p:nvSpPr>
          <p:cNvPr id="20" name="Text 17"/>
          <p:cNvSpPr txBox="1"/>
          <p:nvPr/>
        </p:nvSpPr>
        <p:spPr>
          <a:xfrm>
            <a:off x="8347009" y="4122390"/>
            <a:ext cx="627370" cy="219090"/>
          </a:xfrm>
          <a:prstGeom prst="rect">
            <a:avLst/>
          </a:prstGeom>
          <a:noFill/>
          <a:ln/>
        </p:spPr>
        <p:txBody>
          <a:bodyPr wrap="square" lIns="0" tIns="0" rIns="0" bIns="0" rtlCol="0" anchor="t"/>
          <a:lstStyle/>
          <a:p>
            <a:pPr algn="l" indent="0" marL="0">
              <a:buNone/>
            </a:pPr>
            <a:r>
              <a:rPr lang="en-US" sz="1088" b="1" dirty="0">
                <a:solidFill>
                  <a:srgbClr val="4A3C33"/>
                </a:solidFill>
                <a:latin typeface="Noto Sans TC" pitchFamily="34" charset="0"/>
                <a:ea typeface="Noto Sans TC" pitchFamily="34" charset="-122"/>
                <a:cs typeface="Noto Sans TC" pitchFamily="34" charset="-120"/>
              </a:rPr>
              <a:t>#下午茶</a:t>
            </a:r>
            <a:endParaRPr lang="en-US" sz="1088" dirty="0"/>
          </a:p>
        </p:txBody>
      </p:sp>
      <p:sp>
        <p:nvSpPr>
          <p:cNvPr id="21" name="Text 18"/>
          <p:cNvSpPr txBox="1"/>
          <p:nvPr/>
        </p:nvSpPr>
        <p:spPr>
          <a:xfrm>
            <a:off x="9204899" y="4122390"/>
            <a:ext cx="489204" cy="219090"/>
          </a:xfrm>
          <a:prstGeom prst="rect">
            <a:avLst/>
          </a:prstGeom>
          <a:noFill/>
          <a:ln/>
        </p:spPr>
        <p:txBody>
          <a:bodyPr wrap="square" lIns="0" tIns="0" rIns="0" bIns="0" rtlCol="0" anchor="t"/>
          <a:lstStyle/>
          <a:p>
            <a:pPr algn="l" indent="0" marL="0">
              <a:buNone/>
            </a:pPr>
            <a:r>
              <a:rPr lang="en-US" sz="1088" b="1" dirty="0">
                <a:solidFill>
                  <a:srgbClr val="4A3C33"/>
                </a:solidFill>
                <a:latin typeface="Noto Sans TC" pitchFamily="34" charset="0"/>
                <a:ea typeface="Noto Sans TC" pitchFamily="34" charset="-122"/>
                <a:cs typeface="Noto Sans TC" pitchFamily="34" charset="-120"/>
              </a:rPr>
              <a:t>#送禮</a:t>
            </a:r>
            <a:endParaRPr lang="en-US" sz="1088" dirty="0"/>
          </a:p>
        </p:txBody>
      </p:sp>
      <p:sp>
        <p:nvSpPr>
          <p:cNvPr id="22" name="Text 19"/>
          <p:cNvSpPr txBox="1"/>
          <p:nvPr/>
        </p:nvSpPr>
        <p:spPr>
          <a:xfrm>
            <a:off x="9924623" y="4122390"/>
            <a:ext cx="765444" cy="219090"/>
          </a:xfrm>
          <a:prstGeom prst="rect">
            <a:avLst/>
          </a:prstGeom>
          <a:noFill/>
          <a:ln/>
        </p:spPr>
        <p:txBody>
          <a:bodyPr wrap="square" lIns="0" tIns="0" rIns="0" bIns="0" rtlCol="0" anchor="t"/>
          <a:lstStyle/>
          <a:p>
            <a:pPr algn="l" indent="0" marL="0">
              <a:buNone/>
            </a:pPr>
            <a:r>
              <a:rPr lang="en-US" sz="1088" b="1" dirty="0">
                <a:solidFill>
                  <a:srgbClr val="4A3C33"/>
                </a:solidFill>
                <a:latin typeface="Noto Sans TC" pitchFamily="34" charset="0"/>
                <a:ea typeface="Noto Sans TC" pitchFamily="34" charset="-122"/>
                <a:cs typeface="Noto Sans TC" pitchFamily="34" charset="-120"/>
              </a:rPr>
              <a:t>#節慶禮盒</a:t>
            </a:r>
            <a:endParaRPr lang="en-US" sz="1088" dirty="0"/>
          </a:p>
        </p:txBody>
      </p:sp>
      <p:sp>
        <p:nvSpPr>
          <p:cNvPr id="23" name="Text 20"/>
          <p:cNvSpPr txBox="1"/>
          <p:nvPr/>
        </p:nvSpPr>
        <p:spPr>
          <a:xfrm>
            <a:off x="1533540" y="5046299"/>
            <a:ext cx="4165458" cy="590520"/>
          </a:xfrm>
          <a:prstGeom prst="rect">
            <a:avLst/>
          </a:prstGeom>
          <a:noFill/>
          <a:ln/>
        </p:spPr>
        <p:txBody>
          <a:bodyPr wrap="square" lIns="0" tIns="0" rIns="0" bIns="0" rtlCol="0" anchor="t"/>
          <a:lstStyle/>
          <a:p>
            <a:pPr algn="l" indent="0" marL="0">
              <a:lnSpc>
                <a:spcPts val="2325"/>
              </a:lnSpc>
              <a:buNone/>
            </a:pPr>
            <a:r>
              <a:rPr lang="en-US" sz="1500" b="1" dirty="0">
                <a:solidFill>
                  <a:srgbClr val="4A3C33"/>
                </a:solidFill>
                <a:latin typeface="Noto Sans TC" pitchFamily="34" charset="0"/>
                <a:ea typeface="Noto Sans TC" pitchFamily="34" charset="-122"/>
                <a:cs typeface="Noto Sans TC" pitchFamily="34" charset="-120"/>
              </a:rPr>
              <a:t>這 10 個字</a:t>
            </a:r>
            <a:pPr algn="l" indent="0" marL="0">
              <a:lnSpc>
                <a:spcPts val="2325"/>
              </a:lnSpc>
              <a:buNone/>
            </a:pPr>
            <a:r>
              <a:rPr lang="en-US" sz="1500" b="1" dirty="0">
                <a:solidFill>
                  <a:srgbClr val="C05F3C"/>
                </a:solidFill>
                <a:latin typeface="Noto Sans TC" pitchFamily="34" charset="0"/>
                <a:ea typeface="Noto Sans TC" pitchFamily="34" charset="-122"/>
                <a:cs typeface="Noto Sans TC" pitchFamily="34" charset="-120"/>
              </a:rPr>
              <a:t>寫一次，可以用一整年</a:t>
            </a:r>
            <a:pPr algn="l" indent="0" marL="0">
              <a:lnSpc>
                <a:spcPts val="2325"/>
              </a:lnSpc>
              <a:buNone/>
            </a:pPr>
            <a:r>
              <a:rPr lang="en-US" sz="1500" b="1" dirty="0">
                <a:solidFill>
                  <a:srgbClr val="4A3C33"/>
                </a:solidFill>
                <a:latin typeface="Noto Sans TC" pitchFamily="34" charset="0"/>
                <a:ea typeface="Noto Sans TC" pitchFamily="34" charset="-122"/>
                <a:cs typeface="Noto Sans TC" pitchFamily="34" charset="-120"/>
              </a:rPr>
              <a:t>。</a:t>
            </a:r>
            <a:endParaRPr lang="en-US" sz="1500" dirty="0"/>
          </a:p>
          <a:p>
            <a:pPr algn="l" indent="0" marL="0">
              <a:lnSpc>
                <a:spcPts val="2325"/>
              </a:lnSpc>
              <a:buNone/>
            </a:pPr>
            <a:r>
              <a:rPr lang="en-US" sz="1500" b="1" dirty="0">
                <a:solidFill>
                  <a:srgbClr val="4A3C33"/>
                </a:solidFill>
                <a:latin typeface="Noto Sans TC" pitchFamily="34" charset="0"/>
                <a:ea typeface="Noto Sans TC" pitchFamily="34" charset="-122"/>
                <a:cs typeface="Noto Sans TC" pitchFamily="34" charset="-120"/>
              </a:rPr>
              <a:t> 以後每發一篇，從裡面挑 5–8 個適合的就好。</a:t>
            </a:r>
            <a:endParaRPr lang="en-US" sz="1500" dirty="0"/>
          </a:p>
        </p:txBody>
      </p:sp>
      <p:sp>
        <p:nvSpPr>
          <p:cNvPr id="24" name="Text 21"/>
          <p:cNvSpPr txBox="1"/>
          <p:nvPr/>
        </p:nvSpPr>
        <p:spPr>
          <a:xfrm>
            <a:off x="2416393" y="5046299"/>
            <a:ext cx="2110161" cy="295260"/>
          </a:xfrm>
          <a:prstGeom prst="rect">
            <a:avLst/>
          </a:prstGeom>
          <a:noFill/>
          <a:ln/>
        </p:spPr>
        <p:txBody>
          <a:bodyPr wrap="square" lIns="0" tIns="0" rIns="0" bIns="0" rtlCol="0" anchor="t"/>
          <a:lstStyle/>
          <a:p>
            <a:pPr algn="l" indent="0" marL="0">
              <a:lnSpc>
                <a:spcPts val="2325"/>
              </a:lnSpc>
              <a:buNone/>
            </a:pPr>
            <a:r>
              <a:rPr lang="en-US" sz="1500" b="1" dirty="0">
                <a:solidFill>
                  <a:srgbClr val="C05F3C"/>
                </a:solidFill>
                <a:latin typeface="Noto Sans TC" pitchFamily="34" charset="0"/>
                <a:ea typeface="Noto Sans TC" pitchFamily="34" charset="-122"/>
                <a:cs typeface="Noto Sans TC" pitchFamily="34" charset="-120"/>
              </a:rPr>
              <a:t>寫一次，可以用一整年</a:t>
            </a:r>
            <a:endParaRPr lang="en-US" sz="1500" dirty="0"/>
          </a:p>
        </p:txBody>
      </p:sp>
      <p:sp>
        <p:nvSpPr>
          <p:cNvPr id="25" name="Text 22"/>
          <p:cNvSpPr txBox="1"/>
          <p:nvPr/>
        </p:nvSpPr>
        <p:spPr>
          <a:xfrm>
            <a:off x="10757550" y="304770"/>
            <a:ext cx="565739" cy="209580"/>
          </a:xfrm>
          <a:prstGeom prst="rect">
            <a:avLst/>
          </a:prstGeom>
          <a:noFill/>
          <a:ln/>
        </p:spPr>
        <p:txBody>
          <a:bodyPr wrap="square" lIns="0" tIns="0" rIns="0" bIns="0" rtlCol="0" anchor="t"/>
          <a:lstStyle/>
          <a:p>
            <a:pPr algn="l" indent="0" marL="0">
              <a:buNone/>
            </a:pPr>
            <a:r>
              <a:rPr lang="en-US" sz="1013" b="1" spc="142" kern="0" dirty="0">
                <a:solidFill>
                  <a:srgbClr val="FBF7F1"/>
                </a:solidFill>
                <a:latin typeface="Noto Sans TC" pitchFamily="34" charset="0"/>
                <a:ea typeface="Noto Sans TC" pitchFamily="34" charset="-122"/>
                <a:cs typeface="Noto Sans TC" pitchFamily="34" charset="-120"/>
              </a:rPr>
              <a:t>講義 3</a:t>
            </a:r>
            <a:endParaRPr lang="en-US" sz="1013" dirty="0"/>
          </a:p>
        </p:txBody>
      </p:sp>
      <p:sp>
        <p:nvSpPr>
          <p:cNvPr id="26" name="Text 23"/>
          <p:cNvSpPr txBox="1"/>
          <p:nvPr/>
        </p:nvSpPr>
        <p:spPr>
          <a:xfrm>
            <a:off x="761970" y="6438930"/>
            <a:ext cx="1338042" cy="200071"/>
          </a:xfrm>
          <a:prstGeom prst="rect">
            <a:avLst/>
          </a:prstGeom>
          <a:noFill/>
          <a:ln/>
        </p:spPr>
        <p:txBody>
          <a:bodyPr wrap="square" lIns="0" tIns="0" rIns="0" bIns="0" rtlCol="0" anchor="t"/>
          <a:lstStyle/>
          <a:p>
            <a:pPr algn="l" indent="0" marL="0">
              <a:buNone/>
            </a:pPr>
            <a:r>
              <a:rPr lang="en-US" sz="938" b="1" spc="56" kern="0" dirty="0">
                <a:solidFill>
                  <a:srgbClr val="9C8B7C"/>
                </a:solidFill>
                <a:latin typeface="Noto Sans TC" pitchFamily="34" charset="0"/>
                <a:ea typeface="Noto Sans TC" pitchFamily="34" charset="-122"/>
                <a:cs typeface="Noto Sans TC" pitchFamily="34" charset="-120"/>
              </a:rPr>
              <a:t>PART 6 · 14:04</a:t>
            </a:r>
            <a:endParaRPr lang="en-US" sz="938" dirty="0"/>
          </a:p>
        </p:txBody>
      </p:sp>
      <p:sp>
        <p:nvSpPr>
          <p:cNvPr id="27" name="Text 24"/>
          <p:cNvSpPr txBox="1"/>
          <p:nvPr/>
        </p:nvSpPr>
        <p:spPr>
          <a:xfrm>
            <a:off x="10922599" y="6438930"/>
            <a:ext cx="562630" cy="200071"/>
          </a:xfrm>
          <a:prstGeom prst="rect">
            <a:avLst/>
          </a:prstGeom>
          <a:noFill/>
          <a:ln/>
        </p:spPr>
        <p:txBody>
          <a:bodyPr wrap="square" lIns="0" tIns="0" rIns="0" bIns="0" rtlCol="0" anchor="t"/>
          <a:lstStyle/>
          <a:p>
            <a:pPr algn="l" indent="0" marL="0">
              <a:buNone/>
            </a:pPr>
            <a:r>
              <a:rPr lang="en-US" sz="938" b="1" spc="56" kern="0" dirty="0">
                <a:solidFill>
                  <a:srgbClr val="9C8B7C"/>
                </a:solidFill>
                <a:latin typeface="Noto Sans TC" pitchFamily="34" charset="0"/>
                <a:ea typeface="Noto Sans TC" pitchFamily="34" charset="-122"/>
                <a:cs typeface="Noto Sans TC" pitchFamily="34" charset="-120"/>
              </a:rPr>
              <a:t>46 / 75</a:t>
            </a:r>
            <a:endParaRPr lang="en-US" sz="938"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BF7F1"/>
        </a:solidFill>
      </p:bgPr>
    </p:bg>
    <p:spTree>
      <p:nvGrpSpPr>
        <p:cNvPr id="1" name=""/>
        <p:cNvGrpSpPr/>
        <p:nvPr/>
      </p:nvGrpSpPr>
      <p:grpSpPr>
        <a:xfrm>
          <a:off x="0" y="0"/>
          <a:ext cx="0" cy="0"/>
          <a:chOff x="0" y="0"/>
          <a:chExt cx="0" cy="0"/>
        </a:xfrm>
      </p:grpSpPr>
      <p:pic>
        <p:nvPicPr>
          <p:cNvPr id="2" name="Image 0" descr="/home/user/gogoeveryday/social-course/export-pptx/build/bg/47.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761970" y="1439723"/>
            <a:ext cx="817931" cy="219090"/>
          </a:xfrm>
          <a:prstGeom prst="rect">
            <a:avLst/>
          </a:prstGeom>
          <a:noFill/>
          <a:ln/>
        </p:spPr>
        <p:txBody>
          <a:bodyPr wrap="square" lIns="0" tIns="0" rIns="0" bIns="0" rtlCol="0" anchor="t"/>
          <a:lstStyle/>
          <a:p>
            <a:pPr algn="l" indent="0" marL="0">
              <a:buNone/>
            </a:pPr>
            <a:r>
              <a:rPr lang="en-US" sz="1125" b="1" spc="225" kern="0" dirty="0">
                <a:solidFill>
                  <a:srgbClr val="C05F3C"/>
                </a:solidFill>
                <a:latin typeface="Noto Sans TC" pitchFamily="34" charset="0"/>
                <a:ea typeface="Noto Sans TC" pitchFamily="34" charset="-122"/>
                <a:cs typeface="Noto Sans TC" pitchFamily="34" charset="-120"/>
              </a:rPr>
              <a:t>完整範例</a:t>
            </a:r>
            <a:endParaRPr lang="en-US" sz="1125" dirty="0"/>
          </a:p>
        </p:txBody>
      </p:sp>
      <p:sp>
        <p:nvSpPr>
          <p:cNvPr id="4" name="Text 1"/>
          <p:cNvSpPr txBox="1"/>
          <p:nvPr/>
        </p:nvSpPr>
        <p:spPr>
          <a:xfrm>
            <a:off x="761970" y="1744584"/>
            <a:ext cx="3296869" cy="514350"/>
          </a:xfrm>
          <a:prstGeom prst="rect">
            <a:avLst/>
          </a:prstGeom>
          <a:noFill/>
          <a:ln/>
        </p:spPr>
        <p:txBody>
          <a:bodyPr wrap="square" lIns="0" tIns="0" rIns="0" bIns="0" rtlCol="0" anchor="t"/>
          <a:lstStyle/>
          <a:p>
            <a:pPr algn="l" indent="0" marL="0">
              <a:lnSpc>
                <a:spcPts val="3294"/>
              </a:lnSpc>
              <a:buNone/>
            </a:pPr>
            <a:r>
              <a:rPr lang="en-US" sz="2700" b="1" spc="-54" kern="0" dirty="0">
                <a:solidFill>
                  <a:srgbClr val="241C17"/>
                </a:solidFill>
                <a:latin typeface="Noto Sans TC" pitchFamily="34" charset="0"/>
                <a:ea typeface="Noto Sans TC" pitchFamily="34" charset="-122"/>
                <a:cs typeface="Noto Sans TC" pitchFamily="34" charset="-120"/>
              </a:rPr>
              <a:t>如果我做手作鳳梨酥</a:t>
            </a:r>
            <a:endParaRPr lang="en-US" sz="2700" dirty="0"/>
          </a:p>
        </p:txBody>
      </p:sp>
      <p:sp>
        <p:nvSpPr>
          <p:cNvPr id="5" name="Text 2"/>
          <p:cNvSpPr txBox="1"/>
          <p:nvPr/>
        </p:nvSpPr>
        <p:spPr>
          <a:xfrm>
            <a:off x="761970" y="2534260"/>
            <a:ext cx="445953" cy="219090"/>
          </a:xfrm>
          <a:prstGeom prst="rect">
            <a:avLst/>
          </a:prstGeom>
          <a:noFill/>
          <a:ln/>
        </p:spPr>
        <p:txBody>
          <a:bodyPr wrap="square" lIns="0" tIns="0" rIns="0" bIns="0" rtlCol="0" anchor="t"/>
          <a:lstStyle/>
          <a:p>
            <a:pPr algn="l" indent="0" marL="0">
              <a:buNone/>
            </a:pPr>
            <a:r>
              <a:rPr lang="en-US" sz="1125" b="1" spc="113" kern="0" dirty="0">
                <a:solidFill>
                  <a:srgbClr val="C05F3C"/>
                </a:solidFill>
                <a:latin typeface="Noto Sans TC" pitchFamily="34" charset="0"/>
                <a:ea typeface="Noto Sans TC" pitchFamily="34" charset="-122"/>
                <a:cs typeface="Noto Sans TC" pitchFamily="34" charset="-120"/>
              </a:rPr>
              <a:t>商品</a:t>
            </a:r>
            <a:endParaRPr lang="en-US" sz="1125" dirty="0"/>
          </a:p>
        </p:txBody>
      </p:sp>
      <p:sp>
        <p:nvSpPr>
          <p:cNvPr id="6" name="Text 3"/>
          <p:cNvSpPr txBox="1"/>
          <p:nvPr/>
        </p:nvSpPr>
        <p:spPr>
          <a:xfrm>
            <a:off x="1647840" y="2534260"/>
            <a:ext cx="712775" cy="257221"/>
          </a:xfrm>
          <a:prstGeom prst="rect">
            <a:avLst/>
          </a:prstGeom>
          <a:noFill/>
          <a:ln/>
        </p:spPr>
        <p:txBody>
          <a:bodyPr wrap="square" lIns="0" tIns="0" rIns="0" bIns="0" rtlCol="0" anchor="t"/>
          <a:lstStyle/>
          <a:p>
            <a:pPr algn="l" indent="0" marL="0">
              <a:buNone/>
            </a:pPr>
            <a:r>
              <a:rPr lang="en-US" sz="1275" b="1" dirty="0">
                <a:solidFill>
                  <a:srgbClr val="4A3C33"/>
                </a:solidFill>
                <a:latin typeface="Noto Sans TC" pitchFamily="34" charset="0"/>
                <a:ea typeface="Noto Sans TC" pitchFamily="34" charset="-122"/>
                <a:cs typeface="Noto Sans TC" pitchFamily="34" charset="-120"/>
              </a:rPr>
              <a:t>#鳳梨酥</a:t>
            </a:r>
            <a:endParaRPr lang="en-US" sz="1275" dirty="0"/>
          </a:p>
        </p:txBody>
      </p:sp>
      <p:sp>
        <p:nvSpPr>
          <p:cNvPr id="7" name="Text 4"/>
          <p:cNvSpPr txBox="1"/>
          <p:nvPr/>
        </p:nvSpPr>
        <p:spPr>
          <a:xfrm>
            <a:off x="2648285" y="2534260"/>
            <a:ext cx="1050371" cy="257221"/>
          </a:xfrm>
          <a:prstGeom prst="rect">
            <a:avLst/>
          </a:prstGeom>
          <a:noFill/>
          <a:ln/>
        </p:spPr>
        <p:txBody>
          <a:bodyPr wrap="square" lIns="0" tIns="0" rIns="0" bIns="0" rtlCol="0" anchor="t"/>
          <a:lstStyle/>
          <a:p>
            <a:pPr algn="l" indent="0" marL="0">
              <a:buNone/>
            </a:pPr>
            <a:r>
              <a:rPr lang="en-US" sz="1275" b="1" dirty="0">
                <a:solidFill>
                  <a:srgbClr val="4A3C33"/>
                </a:solidFill>
                <a:latin typeface="Noto Sans TC" pitchFamily="34" charset="0"/>
                <a:ea typeface="Noto Sans TC" pitchFamily="34" charset="-122"/>
                <a:cs typeface="Noto Sans TC" pitchFamily="34" charset="-120"/>
              </a:rPr>
              <a:t>#手工鳳梨酥</a:t>
            </a:r>
            <a:endParaRPr lang="en-US" sz="1275" dirty="0"/>
          </a:p>
        </p:txBody>
      </p:sp>
      <p:sp>
        <p:nvSpPr>
          <p:cNvPr id="8" name="Text 5"/>
          <p:cNvSpPr txBox="1"/>
          <p:nvPr/>
        </p:nvSpPr>
        <p:spPr>
          <a:xfrm>
            <a:off x="3972519" y="2534260"/>
            <a:ext cx="878738" cy="257221"/>
          </a:xfrm>
          <a:prstGeom prst="rect">
            <a:avLst/>
          </a:prstGeom>
          <a:noFill/>
          <a:ln/>
        </p:spPr>
        <p:txBody>
          <a:bodyPr wrap="square" lIns="0" tIns="0" rIns="0" bIns="0" rtlCol="0" anchor="t"/>
          <a:lstStyle/>
          <a:p>
            <a:pPr algn="l" indent="0" marL="0">
              <a:buNone/>
            </a:pPr>
            <a:r>
              <a:rPr lang="en-US" sz="1275" b="1" dirty="0">
                <a:solidFill>
                  <a:srgbClr val="4A3C33"/>
                </a:solidFill>
                <a:latin typeface="Noto Sans TC" pitchFamily="34" charset="0"/>
                <a:ea typeface="Noto Sans TC" pitchFamily="34" charset="-122"/>
                <a:cs typeface="Noto Sans TC" pitchFamily="34" charset="-120"/>
              </a:rPr>
              <a:t>#手作烘焙</a:t>
            </a:r>
            <a:endParaRPr lang="en-US" sz="1275" dirty="0"/>
          </a:p>
        </p:txBody>
      </p:sp>
      <p:sp>
        <p:nvSpPr>
          <p:cNvPr id="9" name="Text 6"/>
          <p:cNvSpPr txBox="1"/>
          <p:nvPr/>
        </p:nvSpPr>
        <p:spPr>
          <a:xfrm>
            <a:off x="761970" y="3153400"/>
            <a:ext cx="445953" cy="219090"/>
          </a:xfrm>
          <a:prstGeom prst="rect">
            <a:avLst/>
          </a:prstGeom>
          <a:noFill/>
          <a:ln/>
        </p:spPr>
        <p:txBody>
          <a:bodyPr wrap="square" lIns="0" tIns="0" rIns="0" bIns="0" rtlCol="0" anchor="t"/>
          <a:lstStyle/>
          <a:p>
            <a:pPr algn="l" indent="0" marL="0">
              <a:buNone/>
            </a:pPr>
            <a:r>
              <a:rPr lang="en-US" sz="1125" b="1" spc="113" kern="0" dirty="0">
                <a:solidFill>
                  <a:srgbClr val="5F7A63"/>
                </a:solidFill>
                <a:latin typeface="Noto Sans TC" pitchFamily="34" charset="0"/>
                <a:ea typeface="Noto Sans TC" pitchFamily="34" charset="-122"/>
                <a:cs typeface="Noto Sans TC" pitchFamily="34" charset="-120"/>
              </a:rPr>
              <a:t>地區</a:t>
            </a:r>
            <a:endParaRPr lang="en-US" sz="1125" dirty="0"/>
          </a:p>
        </p:txBody>
      </p:sp>
      <p:sp>
        <p:nvSpPr>
          <p:cNvPr id="10" name="Text 7"/>
          <p:cNvSpPr txBox="1"/>
          <p:nvPr/>
        </p:nvSpPr>
        <p:spPr>
          <a:xfrm>
            <a:off x="1647840" y="3153400"/>
            <a:ext cx="878738" cy="257221"/>
          </a:xfrm>
          <a:prstGeom prst="rect">
            <a:avLst/>
          </a:prstGeom>
          <a:noFill/>
          <a:ln/>
        </p:spPr>
        <p:txBody>
          <a:bodyPr wrap="square" lIns="0" tIns="0" rIns="0" bIns="0" rtlCol="0" anchor="t"/>
          <a:lstStyle/>
          <a:p>
            <a:pPr algn="l" indent="0" marL="0">
              <a:buNone/>
            </a:pPr>
            <a:r>
              <a:rPr lang="en-US" sz="1275" b="1" dirty="0">
                <a:solidFill>
                  <a:srgbClr val="4A3C33"/>
                </a:solidFill>
                <a:latin typeface="Noto Sans TC" pitchFamily="34" charset="0"/>
                <a:ea typeface="Noto Sans TC" pitchFamily="34" charset="-122"/>
                <a:cs typeface="Noto Sans TC" pitchFamily="34" charset="-120"/>
              </a:rPr>
              <a:t>#台中甜點</a:t>
            </a:r>
            <a:endParaRPr lang="en-US" sz="1275" dirty="0"/>
          </a:p>
        </p:txBody>
      </p:sp>
      <p:sp>
        <p:nvSpPr>
          <p:cNvPr id="11" name="Text 8"/>
          <p:cNvSpPr txBox="1"/>
          <p:nvPr/>
        </p:nvSpPr>
        <p:spPr>
          <a:xfrm>
            <a:off x="2810134" y="3153400"/>
            <a:ext cx="1050371" cy="257221"/>
          </a:xfrm>
          <a:prstGeom prst="rect">
            <a:avLst/>
          </a:prstGeom>
          <a:noFill/>
          <a:ln/>
        </p:spPr>
        <p:txBody>
          <a:bodyPr wrap="square" lIns="0" tIns="0" rIns="0" bIns="0" rtlCol="0" anchor="t"/>
          <a:lstStyle/>
          <a:p>
            <a:pPr algn="l" indent="0" marL="0">
              <a:buNone/>
            </a:pPr>
            <a:r>
              <a:rPr lang="en-US" sz="1275" b="1" dirty="0">
                <a:solidFill>
                  <a:srgbClr val="4A3C33"/>
                </a:solidFill>
                <a:latin typeface="Noto Sans TC" pitchFamily="34" charset="0"/>
                <a:ea typeface="Noto Sans TC" pitchFamily="34" charset="-122"/>
                <a:cs typeface="Noto Sans TC" pitchFamily="34" charset="-120"/>
              </a:rPr>
              <a:t>#台中伴手禮</a:t>
            </a:r>
            <a:endParaRPr lang="en-US" sz="1275" dirty="0"/>
          </a:p>
        </p:txBody>
      </p:sp>
      <p:sp>
        <p:nvSpPr>
          <p:cNvPr id="12" name="Text 9"/>
          <p:cNvSpPr txBox="1"/>
          <p:nvPr/>
        </p:nvSpPr>
        <p:spPr>
          <a:xfrm>
            <a:off x="761970" y="3772540"/>
            <a:ext cx="445953" cy="219090"/>
          </a:xfrm>
          <a:prstGeom prst="rect">
            <a:avLst/>
          </a:prstGeom>
          <a:noFill/>
          <a:ln/>
        </p:spPr>
        <p:txBody>
          <a:bodyPr wrap="square" lIns="0" tIns="0" rIns="0" bIns="0" rtlCol="0" anchor="t"/>
          <a:lstStyle/>
          <a:p>
            <a:pPr algn="l" indent="0" marL="0">
              <a:buNone/>
            </a:pPr>
            <a:r>
              <a:rPr lang="en-US" sz="1125" b="1" spc="113" kern="0" dirty="0">
                <a:solidFill>
                  <a:srgbClr val="D99A4E"/>
                </a:solidFill>
                <a:latin typeface="Noto Sans TC" pitchFamily="34" charset="0"/>
                <a:ea typeface="Noto Sans TC" pitchFamily="34" charset="-122"/>
                <a:cs typeface="Noto Sans TC" pitchFamily="34" charset="-120"/>
              </a:rPr>
              <a:t>情境</a:t>
            </a:r>
            <a:endParaRPr lang="en-US" sz="1125" dirty="0"/>
          </a:p>
        </p:txBody>
      </p:sp>
      <p:sp>
        <p:nvSpPr>
          <p:cNvPr id="13" name="Text 10"/>
          <p:cNvSpPr txBox="1"/>
          <p:nvPr/>
        </p:nvSpPr>
        <p:spPr>
          <a:xfrm>
            <a:off x="1647840" y="3772540"/>
            <a:ext cx="712775" cy="257221"/>
          </a:xfrm>
          <a:prstGeom prst="rect">
            <a:avLst/>
          </a:prstGeom>
          <a:noFill/>
          <a:ln/>
        </p:spPr>
        <p:txBody>
          <a:bodyPr wrap="square" lIns="0" tIns="0" rIns="0" bIns="0" rtlCol="0" anchor="t"/>
          <a:lstStyle/>
          <a:p>
            <a:pPr algn="l" indent="0" marL="0">
              <a:buNone/>
            </a:pPr>
            <a:r>
              <a:rPr lang="en-US" sz="1275" b="1" dirty="0">
                <a:solidFill>
                  <a:srgbClr val="4A3C33"/>
                </a:solidFill>
                <a:latin typeface="Noto Sans TC" pitchFamily="34" charset="0"/>
                <a:ea typeface="Noto Sans TC" pitchFamily="34" charset="-122"/>
                <a:cs typeface="Noto Sans TC" pitchFamily="34" charset="-120"/>
              </a:rPr>
              <a:t>#下午茶</a:t>
            </a:r>
            <a:endParaRPr lang="en-US" sz="1275" dirty="0"/>
          </a:p>
        </p:txBody>
      </p:sp>
      <p:sp>
        <p:nvSpPr>
          <p:cNvPr id="14" name="Text 11"/>
          <p:cNvSpPr txBox="1"/>
          <p:nvPr/>
        </p:nvSpPr>
        <p:spPr>
          <a:xfrm>
            <a:off x="2648285" y="3772540"/>
            <a:ext cx="550835" cy="257221"/>
          </a:xfrm>
          <a:prstGeom prst="rect">
            <a:avLst/>
          </a:prstGeom>
          <a:noFill/>
          <a:ln/>
        </p:spPr>
        <p:txBody>
          <a:bodyPr wrap="square" lIns="0" tIns="0" rIns="0" bIns="0" rtlCol="0" anchor="t"/>
          <a:lstStyle/>
          <a:p>
            <a:pPr algn="l" indent="0" marL="0">
              <a:buNone/>
            </a:pPr>
            <a:r>
              <a:rPr lang="en-US" sz="1275" b="1" dirty="0">
                <a:solidFill>
                  <a:srgbClr val="4A3C33"/>
                </a:solidFill>
                <a:latin typeface="Noto Sans TC" pitchFamily="34" charset="0"/>
                <a:ea typeface="Noto Sans TC" pitchFamily="34" charset="-122"/>
                <a:cs typeface="Noto Sans TC" pitchFamily="34" charset="-120"/>
              </a:rPr>
              <a:t>#送禮</a:t>
            </a:r>
            <a:endParaRPr lang="en-US" sz="1275" dirty="0"/>
          </a:p>
        </p:txBody>
      </p:sp>
      <p:sp>
        <p:nvSpPr>
          <p:cNvPr id="15" name="Text 12"/>
          <p:cNvSpPr txBox="1"/>
          <p:nvPr/>
        </p:nvSpPr>
        <p:spPr>
          <a:xfrm>
            <a:off x="3486790" y="3772540"/>
            <a:ext cx="878738" cy="257221"/>
          </a:xfrm>
          <a:prstGeom prst="rect">
            <a:avLst/>
          </a:prstGeom>
          <a:noFill/>
          <a:ln/>
        </p:spPr>
        <p:txBody>
          <a:bodyPr wrap="square" lIns="0" tIns="0" rIns="0" bIns="0" rtlCol="0" anchor="t"/>
          <a:lstStyle/>
          <a:p>
            <a:pPr algn="l" indent="0" marL="0">
              <a:buNone/>
            </a:pPr>
            <a:r>
              <a:rPr lang="en-US" sz="1275" b="1" dirty="0">
                <a:solidFill>
                  <a:srgbClr val="4A3C33"/>
                </a:solidFill>
                <a:latin typeface="Noto Sans TC" pitchFamily="34" charset="0"/>
                <a:ea typeface="Noto Sans TC" pitchFamily="34" charset="-122"/>
                <a:cs typeface="Noto Sans TC" pitchFamily="34" charset="-120"/>
              </a:rPr>
              <a:t>#節慶禮盒</a:t>
            </a:r>
            <a:endParaRPr lang="en-US" sz="1275" dirty="0"/>
          </a:p>
        </p:txBody>
      </p:sp>
      <p:sp>
        <p:nvSpPr>
          <p:cNvPr id="16" name="Text 13"/>
          <p:cNvSpPr txBox="1"/>
          <p:nvPr/>
        </p:nvSpPr>
        <p:spPr>
          <a:xfrm>
            <a:off x="1533540" y="4544019"/>
            <a:ext cx="3444179" cy="532364"/>
          </a:xfrm>
          <a:prstGeom prst="rect">
            <a:avLst/>
          </a:prstGeom>
          <a:noFill/>
          <a:ln/>
        </p:spPr>
        <p:txBody>
          <a:bodyPr wrap="square" lIns="0" tIns="0" rIns="0" bIns="0" rtlCol="0" anchor="t"/>
          <a:lstStyle/>
          <a:p>
            <a:pPr algn="l" indent="0" marL="0">
              <a:lnSpc>
                <a:spcPts val="2092"/>
              </a:lnSpc>
              <a:buNone/>
            </a:pPr>
            <a:r>
              <a:rPr lang="en-US" sz="1350" b="1" dirty="0">
                <a:solidFill>
                  <a:srgbClr val="4A3C33"/>
                </a:solidFill>
                <a:latin typeface="Noto Sans TC" pitchFamily="34" charset="0"/>
                <a:ea typeface="Noto Sans TC" pitchFamily="34" charset="-122"/>
                <a:cs typeface="Noto Sans TC" pitchFamily="34" charset="-120"/>
              </a:rPr>
              <a:t> 注意：</a:t>
            </a:r>
            <a:pPr algn="l" indent="0" marL="0">
              <a:lnSpc>
                <a:spcPts val="2092"/>
              </a:lnSpc>
              <a:buNone/>
            </a:pPr>
            <a:r>
              <a:rPr lang="en-US" sz="1350" b="1" dirty="0">
                <a:solidFill>
                  <a:srgbClr val="4A3C33"/>
                </a:solidFill>
                <a:latin typeface="Noto Sans TC" pitchFamily="34" charset="0"/>
                <a:ea typeface="Noto Sans TC" pitchFamily="34" charset="-122"/>
                <a:cs typeface="Noto Sans TC" pitchFamily="34" charset="-120"/>
              </a:rPr>
              <a:t>沒有一個標籤是 #好吃 #推薦 #讚</a:t>
            </a:r>
            <a:pPr algn="l" indent="0" marL="0">
              <a:lnSpc>
                <a:spcPts val="2092"/>
              </a:lnSpc>
              <a:buNone/>
            </a:pPr>
            <a:r>
              <a:rPr lang="en-US" sz="1350" b="1" dirty="0">
                <a:solidFill>
                  <a:srgbClr val="4A3C33"/>
                </a:solidFill>
                <a:latin typeface="Noto Sans TC" pitchFamily="34" charset="0"/>
                <a:ea typeface="Noto Sans TC" pitchFamily="34" charset="-122"/>
                <a:cs typeface="Noto Sans TC" pitchFamily="34" charset="-120"/>
              </a:rPr>
              <a:t>。</a:t>
            </a:r>
            <a:endParaRPr lang="en-US" sz="1350" dirty="0"/>
          </a:p>
          <a:p>
            <a:pPr algn="l" indent="0" marL="0">
              <a:lnSpc>
                <a:spcPts val="2092"/>
              </a:lnSpc>
              <a:buNone/>
            </a:pPr>
            <a:r>
              <a:rPr lang="en-US" sz="1350" b="1" dirty="0">
                <a:solidFill>
                  <a:srgbClr val="4A3C33"/>
                </a:solidFill>
                <a:latin typeface="Noto Sans TC" pitchFamily="34" charset="0"/>
                <a:ea typeface="Noto Sans TC" pitchFamily="34" charset="-122"/>
                <a:cs typeface="Noto Sans TC" pitchFamily="34" charset="-120"/>
              </a:rPr>
              <a:t> 每一個都是「有人會拿去搜尋」的字。</a:t>
            </a:r>
            <a:endParaRPr lang="en-US" sz="1350" dirty="0"/>
          </a:p>
        </p:txBody>
      </p:sp>
      <p:sp>
        <p:nvSpPr>
          <p:cNvPr id="17" name="Text 14"/>
          <p:cNvSpPr txBox="1"/>
          <p:nvPr/>
        </p:nvSpPr>
        <p:spPr>
          <a:xfrm>
            <a:off x="2047890" y="4544019"/>
            <a:ext cx="2717231" cy="266730"/>
          </a:xfrm>
          <a:prstGeom prst="rect">
            <a:avLst/>
          </a:prstGeom>
          <a:noFill/>
          <a:ln/>
        </p:spPr>
        <p:txBody>
          <a:bodyPr wrap="square" lIns="0" tIns="0" rIns="0" bIns="0" rtlCol="0" anchor="t"/>
          <a:lstStyle/>
          <a:p>
            <a:pPr algn="l" indent="0" marL="0">
              <a:lnSpc>
                <a:spcPts val="2092"/>
              </a:lnSpc>
              <a:buNone/>
            </a:pPr>
            <a:r>
              <a:rPr lang="en-US" sz="1350" b="1" dirty="0">
                <a:solidFill>
                  <a:srgbClr val="4A3C33"/>
                </a:solidFill>
                <a:latin typeface="Noto Sans TC" pitchFamily="34" charset="0"/>
                <a:ea typeface="Noto Sans TC" pitchFamily="34" charset="-122"/>
                <a:cs typeface="Noto Sans TC" pitchFamily="34" charset="-120"/>
              </a:rPr>
              <a:t>沒有一個標籤是 #好吃 #推薦 #讚</a:t>
            </a:r>
            <a:endParaRPr lang="en-US" sz="1350" dirty="0"/>
          </a:p>
        </p:txBody>
      </p:sp>
      <p:sp>
        <p:nvSpPr>
          <p:cNvPr id="18" name="Text 15"/>
          <p:cNvSpPr txBox="1"/>
          <p:nvPr/>
        </p:nvSpPr>
        <p:spPr>
          <a:xfrm>
            <a:off x="761970" y="6438930"/>
            <a:ext cx="1338042" cy="200071"/>
          </a:xfrm>
          <a:prstGeom prst="rect">
            <a:avLst/>
          </a:prstGeom>
          <a:noFill/>
          <a:ln/>
        </p:spPr>
        <p:txBody>
          <a:bodyPr wrap="square" lIns="0" tIns="0" rIns="0" bIns="0" rtlCol="0" anchor="t"/>
          <a:lstStyle/>
          <a:p>
            <a:pPr algn="l" indent="0" marL="0">
              <a:buNone/>
            </a:pPr>
            <a:r>
              <a:rPr lang="en-US" sz="938" b="1" spc="56" kern="0" dirty="0">
                <a:solidFill>
                  <a:srgbClr val="9C8B7C"/>
                </a:solidFill>
                <a:latin typeface="Noto Sans TC" pitchFamily="34" charset="0"/>
                <a:ea typeface="Noto Sans TC" pitchFamily="34" charset="-122"/>
                <a:cs typeface="Noto Sans TC" pitchFamily="34" charset="-120"/>
              </a:rPr>
              <a:t>PART 6 · 14:09</a:t>
            </a:r>
            <a:endParaRPr lang="en-US" sz="938" dirty="0"/>
          </a:p>
        </p:txBody>
      </p:sp>
      <p:sp>
        <p:nvSpPr>
          <p:cNvPr id="19" name="Text 16"/>
          <p:cNvSpPr txBox="1"/>
          <p:nvPr/>
        </p:nvSpPr>
        <p:spPr>
          <a:xfrm>
            <a:off x="10922599" y="6438930"/>
            <a:ext cx="562630" cy="200071"/>
          </a:xfrm>
          <a:prstGeom prst="rect">
            <a:avLst/>
          </a:prstGeom>
          <a:noFill/>
          <a:ln/>
        </p:spPr>
        <p:txBody>
          <a:bodyPr wrap="square" lIns="0" tIns="0" rIns="0" bIns="0" rtlCol="0" anchor="t"/>
          <a:lstStyle/>
          <a:p>
            <a:pPr algn="l" indent="0" marL="0">
              <a:buNone/>
            </a:pPr>
            <a:r>
              <a:rPr lang="en-US" sz="938" b="1" spc="56" kern="0" dirty="0">
                <a:solidFill>
                  <a:srgbClr val="9C8B7C"/>
                </a:solidFill>
                <a:latin typeface="Noto Sans TC" pitchFamily="34" charset="0"/>
                <a:ea typeface="Noto Sans TC" pitchFamily="34" charset="-122"/>
                <a:cs typeface="Noto Sans TC" pitchFamily="34" charset="-120"/>
              </a:rPr>
              <a:t>47 / 75</a:t>
            </a:r>
            <a:endParaRPr lang="en-US" sz="938"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BF7F1"/>
        </a:solidFill>
      </p:bgPr>
    </p:bg>
    <p:spTree>
      <p:nvGrpSpPr>
        <p:cNvPr id="1" name=""/>
        <p:cNvGrpSpPr/>
        <p:nvPr/>
      </p:nvGrpSpPr>
      <p:grpSpPr>
        <a:xfrm>
          <a:off x="0" y="0"/>
          <a:ext cx="0" cy="0"/>
          <a:chOff x="0" y="0"/>
          <a:chExt cx="0" cy="0"/>
        </a:xfrm>
      </p:grpSpPr>
      <p:pic>
        <p:nvPicPr>
          <p:cNvPr id="2" name="Image 0" descr="/home/user/gogoeveryday/social-course/export-pptx/build/bg/48.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609630" y="1084844"/>
            <a:ext cx="1363188" cy="219090"/>
          </a:xfrm>
          <a:prstGeom prst="rect">
            <a:avLst/>
          </a:prstGeom>
          <a:noFill/>
          <a:ln/>
        </p:spPr>
        <p:txBody>
          <a:bodyPr wrap="square" lIns="0" tIns="0" rIns="0" bIns="0" rtlCol="0" anchor="t"/>
          <a:lstStyle/>
          <a:p>
            <a:pPr algn="l" indent="0" marL="0">
              <a:buNone/>
            </a:pPr>
            <a:r>
              <a:rPr lang="en-US" sz="1125" b="1" spc="225" kern="0" dirty="0">
                <a:solidFill>
                  <a:srgbClr val="C05F3C"/>
                </a:solidFill>
                <a:latin typeface="Noto Sans TC" pitchFamily="34" charset="0"/>
                <a:ea typeface="Noto Sans TC" pitchFamily="34" charset="-122"/>
                <a:cs typeface="Noto Sans TC" pitchFamily="34" charset="-120"/>
              </a:rPr>
              <a:t>三個免費的方法</a:t>
            </a:r>
            <a:endParaRPr lang="en-US" sz="1125" dirty="0"/>
          </a:p>
        </p:txBody>
      </p:sp>
      <p:sp>
        <p:nvSpPr>
          <p:cNvPr id="4" name="Text 1"/>
          <p:cNvSpPr txBox="1"/>
          <p:nvPr/>
        </p:nvSpPr>
        <p:spPr>
          <a:xfrm>
            <a:off x="609630" y="1389614"/>
            <a:ext cx="5434005" cy="514350"/>
          </a:xfrm>
          <a:prstGeom prst="rect">
            <a:avLst/>
          </a:prstGeom>
          <a:noFill/>
          <a:ln/>
        </p:spPr>
        <p:txBody>
          <a:bodyPr wrap="square" lIns="0" tIns="0" rIns="0" bIns="0" rtlCol="0" anchor="t"/>
          <a:lstStyle/>
          <a:p>
            <a:pPr algn="l" indent="0" marL="0">
              <a:lnSpc>
                <a:spcPts val="3294"/>
              </a:lnSpc>
              <a:buNone/>
            </a:pPr>
            <a:r>
              <a:rPr lang="en-US" sz="2700" b="1" spc="-54" kern="0" dirty="0">
                <a:solidFill>
                  <a:srgbClr val="241C17"/>
                </a:solidFill>
                <a:latin typeface="Noto Sans TC" pitchFamily="34" charset="0"/>
                <a:ea typeface="Noto Sans TC" pitchFamily="34" charset="-122"/>
                <a:cs typeface="Noto Sans TC" pitchFamily="34" charset="-120"/>
              </a:rPr>
              <a:t>想不出來的時候，去這三個地方找</a:t>
            </a:r>
            <a:endParaRPr lang="en-US" sz="2700" dirty="0"/>
          </a:p>
        </p:txBody>
      </p:sp>
      <p:sp>
        <p:nvSpPr>
          <p:cNvPr id="5" name="Text 2"/>
          <p:cNvSpPr txBox="1"/>
          <p:nvPr/>
        </p:nvSpPr>
        <p:spPr>
          <a:xfrm>
            <a:off x="1209660" y="2441265"/>
            <a:ext cx="1523756" cy="295260"/>
          </a:xfrm>
          <a:prstGeom prst="rect">
            <a:avLst/>
          </a:prstGeom>
          <a:noFill/>
          <a:ln/>
        </p:spPr>
        <p:txBody>
          <a:bodyPr wrap="square" lIns="0" tIns="0" rIns="0" bIns="0" rtlCol="0" anchor="t"/>
          <a:lstStyle/>
          <a:p>
            <a:pPr algn="l" indent="0" marL="0">
              <a:buNone/>
            </a:pPr>
            <a:r>
              <a:rPr lang="en-US" sz="1500" b="1" spc="-15" kern="0" dirty="0">
                <a:solidFill>
                  <a:srgbClr val="241C17"/>
                </a:solidFill>
                <a:latin typeface="Noto Sans TC" pitchFamily="34" charset="0"/>
                <a:ea typeface="Noto Sans TC" pitchFamily="34" charset="-122"/>
                <a:cs typeface="Noto Sans TC" pitchFamily="34" charset="-120"/>
              </a:rPr>
              <a:t>Instagram 搜尋</a:t>
            </a:r>
            <a:endParaRPr lang="en-US" sz="1500" dirty="0"/>
          </a:p>
        </p:txBody>
      </p:sp>
      <p:sp>
        <p:nvSpPr>
          <p:cNvPr id="6" name="Text 3"/>
          <p:cNvSpPr txBox="1"/>
          <p:nvPr/>
        </p:nvSpPr>
        <p:spPr>
          <a:xfrm>
            <a:off x="943021" y="2955615"/>
            <a:ext cx="274320" cy="180960"/>
          </a:xfrm>
          <a:prstGeom prst="rect">
            <a:avLst/>
          </a:prstGeom>
          <a:noFill/>
          <a:ln/>
        </p:spPr>
        <p:txBody>
          <a:bodyPr wrap="square" lIns="0" tIns="0" rIns="0" bIns="0" rtlCol="0" anchor="t"/>
          <a:lstStyle/>
          <a:p>
            <a:pPr algn="l" indent="0" marL="0">
              <a:buNone/>
            </a:pPr>
            <a:r>
              <a:rPr lang="en-US" sz="900" dirty="0">
                <a:solidFill>
                  <a:srgbClr val="241C17"/>
                </a:solidFill>
                <a:latin typeface="Noto Sans TC" pitchFamily="34" charset="0"/>
                <a:ea typeface="Noto Sans TC" pitchFamily="34" charset="-122"/>
                <a:cs typeface="Noto Sans TC" pitchFamily="34" charset="-120"/>
              </a:rPr>
              <a:t>🔍</a:t>
            </a:r>
            <a:endParaRPr lang="en-US" sz="900" dirty="0"/>
          </a:p>
        </p:txBody>
      </p:sp>
      <p:sp>
        <p:nvSpPr>
          <p:cNvPr id="7" name="Text 4"/>
          <p:cNvSpPr txBox="1"/>
          <p:nvPr/>
        </p:nvSpPr>
        <p:spPr>
          <a:xfrm>
            <a:off x="1162020" y="2941259"/>
            <a:ext cx="531541" cy="209580"/>
          </a:xfrm>
          <a:prstGeom prst="rect">
            <a:avLst/>
          </a:prstGeom>
          <a:noFill/>
          <a:ln/>
        </p:spPr>
        <p:txBody>
          <a:bodyPr wrap="square" lIns="0" tIns="0" rIns="0" bIns="0" rtlCol="0" anchor="t"/>
          <a:lstStyle/>
          <a:p>
            <a:pPr algn="l" indent="0" marL="0">
              <a:buNone/>
            </a:pPr>
            <a:r>
              <a:rPr lang="en-US" sz="1050" b="1" dirty="0">
                <a:solidFill>
                  <a:srgbClr val="241C17"/>
                </a:solidFill>
                <a:latin typeface="Noto Sans TC" pitchFamily="34" charset="0"/>
                <a:ea typeface="Noto Sans TC" pitchFamily="34" charset="-122"/>
                <a:cs typeface="Noto Sans TC" pitchFamily="34" charset="-120"/>
              </a:rPr>
              <a:t>鳳梨酥</a:t>
            </a:r>
            <a:endParaRPr lang="en-US" sz="1050" dirty="0"/>
          </a:p>
        </p:txBody>
      </p:sp>
      <p:sp>
        <p:nvSpPr>
          <p:cNvPr id="8" name="Text 5"/>
          <p:cNvSpPr txBox="1"/>
          <p:nvPr/>
        </p:nvSpPr>
        <p:spPr>
          <a:xfrm>
            <a:off x="828721" y="3312780"/>
            <a:ext cx="1601206" cy="209580"/>
          </a:xfrm>
          <a:prstGeom prst="rect">
            <a:avLst/>
          </a:prstGeom>
          <a:noFill/>
          <a:ln/>
        </p:spPr>
        <p:txBody>
          <a:bodyPr wrap="square" lIns="0" tIns="0" rIns="0" bIns="0" rtlCol="0" anchor="t"/>
          <a:lstStyle/>
          <a:p>
            <a:pPr algn="l" indent="0" marL="0">
              <a:buNone/>
            </a:pPr>
            <a:r>
              <a:rPr lang="en-US" sz="1050" b="1" dirty="0">
                <a:solidFill>
                  <a:srgbClr val="4A3C33"/>
                </a:solidFill>
                <a:latin typeface="Noto Sans TC" pitchFamily="34" charset="0"/>
                <a:ea typeface="Noto Sans TC" pitchFamily="34" charset="-122"/>
                <a:cs typeface="Noto Sans TC" pitchFamily="34" charset="-120"/>
              </a:rPr>
              <a:t>#鳳梨酥 12.4萬則</a:t>
            </a:r>
            <a:endParaRPr lang="en-US" sz="1050" dirty="0"/>
          </a:p>
        </p:txBody>
      </p:sp>
      <p:sp>
        <p:nvSpPr>
          <p:cNvPr id="9" name="Text 6"/>
          <p:cNvSpPr txBox="1"/>
          <p:nvPr/>
        </p:nvSpPr>
        <p:spPr>
          <a:xfrm>
            <a:off x="828721" y="3560399"/>
            <a:ext cx="1549908" cy="209580"/>
          </a:xfrm>
          <a:prstGeom prst="rect">
            <a:avLst/>
          </a:prstGeom>
          <a:noFill/>
          <a:ln/>
        </p:spPr>
        <p:txBody>
          <a:bodyPr wrap="square" lIns="0" tIns="0" rIns="0" bIns="0" rtlCol="0" anchor="t"/>
          <a:lstStyle/>
          <a:p>
            <a:pPr algn="l" indent="0" marL="0">
              <a:buNone/>
            </a:pPr>
            <a:r>
              <a:rPr lang="en-US" sz="1050" b="1" dirty="0">
                <a:solidFill>
                  <a:srgbClr val="4A3C33"/>
                </a:solidFill>
                <a:latin typeface="Noto Sans TC" pitchFamily="34" charset="0"/>
                <a:ea typeface="Noto Sans TC" pitchFamily="34" charset="-122"/>
                <a:cs typeface="Noto Sans TC" pitchFamily="34" charset="-120"/>
              </a:rPr>
              <a:t>#鳳梨酥禮盒 2.1萬則</a:t>
            </a:r>
            <a:endParaRPr lang="en-US" sz="1050" dirty="0"/>
          </a:p>
        </p:txBody>
      </p:sp>
      <p:sp>
        <p:nvSpPr>
          <p:cNvPr id="10" name="Text 7"/>
          <p:cNvSpPr txBox="1"/>
          <p:nvPr/>
        </p:nvSpPr>
        <p:spPr>
          <a:xfrm>
            <a:off x="828721" y="3808110"/>
            <a:ext cx="1607515" cy="209580"/>
          </a:xfrm>
          <a:prstGeom prst="rect">
            <a:avLst/>
          </a:prstGeom>
          <a:noFill/>
          <a:ln/>
        </p:spPr>
        <p:txBody>
          <a:bodyPr wrap="square" lIns="0" tIns="0" rIns="0" bIns="0" rtlCol="0" anchor="t"/>
          <a:lstStyle/>
          <a:p>
            <a:pPr algn="l" indent="0" marL="0">
              <a:buNone/>
            </a:pPr>
            <a:r>
              <a:rPr lang="en-US" sz="1050" b="1" dirty="0">
                <a:solidFill>
                  <a:srgbClr val="4A3C33"/>
                </a:solidFill>
                <a:latin typeface="Noto Sans TC" pitchFamily="34" charset="0"/>
                <a:ea typeface="Noto Sans TC" pitchFamily="34" charset="-122"/>
                <a:cs typeface="Noto Sans TC" pitchFamily="34" charset="-120"/>
              </a:rPr>
              <a:t>#土鳳梨酥 8,942 則</a:t>
            </a:r>
            <a:endParaRPr lang="en-US" sz="1050" dirty="0"/>
          </a:p>
        </p:txBody>
      </p:sp>
      <p:sp>
        <p:nvSpPr>
          <p:cNvPr id="11" name="Text 8"/>
          <p:cNvSpPr txBox="1"/>
          <p:nvPr/>
        </p:nvSpPr>
        <p:spPr>
          <a:xfrm>
            <a:off x="828721" y="4303349"/>
            <a:ext cx="3271449" cy="219090"/>
          </a:xfrm>
          <a:prstGeom prst="rect">
            <a:avLst/>
          </a:prstGeom>
          <a:noFill/>
          <a:ln/>
        </p:spPr>
        <p:txBody>
          <a:bodyPr wrap="square" lIns="0" tIns="0" rIns="0" bIns="0" rtlCol="0" anchor="t"/>
          <a:lstStyle/>
          <a:p>
            <a:pPr algn="l" indent="0" marL="0">
              <a:lnSpc>
                <a:spcPts val="1823"/>
              </a:lnSpc>
              <a:buNone/>
            </a:pPr>
            <a:r>
              <a:rPr lang="en-US" sz="1125" dirty="0">
                <a:solidFill>
                  <a:srgbClr val="4A3C33"/>
                </a:solidFill>
                <a:latin typeface="Noto Sans TC" pitchFamily="34" charset="0"/>
                <a:ea typeface="Noto Sans TC" pitchFamily="34" charset="-122"/>
                <a:cs typeface="Noto Sans TC" pitchFamily="34" charset="-120"/>
              </a:rPr>
              <a:t>打進去，看平台自動跳出哪些相關標籤與則數。</a:t>
            </a:r>
            <a:endParaRPr lang="en-US" sz="1125" dirty="0"/>
          </a:p>
        </p:txBody>
      </p:sp>
      <p:sp>
        <p:nvSpPr>
          <p:cNvPr id="12" name="Text 9"/>
          <p:cNvSpPr txBox="1"/>
          <p:nvPr/>
        </p:nvSpPr>
        <p:spPr>
          <a:xfrm>
            <a:off x="4905390" y="2441265"/>
            <a:ext cx="1221547" cy="295260"/>
          </a:xfrm>
          <a:prstGeom prst="rect">
            <a:avLst/>
          </a:prstGeom>
          <a:noFill/>
          <a:ln/>
        </p:spPr>
        <p:txBody>
          <a:bodyPr wrap="square" lIns="0" tIns="0" rIns="0" bIns="0" rtlCol="0" anchor="t"/>
          <a:lstStyle/>
          <a:p>
            <a:pPr algn="l" indent="0" marL="0">
              <a:buNone/>
            </a:pPr>
            <a:r>
              <a:rPr lang="en-US" sz="1500" b="1" spc="-15" kern="0" dirty="0">
                <a:solidFill>
                  <a:srgbClr val="241C17"/>
                </a:solidFill>
                <a:latin typeface="Noto Sans TC" pitchFamily="34" charset="0"/>
                <a:ea typeface="Noto Sans TC" pitchFamily="34" charset="-122"/>
                <a:cs typeface="Noto Sans TC" pitchFamily="34" charset="-120"/>
              </a:rPr>
              <a:t>Google 搜尋</a:t>
            </a:r>
            <a:endParaRPr lang="en-US" sz="1500" dirty="0"/>
          </a:p>
        </p:txBody>
      </p:sp>
      <p:sp>
        <p:nvSpPr>
          <p:cNvPr id="13" name="Text 10"/>
          <p:cNvSpPr txBox="1"/>
          <p:nvPr/>
        </p:nvSpPr>
        <p:spPr>
          <a:xfrm>
            <a:off x="4667280" y="2965125"/>
            <a:ext cx="274320" cy="180960"/>
          </a:xfrm>
          <a:prstGeom prst="rect">
            <a:avLst/>
          </a:prstGeom>
          <a:noFill/>
          <a:ln/>
        </p:spPr>
        <p:txBody>
          <a:bodyPr wrap="square" lIns="0" tIns="0" rIns="0" bIns="0" rtlCol="0" anchor="t"/>
          <a:lstStyle/>
          <a:p>
            <a:pPr algn="l" indent="0" marL="0">
              <a:buNone/>
            </a:pPr>
            <a:r>
              <a:rPr lang="en-US" sz="900" dirty="0">
                <a:solidFill>
                  <a:srgbClr val="241C17"/>
                </a:solidFill>
                <a:latin typeface="Noto Sans TC" pitchFamily="34" charset="0"/>
                <a:ea typeface="Noto Sans TC" pitchFamily="34" charset="-122"/>
                <a:cs typeface="Noto Sans TC" pitchFamily="34" charset="-120"/>
              </a:rPr>
              <a:t>🔍</a:t>
            </a:r>
            <a:endParaRPr lang="en-US" sz="900" dirty="0"/>
          </a:p>
        </p:txBody>
      </p:sp>
      <p:sp>
        <p:nvSpPr>
          <p:cNvPr id="14" name="Text 11"/>
          <p:cNvSpPr txBox="1"/>
          <p:nvPr/>
        </p:nvSpPr>
        <p:spPr>
          <a:xfrm>
            <a:off x="4886371" y="2950860"/>
            <a:ext cx="829818" cy="209580"/>
          </a:xfrm>
          <a:prstGeom prst="rect">
            <a:avLst/>
          </a:prstGeom>
          <a:noFill/>
          <a:ln/>
        </p:spPr>
        <p:txBody>
          <a:bodyPr wrap="square" lIns="0" tIns="0" rIns="0" bIns="0" rtlCol="0" anchor="t"/>
          <a:lstStyle/>
          <a:p>
            <a:pPr algn="l" indent="0" marL="0">
              <a:buNone/>
            </a:pPr>
            <a:r>
              <a:rPr lang="en-US" sz="1050" b="1" dirty="0">
                <a:solidFill>
                  <a:srgbClr val="241C17"/>
                </a:solidFill>
                <a:latin typeface="Noto Sans TC" pitchFamily="34" charset="0"/>
                <a:ea typeface="Noto Sans TC" pitchFamily="34" charset="-122"/>
                <a:cs typeface="Noto Sans TC" pitchFamily="34" charset="-120"/>
              </a:rPr>
              <a:t>台中 伴手禮</a:t>
            </a:r>
            <a:endParaRPr lang="en-US" sz="1050" dirty="0"/>
          </a:p>
        </p:txBody>
      </p:sp>
      <p:sp>
        <p:nvSpPr>
          <p:cNvPr id="15" name="Text 12"/>
          <p:cNvSpPr txBox="1"/>
          <p:nvPr/>
        </p:nvSpPr>
        <p:spPr>
          <a:xfrm>
            <a:off x="4524360" y="3331799"/>
            <a:ext cx="1144463" cy="209580"/>
          </a:xfrm>
          <a:prstGeom prst="rect">
            <a:avLst/>
          </a:prstGeom>
          <a:noFill/>
          <a:ln/>
        </p:spPr>
        <p:txBody>
          <a:bodyPr wrap="square" lIns="0" tIns="0" rIns="0" bIns="0" rtlCol="0" anchor="t"/>
          <a:lstStyle/>
          <a:p>
            <a:pPr algn="l" indent="0" marL="0">
              <a:buNone/>
            </a:pPr>
            <a:r>
              <a:rPr lang="en-US" sz="1050" b="1" dirty="0">
                <a:solidFill>
                  <a:srgbClr val="4A3C33"/>
                </a:solidFill>
                <a:latin typeface="Noto Sans TC" pitchFamily="34" charset="0"/>
                <a:ea typeface="Noto Sans TC" pitchFamily="34" charset="-122"/>
                <a:cs typeface="Noto Sans TC" pitchFamily="34" charset="-120"/>
              </a:rPr>
              <a:t>台中 伴手禮 推薦</a:t>
            </a:r>
            <a:endParaRPr lang="en-US" sz="1050" dirty="0"/>
          </a:p>
        </p:txBody>
      </p:sp>
      <p:sp>
        <p:nvSpPr>
          <p:cNvPr id="16" name="Text 13"/>
          <p:cNvSpPr txBox="1"/>
          <p:nvPr/>
        </p:nvSpPr>
        <p:spPr>
          <a:xfrm>
            <a:off x="4524360" y="3579510"/>
            <a:ext cx="1195487" cy="209580"/>
          </a:xfrm>
          <a:prstGeom prst="rect">
            <a:avLst/>
          </a:prstGeom>
          <a:noFill/>
          <a:ln/>
        </p:spPr>
        <p:txBody>
          <a:bodyPr wrap="square" lIns="0" tIns="0" rIns="0" bIns="0" rtlCol="0" anchor="t"/>
          <a:lstStyle/>
          <a:p>
            <a:pPr algn="l" indent="0" marL="0">
              <a:buNone/>
            </a:pPr>
            <a:r>
              <a:rPr lang="en-US" sz="1050" b="1" dirty="0">
                <a:solidFill>
                  <a:srgbClr val="4A3C33"/>
                </a:solidFill>
                <a:latin typeface="Noto Sans TC" pitchFamily="34" charset="0"/>
                <a:ea typeface="Noto Sans TC" pitchFamily="34" charset="-122"/>
                <a:cs typeface="Noto Sans TC" pitchFamily="34" charset="-120"/>
              </a:rPr>
              <a:t>台中 伴手禮 2026</a:t>
            </a:r>
            <a:endParaRPr lang="en-US" sz="1050" dirty="0"/>
          </a:p>
        </p:txBody>
      </p:sp>
      <p:sp>
        <p:nvSpPr>
          <p:cNvPr id="17" name="Text 14"/>
          <p:cNvSpPr txBox="1"/>
          <p:nvPr/>
        </p:nvSpPr>
        <p:spPr>
          <a:xfrm>
            <a:off x="4524360" y="3827130"/>
            <a:ext cx="1144463" cy="209580"/>
          </a:xfrm>
          <a:prstGeom prst="rect">
            <a:avLst/>
          </a:prstGeom>
          <a:noFill/>
          <a:ln/>
        </p:spPr>
        <p:txBody>
          <a:bodyPr wrap="square" lIns="0" tIns="0" rIns="0" bIns="0" rtlCol="0" anchor="t"/>
          <a:lstStyle/>
          <a:p>
            <a:pPr algn="l" indent="0" marL="0">
              <a:buNone/>
            </a:pPr>
            <a:r>
              <a:rPr lang="en-US" sz="1050" b="1" dirty="0">
                <a:solidFill>
                  <a:srgbClr val="4A3C33"/>
                </a:solidFill>
                <a:latin typeface="Noto Sans TC" pitchFamily="34" charset="0"/>
                <a:ea typeface="Noto Sans TC" pitchFamily="34" charset="-122"/>
                <a:cs typeface="Noto Sans TC" pitchFamily="34" charset="-120"/>
              </a:rPr>
              <a:t>台中 伴手禮 車站</a:t>
            </a:r>
            <a:endParaRPr lang="en-US" sz="1050" dirty="0"/>
          </a:p>
        </p:txBody>
      </p:sp>
      <p:sp>
        <p:nvSpPr>
          <p:cNvPr id="18" name="Text 15"/>
          <p:cNvSpPr txBox="1"/>
          <p:nvPr/>
        </p:nvSpPr>
        <p:spPr>
          <a:xfrm>
            <a:off x="4524360" y="4322460"/>
            <a:ext cx="3195645" cy="219090"/>
          </a:xfrm>
          <a:prstGeom prst="rect">
            <a:avLst/>
          </a:prstGeom>
          <a:noFill/>
          <a:ln/>
        </p:spPr>
        <p:txBody>
          <a:bodyPr wrap="square" lIns="0" tIns="0" rIns="0" bIns="0" rtlCol="0" anchor="t"/>
          <a:lstStyle/>
          <a:p>
            <a:pPr algn="l" indent="0" marL="0">
              <a:lnSpc>
                <a:spcPts val="1823"/>
              </a:lnSpc>
              <a:buNone/>
            </a:pPr>
            <a:r>
              <a:rPr lang="en-US" sz="1125" dirty="0">
                <a:solidFill>
                  <a:srgbClr val="4A3C33"/>
                </a:solidFill>
                <a:latin typeface="Noto Sans TC" pitchFamily="34" charset="0"/>
                <a:ea typeface="Noto Sans TC" pitchFamily="34" charset="-122"/>
                <a:cs typeface="Noto Sans TC" pitchFamily="34" charset="-120"/>
              </a:rPr>
              <a:t>看「自動完成」跟頁面最下面的「相關搜尋」。</a:t>
            </a:r>
            <a:endParaRPr lang="en-US" sz="1125" dirty="0"/>
          </a:p>
        </p:txBody>
      </p:sp>
      <p:sp>
        <p:nvSpPr>
          <p:cNvPr id="19" name="Text 16"/>
          <p:cNvSpPr txBox="1"/>
          <p:nvPr/>
        </p:nvSpPr>
        <p:spPr>
          <a:xfrm>
            <a:off x="8639160" y="2442271"/>
            <a:ext cx="1488277" cy="295260"/>
          </a:xfrm>
          <a:prstGeom prst="rect">
            <a:avLst/>
          </a:prstGeom>
          <a:noFill/>
          <a:ln/>
        </p:spPr>
        <p:txBody>
          <a:bodyPr wrap="square" lIns="0" tIns="0" rIns="0" bIns="0" rtlCol="0" anchor="t"/>
          <a:lstStyle/>
          <a:p>
            <a:pPr algn="l" indent="0" marL="0">
              <a:buNone/>
            </a:pPr>
            <a:r>
              <a:rPr lang="en-US" sz="1500" b="1" spc="-15" kern="0" dirty="0">
                <a:solidFill>
                  <a:srgbClr val="241C17"/>
                </a:solidFill>
                <a:latin typeface="Noto Sans TC" pitchFamily="34" charset="0"/>
                <a:ea typeface="Noto Sans TC" pitchFamily="34" charset="-122"/>
                <a:cs typeface="Noto Sans TC" pitchFamily="34" charset="-120"/>
              </a:rPr>
              <a:t>Google Trends</a:t>
            </a:r>
            <a:endParaRPr lang="en-US" sz="1500" dirty="0"/>
          </a:p>
        </p:txBody>
      </p:sp>
      <p:sp>
        <p:nvSpPr>
          <p:cNvPr id="20" name="Text 17"/>
          <p:cNvSpPr txBox="1"/>
          <p:nvPr/>
        </p:nvSpPr>
        <p:spPr>
          <a:xfrm>
            <a:off x="8353410" y="2971983"/>
            <a:ext cx="607802" cy="200071"/>
          </a:xfrm>
          <a:prstGeom prst="rect">
            <a:avLst/>
          </a:prstGeom>
          <a:noFill/>
          <a:ln/>
        </p:spPr>
        <p:txBody>
          <a:bodyPr wrap="square" lIns="0" tIns="0" rIns="0" bIns="0" rtlCol="0" anchor="t"/>
          <a:lstStyle/>
          <a:p>
            <a:pPr algn="l" indent="0" marL="0">
              <a:buNone/>
            </a:pPr>
            <a:r>
              <a:rPr lang="en-US" sz="938" b="1" dirty="0">
                <a:solidFill>
                  <a:srgbClr val="C05F3C"/>
                </a:solidFill>
                <a:latin typeface="Noto Sans TC" pitchFamily="34" charset="0"/>
                <a:ea typeface="Noto Sans TC" pitchFamily="34" charset="-122"/>
                <a:cs typeface="Noto Sans TC" pitchFamily="34" charset="-120"/>
              </a:rPr>
              <a:t>手作餅乾</a:t>
            </a:r>
            <a:endParaRPr lang="en-US" sz="938" dirty="0"/>
          </a:p>
        </p:txBody>
      </p:sp>
      <p:sp>
        <p:nvSpPr>
          <p:cNvPr id="21" name="Text 18"/>
          <p:cNvSpPr txBox="1"/>
          <p:nvPr/>
        </p:nvSpPr>
        <p:spPr>
          <a:xfrm>
            <a:off x="10677357" y="2971983"/>
            <a:ext cx="607802" cy="200071"/>
          </a:xfrm>
          <a:prstGeom prst="rect">
            <a:avLst/>
          </a:prstGeom>
          <a:noFill/>
          <a:ln/>
        </p:spPr>
        <p:txBody>
          <a:bodyPr wrap="square" lIns="0" tIns="0" rIns="0" bIns="0" rtlCol="0" anchor="t"/>
          <a:lstStyle/>
          <a:p>
            <a:pPr algn="l" indent="0" marL="0">
              <a:buNone/>
            </a:pPr>
            <a:r>
              <a:rPr lang="en-US" sz="938" b="1" dirty="0">
                <a:solidFill>
                  <a:srgbClr val="5F7A63"/>
                </a:solidFill>
                <a:latin typeface="Noto Sans TC" pitchFamily="34" charset="0"/>
                <a:ea typeface="Noto Sans TC" pitchFamily="34" charset="-122"/>
                <a:cs typeface="Noto Sans TC" pitchFamily="34" charset="-120"/>
              </a:rPr>
              <a:t>手工餅乾</a:t>
            </a:r>
            <a:endParaRPr lang="en-US" sz="938" dirty="0"/>
          </a:p>
        </p:txBody>
      </p:sp>
      <p:sp>
        <p:nvSpPr>
          <p:cNvPr id="22" name="Text 19"/>
          <p:cNvSpPr txBox="1"/>
          <p:nvPr/>
        </p:nvSpPr>
        <p:spPr>
          <a:xfrm>
            <a:off x="8220090" y="4172133"/>
            <a:ext cx="3119933" cy="219090"/>
          </a:xfrm>
          <a:prstGeom prst="rect">
            <a:avLst/>
          </a:prstGeom>
          <a:noFill/>
          <a:ln/>
        </p:spPr>
        <p:txBody>
          <a:bodyPr wrap="square" lIns="0" tIns="0" rIns="0" bIns="0" rtlCol="0" anchor="t"/>
          <a:lstStyle/>
          <a:p>
            <a:pPr algn="l" indent="0" marL="0">
              <a:lnSpc>
                <a:spcPts val="1823"/>
              </a:lnSpc>
              <a:buNone/>
            </a:pPr>
            <a:r>
              <a:rPr lang="en-US" sz="1125" dirty="0">
                <a:solidFill>
                  <a:srgbClr val="4A3C33"/>
                </a:solidFill>
                <a:latin typeface="Noto Sans TC" pitchFamily="34" charset="0"/>
                <a:ea typeface="Noto Sans TC" pitchFamily="34" charset="-122"/>
                <a:cs typeface="Noto Sans TC" pitchFamily="34" charset="-120"/>
              </a:rPr>
              <a:t>兩個講法哪個比較多人搜？用哪個字就對了。</a:t>
            </a:r>
            <a:endParaRPr lang="en-US" sz="1125" dirty="0"/>
          </a:p>
        </p:txBody>
      </p:sp>
      <p:sp>
        <p:nvSpPr>
          <p:cNvPr id="23" name="Text 20"/>
          <p:cNvSpPr txBox="1"/>
          <p:nvPr/>
        </p:nvSpPr>
        <p:spPr>
          <a:xfrm>
            <a:off x="1343071" y="5125761"/>
            <a:ext cx="5634167" cy="266730"/>
          </a:xfrm>
          <a:prstGeom prst="rect">
            <a:avLst/>
          </a:prstGeom>
          <a:noFill/>
          <a:ln/>
        </p:spPr>
        <p:txBody>
          <a:bodyPr wrap="square" lIns="0" tIns="0" rIns="0" bIns="0" rtlCol="0" anchor="t"/>
          <a:lstStyle/>
          <a:p>
            <a:pPr algn="l" indent="0" marL="0">
              <a:lnSpc>
                <a:spcPts val="2092"/>
              </a:lnSpc>
              <a:buNone/>
            </a:pPr>
            <a:r>
              <a:rPr lang="en-US" sz="1350" b="1" dirty="0">
                <a:solidFill>
                  <a:srgbClr val="4A3C33"/>
                </a:solidFill>
                <a:latin typeface="Noto Sans TC" pitchFamily="34" charset="0"/>
                <a:ea typeface="Noto Sans TC" pitchFamily="34" charset="-122"/>
                <a:cs typeface="Noto Sans TC" pitchFamily="34" charset="-120"/>
              </a:rPr>
              <a:t> 現在請跟著做一次：</a:t>
            </a:r>
            <a:pPr algn="l" indent="0" marL="0">
              <a:lnSpc>
                <a:spcPts val="2092"/>
              </a:lnSpc>
              <a:buNone/>
            </a:pPr>
            <a:r>
              <a:rPr lang="en-US" sz="1350" b="1" dirty="0">
                <a:solidFill>
                  <a:srgbClr val="C05F3C"/>
                </a:solidFill>
                <a:latin typeface="Noto Sans TC" pitchFamily="34" charset="0"/>
                <a:ea typeface="Noto Sans TC" pitchFamily="34" charset="-122"/>
                <a:cs typeface="Noto Sans TC" pitchFamily="34" charset="-120"/>
              </a:rPr>
              <a:t>在 IG 搜尋列打進你的商品名稱</a:t>
            </a:r>
            <a:pPr algn="l" indent="0" marL="0">
              <a:lnSpc>
                <a:spcPts val="2092"/>
              </a:lnSpc>
              <a:buNone/>
            </a:pPr>
            <a:r>
              <a:rPr lang="en-US" sz="1350" b="1" dirty="0">
                <a:solidFill>
                  <a:srgbClr val="4A3C33"/>
                </a:solidFill>
                <a:latin typeface="Noto Sans TC" pitchFamily="34" charset="0"/>
                <a:ea typeface="Noto Sans TC" pitchFamily="34" charset="-122"/>
                <a:cs typeface="Noto Sans TC" pitchFamily="34" charset="-120"/>
              </a:rPr>
              <a:t>，看看跳出什麼。</a:t>
            </a:r>
            <a:endParaRPr lang="en-US" sz="1350" dirty="0"/>
          </a:p>
        </p:txBody>
      </p:sp>
      <p:sp>
        <p:nvSpPr>
          <p:cNvPr id="24" name="Text 21"/>
          <p:cNvSpPr txBox="1"/>
          <p:nvPr/>
        </p:nvSpPr>
        <p:spPr>
          <a:xfrm>
            <a:off x="2886121" y="5125761"/>
            <a:ext cx="2544592" cy="266730"/>
          </a:xfrm>
          <a:prstGeom prst="rect">
            <a:avLst/>
          </a:prstGeom>
          <a:noFill/>
          <a:ln/>
        </p:spPr>
        <p:txBody>
          <a:bodyPr wrap="square" lIns="0" tIns="0" rIns="0" bIns="0" rtlCol="0" anchor="t"/>
          <a:lstStyle/>
          <a:p>
            <a:pPr algn="l" indent="0" marL="0">
              <a:lnSpc>
                <a:spcPts val="2092"/>
              </a:lnSpc>
              <a:buNone/>
            </a:pPr>
            <a:r>
              <a:rPr lang="en-US" sz="1350" b="1" dirty="0">
                <a:solidFill>
                  <a:srgbClr val="C05F3C"/>
                </a:solidFill>
                <a:latin typeface="Noto Sans TC" pitchFamily="34" charset="0"/>
                <a:ea typeface="Noto Sans TC" pitchFamily="34" charset="-122"/>
                <a:cs typeface="Noto Sans TC" pitchFamily="34" charset="-120"/>
              </a:rPr>
              <a:t>在 IG 搜尋列打進你的商品名稱</a:t>
            </a:r>
            <a:endParaRPr lang="en-US" sz="1350" dirty="0"/>
          </a:p>
        </p:txBody>
      </p:sp>
      <p:sp>
        <p:nvSpPr>
          <p:cNvPr id="25" name="Text 22"/>
          <p:cNvSpPr txBox="1"/>
          <p:nvPr/>
        </p:nvSpPr>
        <p:spPr>
          <a:xfrm>
            <a:off x="10605486" y="304770"/>
            <a:ext cx="717804" cy="209580"/>
          </a:xfrm>
          <a:prstGeom prst="rect">
            <a:avLst/>
          </a:prstGeom>
          <a:noFill/>
          <a:ln/>
        </p:spPr>
        <p:txBody>
          <a:bodyPr wrap="square" lIns="0" tIns="0" rIns="0" bIns="0" rtlCol="0" anchor="t"/>
          <a:lstStyle/>
          <a:p>
            <a:pPr algn="l" indent="0" marL="0">
              <a:buNone/>
            </a:pPr>
            <a:r>
              <a:rPr lang="en-US" sz="1013" b="1" spc="142" kern="0" dirty="0">
                <a:solidFill>
                  <a:srgbClr val="FBF7F1"/>
                </a:solidFill>
                <a:latin typeface="Noto Sans TC" pitchFamily="34" charset="0"/>
                <a:ea typeface="Noto Sans TC" pitchFamily="34" charset="-122"/>
                <a:cs typeface="Noto Sans TC" pitchFamily="34" charset="-120"/>
              </a:rPr>
              <a:t>現場示範</a:t>
            </a:r>
            <a:endParaRPr lang="en-US" sz="1013" dirty="0"/>
          </a:p>
        </p:txBody>
      </p:sp>
      <p:sp>
        <p:nvSpPr>
          <p:cNvPr id="26" name="Text 23"/>
          <p:cNvSpPr txBox="1"/>
          <p:nvPr/>
        </p:nvSpPr>
        <p:spPr>
          <a:xfrm>
            <a:off x="761970" y="6438930"/>
            <a:ext cx="1338042" cy="200071"/>
          </a:xfrm>
          <a:prstGeom prst="rect">
            <a:avLst/>
          </a:prstGeom>
          <a:noFill/>
          <a:ln/>
        </p:spPr>
        <p:txBody>
          <a:bodyPr wrap="square" lIns="0" tIns="0" rIns="0" bIns="0" rtlCol="0" anchor="t"/>
          <a:lstStyle/>
          <a:p>
            <a:pPr algn="l" indent="0" marL="0">
              <a:buNone/>
            </a:pPr>
            <a:r>
              <a:rPr lang="en-US" sz="938" b="1" spc="56" kern="0" dirty="0">
                <a:solidFill>
                  <a:srgbClr val="9C8B7C"/>
                </a:solidFill>
                <a:latin typeface="Noto Sans TC" pitchFamily="34" charset="0"/>
                <a:ea typeface="Noto Sans TC" pitchFamily="34" charset="-122"/>
                <a:cs typeface="Noto Sans TC" pitchFamily="34" charset="-120"/>
              </a:rPr>
              <a:t>PART 6 · 14:14</a:t>
            </a:r>
            <a:endParaRPr lang="en-US" sz="938" dirty="0"/>
          </a:p>
        </p:txBody>
      </p:sp>
      <p:sp>
        <p:nvSpPr>
          <p:cNvPr id="27" name="Text 24"/>
          <p:cNvSpPr txBox="1"/>
          <p:nvPr/>
        </p:nvSpPr>
        <p:spPr>
          <a:xfrm>
            <a:off x="10922599" y="6438930"/>
            <a:ext cx="562630" cy="200071"/>
          </a:xfrm>
          <a:prstGeom prst="rect">
            <a:avLst/>
          </a:prstGeom>
          <a:noFill/>
          <a:ln/>
        </p:spPr>
        <p:txBody>
          <a:bodyPr wrap="square" lIns="0" tIns="0" rIns="0" bIns="0" rtlCol="0" anchor="t"/>
          <a:lstStyle/>
          <a:p>
            <a:pPr algn="l" indent="0" marL="0">
              <a:buNone/>
            </a:pPr>
            <a:r>
              <a:rPr lang="en-US" sz="938" b="1" spc="56" kern="0" dirty="0">
                <a:solidFill>
                  <a:srgbClr val="9C8B7C"/>
                </a:solidFill>
                <a:latin typeface="Noto Sans TC" pitchFamily="34" charset="0"/>
                <a:ea typeface="Noto Sans TC" pitchFamily="34" charset="-122"/>
                <a:cs typeface="Noto Sans TC" pitchFamily="34" charset="-120"/>
              </a:rPr>
              <a:t>48 / 75</a:t>
            </a:r>
            <a:endParaRPr lang="en-US" sz="938"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BF7F1"/>
        </a:solidFill>
      </p:bgPr>
    </p:bg>
    <p:spTree>
      <p:nvGrpSpPr>
        <p:cNvPr id="1" name=""/>
        <p:cNvGrpSpPr/>
        <p:nvPr/>
      </p:nvGrpSpPr>
      <p:grpSpPr>
        <a:xfrm>
          <a:off x="0" y="0"/>
          <a:ext cx="0" cy="0"/>
          <a:chOff x="0" y="0"/>
          <a:chExt cx="0" cy="0"/>
        </a:xfrm>
      </p:grpSpPr>
      <p:pic>
        <p:nvPicPr>
          <p:cNvPr id="2" name="Image 0" descr="/home/user/gogoeveryday/social-course/export-pptx/build/bg/49.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761970" y="422636"/>
            <a:ext cx="1495044" cy="219090"/>
          </a:xfrm>
          <a:prstGeom prst="rect">
            <a:avLst/>
          </a:prstGeom>
          <a:noFill/>
          <a:ln/>
        </p:spPr>
        <p:txBody>
          <a:bodyPr wrap="square" lIns="0" tIns="0" rIns="0" bIns="0" rtlCol="0" anchor="t"/>
          <a:lstStyle/>
          <a:p>
            <a:pPr algn="l" indent="0" marL="0">
              <a:buNone/>
            </a:pPr>
            <a:r>
              <a:rPr lang="en-US" sz="1125" b="1" spc="225" kern="0" dirty="0">
                <a:solidFill>
                  <a:srgbClr val="C05F3C"/>
                </a:solidFill>
                <a:latin typeface="Noto Sans TC" pitchFamily="34" charset="0"/>
                <a:ea typeface="Noto Sans TC" pitchFamily="34" charset="-122"/>
                <a:cs typeface="Noto Sans TC" pitchFamily="34" charset="-120"/>
              </a:rPr>
              <a:t>動手做 · 8 分鐘</a:t>
            </a:r>
            <a:endParaRPr lang="en-US" sz="1125" dirty="0"/>
          </a:p>
        </p:txBody>
      </p:sp>
      <p:sp>
        <p:nvSpPr>
          <p:cNvPr id="4" name="Text 1"/>
          <p:cNvSpPr txBox="1"/>
          <p:nvPr/>
        </p:nvSpPr>
        <p:spPr>
          <a:xfrm>
            <a:off x="761970" y="727497"/>
            <a:ext cx="4823186" cy="984534"/>
          </a:xfrm>
          <a:prstGeom prst="rect">
            <a:avLst/>
          </a:prstGeom>
          <a:noFill/>
          <a:ln/>
        </p:spPr>
        <p:txBody>
          <a:bodyPr wrap="square" lIns="0" tIns="0" rIns="0" bIns="0" rtlCol="0" anchor="t"/>
          <a:lstStyle/>
          <a:p>
            <a:pPr algn="l" indent="0" marL="0">
              <a:lnSpc>
                <a:spcPts val="3477"/>
              </a:lnSpc>
              <a:buNone/>
            </a:pPr>
            <a:r>
              <a:rPr lang="en-US" sz="2850" b="1" spc="-57" kern="0" dirty="0">
                <a:solidFill>
                  <a:srgbClr val="241C17"/>
                </a:solidFill>
                <a:latin typeface="Noto Sans TC" pitchFamily="34" charset="0"/>
                <a:ea typeface="Noto Sans TC" pitchFamily="34" charset="-122"/>
                <a:cs typeface="Noto Sans TC" pitchFamily="34" charset="-120"/>
              </a:rPr>
              <a:t>請找出</a:t>
            </a:r>
            <a:endParaRPr lang="en-US" sz="2850" dirty="0"/>
          </a:p>
          <a:p>
            <a:pPr algn="l" indent="0" marL="0">
              <a:lnSpc>
                <a:spcPts val="3477"/>
              </a:lnSpc>
              <a:buNone/>
            </a:pPr>
            <a:r>
              <a:rPr lang="en-US" sz="2850" b="1" spc="-57" kern="0" dirty="0">
                <a:solidFill>
                  <a:srgbClr val="241C17"/>
                </a:solidFill>
                <a:latin typeface="Noto Sans TC" pitchFamily="34" charset="0"/>
                <a:ea typeface="Noto Sans TC" pitchFamily="34" charset="-122"/>
                <a:cs typeface="Noto Sans TC" pitchFamily="34" charset="-120"/>
              </a:rPr>
              <a:t>跟自己最有關的 10 個關鍵字</a:t>
            </a:r>
            <a:endParaRPr lang="en-US" sz="2850" dirty="0"/>
          </a:p>
        </p:txBody>
      </p:sp>
      <p:sp>
        <p:nvSpPr>
          <p:cNvPr id="5" name="Text 2"/>
          <p:cNvSpPr txBox="1"/>
          <p:nvPr/>
        </p:nvSpPr>
        <p:spPr>
          <a:xfrm>
            <a:off x="761970" y="1820205"/>
            <a:ext cx="4650547" cy="722742"/>
          </a:xfrm>
          <a:prstGeom prst="rect">
            <a:avLst/>
          </a:prstGeom>
          <a:noFill/>
          <a:ln/>
        </p:spPr>
        <p:txBody>
          <a:bodyPr wrap="square" lIns="0" tIns="0" rIns="0" bIns="0" rtlCol="0" anchor="t"/>
          <a:lstStyle/>
          <a:p>
            <a:pPr algn="l" indent="0" marL="0">
              <a:lnSpc>
                <a:spcPts val="2916"/>
              </a:lnSpc>
              <a:buNone/>
            </a:pPr>
            <a:r>
              <a:rPr lang="en-US" sz="1800" dirty="0">
                <a:solidFill>
                  <a:srgbClr val="4A3C33"/>
                </a:solidFill>
                <a:latin typeface="Noto Sans TC" pitchFamily="34" charset="0"/>
                <a:ea typeface="Noto Sans TC" pitchFamily="34" charset="-122"/>
                <a:cs typeface="Noto Sans TC" pitchFamily="34" charset="-120"/>
              </a:rPr>
              <a:t> 寫在</a:t>
            </a:r>
            <a:pPr algn="l" indent="0" marL="0">
              <a:lnSpc>
                <a:spcPts val="2916"/>
              </a:lnSpc>
              <a:buNone/>
            </a:pPr>
            <a:r>
              <a:rPr lang="en-US" sz="1800" b="1" dirty="0">
                <a:solidFill>
                  <a:srgbClr val="4A3C33"/>
                </a:solidFill>
                <a:latin typeface="Noto Sans TC" pitchFamily="34" charset="0"/>
                <a:ea typeface="Noto Sans TC" pitchFamily="34" charset="-122"/>
                <a:cs typeface="Noto Sans TC" pitchFamily="34" charset="-120"/>
              </a:rPr>
              <a:t>講義 3</a:t>
            </a:r>
            <a:pPr algn="l" indent="0" marL="0">
              <a:lnSpc>
                <a:spcPts val="2916"/>
              </a:lnSpc>
              <a:buNone/>
            </a:pPr>
            <a:r>
              <a:rPr lang="en-US" sz="1800" dirty="0">
                <a:solidFill>
                  <a:srgbClr val="4A3C33"/>
                </a:solidFill>
                <a:latin typeface="Noto Sans TC" pitchFamily="34" charset="0"/>
                <a:ea typeface="Noto Sans TC" pitchFamily="34" charset="-122"/>
                <a:cs typeface="Noto Sans TC" pitchFamily="34" charset="-120"/>
              </a:rPr>
              <a:t>，或直接打在</a:t>
            </a:r>
            <a:pPr algn="l" indent="0" marL="0">
              <a:lnSpc>
                <a:spcPts val="2916"/>
              </a:lnSpc>
              <a:buNone/>
            </a:pPr>
            <a:r>
              <a:rPr lang="en-US" sz="1800" b="1" dirty="0">
                <a:solidFill>
                  <a:srgbClr val="4A3C33"/>
                </a:solidFill>
                <a:latin typeface="Noto Sans TC" pitchFamily="34" charset="0"/>
                <a:ea typeface="Noto Sans TC" pitchFamily="34" charset="-122"/>
                <a:cs typeface="Noto Sans TC" pitchFamily="34" charset="-120"/>
              </a:rPr>
              <a:t>手機的備忘錄</a:t>
            </a:r>
            <a:pPr algn="l" indent="0" marL="0">
              <a:lnSpc>
                <a:spcPts val="2916"/>
              </a:lnSpc>
              <a:buNone/>
            </a:pPr>
            <a:r>
              <a:rPr lang="en-US" sz="1800" dirty="0">
                <a:solidFill>
                  <a:srgbClr val="4A3C33"/>
                </a:solidFill>
                <a:latin typeface="Noto Sans TC" pitchFamily="34" charset="0"/>
                <a:ea typeface="Noto Sans TC" pitchFamily="34" charset="-122"/>
                <a:cs typeface="Noto Sans TC" pitchFamily="34" charset="-120"/>
              </a:rPr>
              <a:t>裡。</a:t>
            </a:r>
            <a:endParaRPr lang="en-US" sz="1800" dirty="0"/>
          </a:p>
          <a:p>
            <a:pPr algn="l" indent="0" marL="0">
              <a:lnSpc>
                <a:spcPts val="2916"/>
              </a:lnSpc>
              <a:buNone/>
            </a:pPr>
            <a:r>
              <a:rPr lang="en-US" sz="1800" dirty="0">
                <a:solidFill>
                  <a:srgbClr val="4A3C33"/>
                </a:solidFill>
                <a:latin typeface="Noto Sans TC" pitchFamily="34" charset="0"/>
                <a:ea typeface="Noto Sans TC" pitchFamily="34" charset="-122"/>
                <a:cs typeface="Noto Sans TC" pitchFamily="34" charset="-120"/>
              </a:rPr>
              <a:t> 建議兩邊都留一份。</a:t>
            </a:r>
            <a:endParaRPr lang="en-US" sz="1800" dirty="0"/>
          </a:p>
        </p:txBody>
      </p:sp>
      <p:sp>
        <p:nvSpPr>
          <p:cNvPr id="6" name="Text 3"/>
          <p:cNvSpPr txBox="1"/>
          <p:nvPr/>
        </p:nvSpPr>
        <p:spPr>
          <a:xfrm>
            <a:off x="1219170" y="1820205"/>
            <a:ext cx="775411" cy="352410"/>
          </a:xfrm>
          <a:prstGeom prst="rect">
            <a:avLst/>
          </a:prstGeom>
          <a:noFill/>
          <a:ln/>
        </p:spPr>
        <p:txBody>
          <a:bodyPr wrap="square" lIns="0" tIns="0" rIns="0" bIns="0" rtlCol="0" anchor="t"/>
          <a:lstStyle/>
          <a:p>
            <a:pPr algn="l" indent="0" marL="0">
              <a:lnSpc>
                <a:spcPts val="2916"/>
              </a:lnSpc>
              <a:buNone/>
            </a:pPr>
            <a:r>
              <a:rPr lang="en-US" sz="1800" b="1" dirty="0">
                <a:solidFill>
                  <a:srgbClr val="4A3C33"/>
                </a:solidFill>
                <a:latin typeface="Noto Sans TC" pitchFamily="34" charset="0"/>
                <a:ea typeface="Noto Sans TC" pitchFamily="34" charset="-122"/>
                <a:cs typeface="Noto Sans TC" pitchFamily="34" charset="-120"/>
              </a:rPr>
              <a:t>講義 3</a:t>
            </a:r>
            <a:endParaRPr lang="en-US" sz="1800" dirty="0"/>
          </a:p>
        </p:txBody>
      </p:sp>
      <p:sp>
        <p:nvSpPr>
          <p:cNvPr id="7" name="Text 4"/>
          <p:cNvSpPr txBox="1"/>
          <p:nvPr/>
        </p:nvSpPr>
        <p:spPr>
          <a:xfrm>
            <a:off x="3234781" y="1820205"/>
            <a:ext cx="1544787" cy="352410"/>
          </a:xfrm>
          <a:prstGeom prst="rect">
            <a:avLst/>
          </a:prstGeom>
          <a:noFill/>
          <a:ln/>
        </p:spPr>
        <p:txBody>
          <a:bodyPr wrap="square" lIns="0" tIns="0" rIns="0" bIns="0" rtlCol="0" anchor="t"/>
          <a:lstStyle/>
          <a:p>
            <a:pPr algn="l" indent="0" marL="0">
              <a:lnSpc>
                <a:spcPts val="2916"/>
              </a:lnSpc>
              <a:buNone/>
            </a:pPr>
            <a:r>
              <a:rPr lang="en-US" sz="1800" b="1" dirty="0">
                <a:solidFill>
                  <a:srgbClr val="4A3C33"/>
                </a:solidFill>
                <a:latin typeface="Noto Sans TC" pitchFamily="34" charset="0"/>
                <a:ea typeface="Noto Sans TC" pitchFamily="34" charset="-122"/>
                <a:cs typeface="Noto Sans TC" pitchFamily="34" charset="-120"/>
              </a:rPr>
              <a:t>手機的備忘錄</a:t>
            </a:r>
            <a:endParaRPr lang="en-US" sz="1800" dirty="0"/>
          </a:p>
        </p:txBody>
      </p:sp>
      <p:sp>
        <p:nvSpPr>
          <p:cNvPr id="8" name="Text 5"/>
          <p:cNvSpPr txBox="1"/>
          <p:nvPr/>
        </p:nvSpPr>
        <p:spPr>
          <a:xfrm>
            <a:off x="1304940" y="2894076"/>
            <a:ext cx="1244864" cy="266730"/>
          </a:xfrm>
          <a:prstGeom prst="rect">
            <a:avLst/>
          </a:prstGeom>
          <a:noFill/>
          <a:ln/>
        </p:spPr>
        <p:txBody>
          <a:bodyPr wrap="square" lIns="0" tIns="0" rIns="0" bIns="0" rtlCol="0" anchor="t"/>
          <a:lstStyle/>
          <a:p>
            <a:pPr algn="l" indent="0" marL="0">
              <a:buNone/>
            </a:pPr>
            <a:r>
              <a:rPr lang="en-US" sz="1388" b="1" dirty="0">
                <a:solidFill>
                  <a:srgbClr val="4A3C33"/>
                </a:solidFill>
                <a:latin typeface="Noto Sans TC" pitchFamily="34" charset="0"/>
                <a:ea typeface="Noto Sans TC" pitchFamily="34" charset="-122"/>
                <a:cs typeface="Noto Sans TC" pitchFamily="34" charset="-120"/>
              </a:rPr>
              <a:t>商品類 3–4 個</a:t>
            </a:r>
            <a:endParaRPr lang="en-US" sz="1388" dirty="0"/>
          </a:p>
        </p:txBody>
      </p:sp>
      <p:sp>
        <p:nvSpPr>
          <p:cNvPr id="9" name="Text 6"/>
          <p:cNvSpPr txBox="1"/>
          <p:nvPr/>
        </p:nvSpPr>
        <p:spPr>
          <a:xfrm>
            <a:off x="1304940" y="3522726"/>
            <a:ext cx="1244864" cy="266730"/>
          </a:xfrm>
          <a:prstGeom prst="rect">
            <a:avLst/>
          </a:prstGeom>
          <a:noFill/>
          <a:ln/>
        </p:spPr>
        <p:txBody>
          <a:bodyPr wrap="square" lIns="0" tIns="0" rIns="0" bIns="0" rtlCol="0" anchor="t"/>
          <a:lstStyle/>
          <a:p>
            <a:pPr algn="l" indent="0" marL="0">
              <a:buNone/>
            </a:pPr>
            <a:r>
              <a:rPr lang="en-US" sz="1388" b="1" dirty="0">
                <a:solidFill>
                  <a:srgbClr val="4A3C33"/>
                </a:solidFill>
                <a:latin typeface="Noto Sans TC" pitchFamily="34" charset="0"/>
                <a:ea typeface="Noto Sans TC" pitchFamily="34" charset="-122"/>
                <a:cs typeface="Noto Sans TC" pitchFamily="34" charset="-120"/>
              </a:rPr>
              <a:t>地區類 2–3 個</a:t>
            </a:r>
            <a:endParaRPr lang="en-US" sz="1388" dirty="0"/>
          </a:p>
        </p:txBody>
      </p:sp>
      <p:sp>
        <p:nvSpPr>
          <p:cNvPr id="10" name="Text 7"/>
          <p:cNvSpPr txBox="1"/>
          <p:nvPr/>
        </p:nvSpPr>
        <p:spPr>
          <a:xfrm>
            <a:off x="1304940" y="4151376"/>
            <a:ext cx="1805300" cy="266730"/>
          </a:xfrm>
          <a:prstGeom prst="rect">
            <a:avLst/>
          </a:prstGeom>
          <a:noFill/>
          <a:ln/>
        </p:spPr>
        <p:txBody>
          <a:bodyPr wrap="square" lIns="0" tIns="0" rIns="0" bIns="0" rtlCol="0" anchor="t"/>
          <a:lstStyle/>
          <a:p>
            <a:pPr algn="l" indent="0" marL="0">
              <a:buNone/>
            </a:pPr>
            <a:r>
              <a:rPr lang="en-US" sz="1388" b="1" dirty="0">
                <a:solidFill>
                  <a:srgbClr val="4A3C33"/>
                </a:solidFill>
                <a:latin typeface="Noto Sans TC" pitchFamily="34" charset="0"/>
                <a:ea typeface="Noto Sans TC" pitchFamily="34" charset="-122"/>
                <a:cs typeface="Noto Sans TC" pitchFamily="34" charset="-120"/>
              </a:rPr>
              <a:t>情境／需求類 3–4 個</a:t>
            </a:r>
            <a:endParaRPr lang="en-US" sz="1388" dirty="0"/>
          </a:p>
        </p:txBody>
      </p:sp>
      <p:sp>
        <p:nvSpPr>
          <p:cNvPr id="11" name="Text 8"/>
          <p:cNvSpPr txBox="1"/>
          <p:nvPr/>
        </p:nvSpPr>
        <p:spPr>
          <a:xfrm>
            <a:off x="1304940" y="4780026"/>
            <a:ext cx="3266420" cy="266730"/>
          </a:xfrm>
          <a:prstGeom prst="rect">
            <a:avLst/>
          </a:prstGeom>
          <a:noFill/>
          <a:ln/>
        </p:spPr>
        <p:txBody>
          <a:bodyPr wrap="square" lIns="0" tIns="0" rIns="0" bIns="0" rtlCol="0" anchor="t"/>
          <a:lstStyle/>
          <a:p>
            <a:pPr algn="l" indent="0" marL="0">
              <a:buNone/>
            </a:pPr>
            <a:r>
              <a:rPr lang="en-US" sz="1388" b="1" dirty="0">
                <a:solidFill>
                  <a:srgbClr val="4A3C33"/>
                </a:solidFill>
                <a:latin typeface="Noto Sans TC" pitchFamily="34" charset="0"/>
                <a:ea typeface="Noto Sans TC" pitchFamily="34" charset="-122"/>
                <a:cs typeface="Noto Sans TC" pitchFamily="34" charset="-120"/>
              </a:rPr>
              <a:t>存進手機備忘錄，取名「我的關鍵字」</a:t>
            </a:r>
            <a:endParaRPr lang="en-US" sz="1388" dirty="0"/>
          </a:p>
        </p:txBody>
      </p:sp>
      <p:sp>
        <p:nvSpPr>
          <p:cNvPr id="12" name="Text 9"/>
          <p:cNvSpPr txBox="1"/>
          <p:nvPr/>
        </p:nvSpPr>
        <p:spPr>
          <a:xfrm>
            <a:off x="1533540" y="5561106"/>
            <a:ext cx="2964576" cy="532364"/>
          </a:xfrm>
          <a:prstGeom prst="rect">
            <a:avLst/>
          </a:prstGeom>
          <a:noFill/>
          <a:ln/>
        </p:spPr>
        <p:txBody>
          <a:bodyPr wrap="square" lIns="0" tIns="0" rIns="0" bIns="0" rtlCol="0" anchor="t"/>
          <a:lstStyle/>
          <a:p>
            <a:pPr algn="l" indent="0" marL="0">
              <a:lnSpc>
                <a:spcPts val="2092"/>
              </a:lnSpc>
              <a:buNone/>
            </a:pPr>
            <a:r>
              <a:rPr lang="en-US" sz="1350" b="1" dirty="0">
                <a:solidFill>
                  <a:srgbClr val="4A3C33"/>
                </a:solidFill>
                <a:latin typeface="Noto Sans TC" pitchFamily="34" charset="0"/>
                <a:ea typeface="Noto Sans TC" pitchFamily="34" charset="-122"/>
                <a:cs typeface="Noto Sans TC" pitchFamily="34" charset="-120"/>
              </a:rPr>
              <a:t> 以後每發一篇，</a:t>
            </a:r>
            <a:endParaRPr lang="en-US" sz="1350" dirty="0"/>
          </a:p>
          <a:p>
            <a:pPr algn="l" indent="0" marL="0">
              <a:lnSpc>
                <a:spcPts val="2092"/>
              </a:lnSpc>
              <a:buNone/>
            </a:pPr>
            <a:r>
              <a:rPr lang="en-US" sz="1350" b="1" dirty="0">
                <a:solidFill>
                  <a:srgbClr val="5F7A63"/>
                </a:solidFill>
                <a:latin typeface="Noto Sans TC" pitchFamily="34" charset="0"/>
                <a:ea typeface="Noto Sans TC" pitchFamily="34" charset="-122"/>
                <a:cs typeface="Noto Sans TC" pitchFamily="34" charset="-120"/>
              </a:rPr>
              <a:t>從這 10 個裡面挑 5–8 個</a:t>
            </a:r>
            <a:pPr algn="l" indent="0" marL="0">
              <a:lnSpc>
                <a:spcPts val="2092"/>
              </a:lnSpc>
              <a:buNone/>
            </a:pPr>
            <a:r>
              <a:rPr lang="en-US" sz="1350" b="1" dirty="0">
                <a:solidFill>
                  <a:srgbClr val="4A3C33"/>
                </a:solidFill>
                <a:latin typeface="Noto Sans TC" pitchFamily="34" charset="0"/>
                <a:ea typeface="Noto Sans TC" pitchFamily="34" charset="-122"/>
                <a:cs typeface="Noto Sans TC" pitchFamily="34" charset="-120"/>
              </a:rPr>
              <a:t>來用就好。</a:t>
            </a:r>
            <a:endParaRPr lang="en-US" sz="1350" dirty="0"/>
          </a:p>
        </p:txBody>
      </p:sp>
      <p:sp>
        <p:nvSpPr>
          <p:cNvPr id="13" name="Text 10"/>
          <p:cNvSpPr txBox="1"/>
          <p:nvPr/>
        </p:nvSpPr>
        <p:spPr>
          <a:xfrm>
            <a:off x="1533540" y="5826740"/>
            <a:ext cx="2055937" cy="266730"/>
          </a:xfrm>
          <a:prstGeom prst="rect">
            <a:avLst/>
          </a:prstGeom>
          <a:noFill/>
          <a:ln/>
        </p:spPr>
        <p:txBody>
          <a:bodyPr wrap="square" lIns="0" tIns="0" rIns="0" bIns="0" rtlCol="0" anchor="t"/>
          <a:lstStyle/>
          <a:p>
            <a:pPr algn="l" indent="0" marL="0">
              <a:lnSpc>
                <a:spcPts val="2092"/>
              </a:lnSpc>
              <a:buNone/>
            </a:pPr>
            <a:r>
              <a:rPr lang="en-US" sz="1350" b="1" dirty="0">
                <a:solidFill>
                  <a:srgbClr val="5F7A63"/>
                </a:solidFill>
                <a:latin typeface="Noto Sans TC" pitchFamily="34" charset="0"/>
                <a:ea typeface="Noto Sans TC" pitchFamily="34" charset="-122"/>
                <a:cs typeface="Noto Sans TC" pitchFamily="34" charset="-120"/>
              </a:rPr>
              <a:t>從這 10 個裡面挑 5–8 個</a:t>
            </a:r>
            <a:endParaRPr lang="en-US" sz="1350" dirty="0"/>
          </a:p>
        </p:txBody>
      </p:sp>
      <p:sp>
        <p:nvSpPr>
          <p:cNvPr id="14" name="Text 11"/>
          <p:cNvSpPr txBox="1"/>
          <p:nvPr/>
        </p:nvSpPr>
        <p:spPr>
          <a:xfrm>
            <a:off x="8194944" y="5886450"/>
            <a:ext cx="2112264" cy="209580"/>
          </a:xfrm>
          <a:prstGeom prst="rect">
            <a:avLst/>
          </a:prstGeom>
          <a:noFill/>
          <a:ln/>
        </p:spPr>
        <p:txBody>
          <a:bodyPr wrap="square" lIns="0" tIns="0" rIns="0" bIns="0" rtlCol="0" anchor="t"/>
          <a:lstStyle/>
          <a:p>
            <a:pPr algn="ctr" indent="0" marL="0">
              <a:buNone/>
            </a:pPr>
            <a:r>
              <a:rPr lang="en-US" sz="1050" b="1" spc="105" kern="0" dirty="0">
                <a:solidFill>
                  <a:srgbClr val="9C8B7C"/>
                </a:solidFill>
                <a:latin typeface="Noto Sans TC" pitchFamily="34" charset="0"/>
                <a:ea typeface="Noto Sans TC" pitchFamily="34" charset="-122"/>
                <a:cs typeface="Noto Sans TC" pitchFamily="34" charset="-120"/>
              </a:rPr>
              <a:t>存在手機裡，發文時直接複製</a:t>
            </a:r>
            <a:endParaRPr lang="en-US" sz="1050" dirty="0"/>
          </a:p>
        </p:txBody>
      </p:sp>
      <p:sp>
        <p:nvSpPr>
          <p:cNvPr id="15" name="Text 12"/>
          <p:cNvSpPr txBox="1"/>
          <p:nvPr/>
        </p:nvSpPr>
        <p:spPr>
          <a:xfrm>
            <a:off x="10757550" y="304770"/>
            <a:ext cx="565739" cy="209580"/>
          </a:xfrm>
          <a:prstGeom prst="rect">
            <a:avLst/>
          </a:prstGeom>
          <a:noFill/>
          <a:ln/>
        </p:spPr>
        <p:txBody>
          <a:bodyPr wrap="square" lIns="0" tIns="0" rIns="0" bIns="0" rtlCol="0" anchor="t"/>
          <a:lstStyle/>
          <a:p>
            <a:pPr algn="l" indent="0" marL="0">
              <a:buNone/>
            </a:pPr>
            <a:r>
              <a:rPr lang="en-US" sz="1013" b="1" spc="142" kern="0" dirty="0">
                <a:solidFill>
                  <a:srgbClr val="FBF7F1"/>
                </a:solidFill>
                <a:latin typeface="Noto Sans TC" pitchFamily="34" charset="0"/>
                <a:ea typeface="Noto Sans TC" pitchFamily="34" charset="-122"/>
                <a:cs typeface="Noto Sans TC" pitchFamily="34" charset="-120"/>
              </a:rPr>
              <a:t>講義 3</a:t>
            </a:r>
            <a:endParaRPr lang="en-US" sz="1013" dirty="0"/>
          </a:p>
        </p:txBody>
      </p:sp>
      <p:sp>
        <p:nvSpPr>
          <p:cNvPr id="16" name="Text 13"/>
          <p:cNvSpPr txBox="1"/>
          <p:nvPr/>
        </p:nvSpPr>
        <p:spPr>
          <a:xfrm>
            <a:off x="761970" y="6438930"/>
            <a:ext cx="1338042" cy="200071"/>
          </a:xfrm>
          <a:prstGeom prst="rect">
            <a:avLst/>
          </a:prstGeom>
          <a:noFill/>
          <a:ln/>
        </p:spPr>
        <p:txBody>
          <a:bodyPr wrap="square" lIns="0" tIns="0" rIns="0" bIns="0" rtlCol="0" anchor="t"/>
          <a:lstStyle/>
          <a:p>
            <a:pPr algn="l" indent="0" marL="0">
              <a:buNone/>
            </a:pPr>
            <a:r>
              <a:rPr lang="en-US" sz="938" b="1" spc="56" kern="0" dirty="0">
                <a:solidFill>
                  <a:srgbClr val="9C8B7C"/>
                </a:solidFill>
                <a:latin typeface="Noto Sans TC" pitchFamily="34" charset="0"/>
                <a:ea typeface="Noto Sans TC" pitchFamily="34" charset="-122"/>
                <a:cs typeface="Noto Sans TC" pitchFamily="34" charset="-120"/>
              </a:rPr>
              <a:t>PART 6 · 14:20</a:t>
            </a:r>
            <a:endParaRPr lang="en-US" sz="938" dirty="0"/>
          </a:p>
        </p:txBody>
      </p:sp>
      <p:sp>
        <p:nvSpPr>
          <p:cNvPr id="17" name="Text 14"/>
          <p:cNvSpPr txBox="1"/>
          <p:nvPr/>
        </p:nvSpPr>
        <p:spPr>
          <a:xfrm>
            <a:off x="10922599" y="6438930"/>
            <a:ext cx="562630" cy="200071"/>
          </a:xfrm>
          <a:prstGeom prst="rect">
            <a:avLst/>
          </a:prstGeom>
          <a:noFill/>
          <a:ln/>
        </p:spPr>
        <p:txBody>
          <a:bodyPr wrap="square" lIns="0" tIns="0" rIns="0" bIns="0" rtlCol="0" anchor="t"/>
          <a:lstStyle/>
          <a:p>
            <a:pPr algn="l" indent="0" marL="0">
              <a:buNone/>
            </a:pPr>
            <a:r>
              <a:rPr lang="en-US" sz="938" b="1" spc="56" kern="0" dirty="0">
                <a:solidFill>
                  <a:srgbClr val="9C8B7C"/>
                </a:solidFill>
                <a:latin typeface="Noto Sans TC" pitchFamily="34" charset="0"/>
                <a:ea typeface="Noto Sans TC" pitchFamily="34" charset="-122"/>
                <a:cs typeface="Noto Sans TC" pitchFamily="34" charset="-120"/>
              </a:rPr>
              <a:t>49 / 75</a:t>
            </a:r>
            <a:endParaRPr lang="en-US" sz="938"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BF7F1"/>
        </a:solidFill>
      </p:bgPr>
    </p:bg>
    <p:spTree>
      <p:nvGrpSpPr>
        <p:cNvPr id="1" name=""/>
        <p:cNvGrpSpPr/>
        <p:nvPr/>
      </p:nvGrpSpPr>
      <p:grpSpPr>
        <a:xfrm>
          <a:off x="0" y="0"/>
          <a:ext cx="0" cy="0"/>
          <a:chOff x="0" y="0"/>
          <a:chExt cx="0" cy="0"/>
        </a:xfrm>
      </p:grpSpPr>
      <p:pic>
        <p:nvPicPr>
          <p:cNvPr id="2" name="Image 0" descr="/home/user/gogoeveryday/social-course/export-pptx/build/bg/50.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876270" y="1373520"/>
            <a:ext cx="4134642" cy="209580"/>
          </a:xfrm>
          <a:prstGeom prst="rect">
            <a:avLst/>
          </a:prstGeom>
          <a:noFill/>
          <a:ln/>
        </p:spPr>
        <p:txBody>
          <a:bodyPr wrap="square" lIns="0" tIns="0" rIns="0" bIns="0" rtlCol="0" anchor="t"/>
          <a:lstStyle/>
          <a:p>
            <a:pPr algn="l" indent="0" marL="0">
              <a:buNone/>
            </a:pPr>
            <a:r>
              <a:rPr lang="en-US" sz="1050" b="1" spc="189" kern="0" dirty="0">
                <a:solidFill>
                  <a:srgbClr val="D99A4E"/>
                </a:solidFill>
                <a:latin typeface="Noto Sans TC" pitchFamily="34" charset="0"/>
                <a:ea typeface="Noto Sans TC" pitchFamily="34" charset="-122"/>
                <a:cs typeface="Noto Sans TC" pitchFamily="34" charset="-120"/>
              </a:rPr>
              <a:t>14:25 – 14:35 休息 ｜ 14:35 – 15:05 ｜ PART 7</a:t>
            </a:r>
            <a:endParaRPr lang="en-US" sz="1050" dirty="0"/>
          </a:p>
        </p:txBody>
      </p:sp>
      <p:sp>
        <p:nvSpPr>
          <p:cNvPr id="4" name="Text 1"/>
          <p:cNvSpPr txBox="1"/>
          <p:nvPr/>
        </p:nvSpPr>
        <p:spPr>
          <a:xfrm>
            <a:off x="876270" y="1487820"/>
            <a:ext cx="1726662" cy="2086021"/>
          </a:xfrm>
          <a:prstGeom prst="rect">
            <a:avLst/>
          </a:prstGeom>
          <a:noFill/>
          <a:ln/>
        </p:spPr>
        <p:txBody>
          <a:bodyPr wrap="square" lIns="0" tIns="0" rIns="0" bIns="0" rtlCol="0" anchor="t"/>
          <a:lstStyle/>
          <a:p>
            <a:pPr algn="l" indent="0" marL="0">
              <a:lnSpc>
                <a:spcPts val="11250"/>
              </a:lnSpc>
              <a:buNone/>
            </a:pPr>
            <a:r>
              <a:rPr lang="en-US" sz="11250" b="1" spc="-563" kern="0" dirty="0">
                <a:solidFill>
                  <a:srgbClr val="FFFFFF"/>
                </a:solidFill>
                <a:latin typeface="Noto Sans TC" pitchFamily="34" charset="0"/>
                <a:ea typeface="Noto Sans TC" pitchFamily="34" charset="-122"/>
                <a:cs typeface="Noto Sans TC" pitchFamily="34" charset="-120"/>
              </a:rPr>
              <a:t>07</a:t>
            </a:r>
            <a:endParaRPr lang="en-US" sz="11250" dirty="0"/>
          </a:p>
        </p:txBody>
      </p:sp>
      <p:sp>
        <p:nvSpPr>
          <p:cNvPr id="5" name="Text 2"/>
          <p:cNvSpPr txBox="1"/>
          <p:nvPr/>
        </p:nvSpPr>
        <p:spPr>
          <a:xfrm>
            <a:off x="876270" y="3030870"/>
            <a:ext cx="2284628" cy="1562070"/>
          </a:xfrm>
          <a:prstGeom prst="rect">
            <a:avLst/>
          </a:prstGeom>
          <a:noFill/>
          <a:ln/>
        </p:spPr>
        <p:txBody>
          <a:bodyPr wrap="square" lIns="0" tIns="0" rIns="0" bIns="0" rtlCol="0" anchor="t"/>
          <a:lstStyle/>
          <a:p>
            <a:pPr algn="l" indent="0" marL="0">
              <a:buNone/>
            </a:pPr>
            <a:r>
              <a:rPr lang="en-US" sz="4200" b="1" spc="-126" kern="0" dirty="0">
                <a:solidFill>
                  <a:srgbClr val="FFFFFF"/>
                </a:solidFill>
                <a:latin typeface="Noto Sans TC" pitchFamily="34" charset="0"/>
                <a:ea typeface="Noto Sans TC" pitchFamily="34" charset="-122"/>
                <a:cs typeface="Noto Sans TC" pitchFamily="34" charset="-120"/>
              </a:rPr>
              <a:t>Reels 與</a:t>
            </a:r>
            <a:endParaRPr lang="en-US" sz="4200" dirty="0"/>
          </a:p>
          <a:p>
            <a:pPr algn="l" indent="0" marL="0">
              <a:buNone/>
            </a:pPr>
            <a:r>
              <a:rPr lang="en-US" sz="4200" b="1" spc="-126" kern="0" dirty="0">
                <a:solidFill>
                  <a:srgbClr val="FFFFFF"/>
                </a:solidFill>
                <a:latin typeface="Noto Sans TC" pitchFamily="34" charset="0"/>
                <a:ea typeface="Noto Sans TC" pitchFamily="34" charset="-122"/>
                <a:cs typeface="Noto Sans TC" pitchFamily="34" charset="-120"/>
              </a:rPr>
              <a:t>限時動態</a:t>
            </a:r>
            <a:endParaRPr lang="en-US" sz="4200" dirty="0"/>
          </a:p>
        </p:txBody>
      </p:sp>
      <p:sp>
        <p:nvSpPr>
          <p:cNvPr id="6" name="Text 3"/>
          <p:cNvSpPr txBox="1"/>
          <p:nvPr/>
        </p:nvSpPr>
        <p:spPr>
          <a:xfrm>
            <a:off x="876270" y="4954951"/>
            <a:ext cx="4331421" cy="304770"/>
          </a:xfrm>
          <a:prstGeom prst="rect">
            <a:avLst/>
          </a:prstGeom>
          <a:noFill/>
          <a:ln/>
        </p:spPr>
        <p:txBody>
          <a:bodyPr wrap="square" lIns="0" tIns="0" rIns="0" bIns="0" rtlCol="0" anchor="t"/>
          <a:lstStyle/>
          <a:p>
            <a:pPr algn="l" indent="0" marL="0">
              <a:lnSpc>
                <a:spcPts val="2520"/>
              </a:lnSpc>
              <a:buNone/>
            </a:pPr>
            <a:r>
              <a:rPr lang="en-US" sz="1575" dirty="0">
                <a:solidFill>
                  <a:srgbClr val="FFFFFF"/>
                </a:solidFill>
                <a:latin typeface="Noto Sans TC" pitchFamily="34" charset="0"/>
                <a:ea typeface="Noto Sans TC" pitchFamily="34" charset="-122"/>
                <a:cs typeface="Noto Sans TC" pitchFamily="34" charset="-120"/>
              </a:rPr>
              <a:t>不用跳舞、不用剪輯、不用露臉，也可以拍。</a:t>
            </a:r>
            <a:endParaRPr lang="en-US" sz="1575" dirty="0"/>
          </a:p>
        </p:txBody>
      </p:sp>
      <p:sp>
        <p:nvSpPr>
          <p:cNvPr id="7" name="Text 4"/>
          <p:cNvSpPr txBox="1"/>
          <p:nvPr/>
        </p:nvSpPr>
        <p:spPr>
          <a:xfrm>
            <a:off x="761970" y="6438930"/>
            <a:ext cx="1791035" cy="200071"/>
          </a:xfrm>
          <a:prstGeom prst="rect">
            <a:avLst/>
          </a:prstGeom>
          <a:noFill/>
          <a:ln/>
        </p:spPr>
        <p:txBody>
          <a:bodyPr wrap="square" lIns="0" tIns="0" rIns="0" bIns="0" rtlCol="0" anchor="t"/>
          <a:lstStyle/>
          <a:p>
            <a:pPr algn="l" indent="0" marL="0">
              <a:buNone/>
            </a:pPr>
            <a:r>
              <a:rPr lang="en-US" sz="938" b="1" spc="56" kern="0" dirty="0">
                <a:solidFill>
                  <a:srgbClr val="FFFFFF"/>
                </a:solidFill>
                <a:latin typeface="Noto Sans TC" pitchFamily="34" charset="0"/>
                <a:ea typeface="Noto Sans TC" pitchFamily="34" charset="-122"/>
                <a:cs typeface="Noto Sans TC" pitchFamily="34" charset="-120"/>
              </a:rPr>
              <a:t>PART 7 · 14:35–15:05</a:t>
            </a:r>
            <a:endParaRPr lang="en-US" sz="938" dirty="0"/>
          </a:p>
        </p:txBody>
      </p:sp>
      <p:sp>
        <p:nvSpPr>
          <p:cNvPr id="8" name="Text 5"/>
          <p:cNvSpPr txBox="1"/>
          <p:nvPr/>
        </p:nvSpPr>
        <p:spPr>
          <a:xfrm>
            <a:off x="10922599" y="6438930"/>
            <a:ext cx="562630" cy="200071"/>
          </a:xfrm>
          <a:prstGeom prst="rect">
            <a:avLst/>
          </a:prstGeom>
          <a:noFill/>
          <a:ln/>
        </p:spPr>
        <p:txBody>
          <a:bodyPr wrap="square" lIns="0" tIns="0" rIns="0" bIns="0" rtlCol="0" anchor="t"/>
          <a:lstStyle/>
          <a:p>
            <a:pPr algn="l" indent="0" marL="0">
              <a:buNone/>
            </a:pPr>
            <a:r>
              <a:rPr lang="en-US" sz="938" b="1" spc="56" kern="0" dirty="0">
                <a:solidFill>
                  <a:srgbClr val="FFFFFF"/>
                </a:solidFill>
                <a:latin typeface="Noto Sans TC" pitchFamily="34" charset="0"/>
                <a:ea typeface="Noto Sans TC" pitchFamily="34" charset="-122"/>
                <a:cs typeface="Noto Sans TC" pitchFamily="34" charset="-120"/>
              </a:rPr>
              <a:t>50 / 75</a:t>
            </a:r>
            <a:endParaRPr lang="en-US" sz="938"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BF7F1"/>
        </a:solidFill>
      </p:bgPr>
    </p:bg>
    <p:spTree>
      <p:nvGrpSpPr>
        <p:cNvPr id="1" name=""/>
        <p:cNvGrpSpPr/>
        <p:nvPr/>
      </p:nvGrpSpPr>
      <p:grpSpPr>
        <a:xfrm>
          <a:off x="0" y="0"/>
          <a:ext cx="0" cy="0"/>
          <a:chOff x="0" y="0"/>
          <a:chExt cx="0" cy="0"/>
        </a:xfrm>
      </p:grpSpPr>
      <p:pic>
        <p:nvPicPr>
          <p:cNvPr id="2" name="Image 0" descr="/home/user/gogoeveryday/social-course/export-pptx/build/bg/51.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3832250" y="825886"/>
            <a:ext cx="1363188" cy="219090"/>
          </a:xfrm>
          <a:prstGeom prst="rect">
            <a:avLst/>
          </a:prstGeom>
          <a:noFill/>
          <a:ln/>
        </p:spPr>
        <p:txBody>
          <a:bodyPr wrap="square" lIns="0" tIns="0" rIns="0" bIns="0" rtlCol="0" anchor="t"/>
          <a:lstStyle/>
          <a:p>
            <a:pPr algn="ctr" indent="0" marL="0">
              <a:buNone/>
            </a:pPr>
            <a:r>
              <a:rPr lang="en-US" sz="1125" b="1" spc="225" kern="0" dirty="0">
                <a:solidFill>
                  <a:srgbClr val="8A5A6D"/>
                </a:solidFill>
                <a:latin typeface="Noto Sans TC" pitchFamily="34" charset="0"/>
                <a:ea typeface="Noto Sans TC" pitchFamily="34" charset="-122"/>
                <a:cs typeface="Noto Sans TC" pitchFamily="34" charset="-120"/>
              </a:rPr>
              <a:t>先講最大的誤會</a:t>
            </a:r>
            <a:endParaRPr lang="en-US" sz="1125" dirty="0"/>
          </a:p>
        </p:txBody>
      </p:sp>
      <p:sp>
        <p:nvSpPr>
          <p:cNvPr id="4" name="Text 1"/>
          <p:cNvSpPr txBox="1"/>
          <p:nvPr/>
        </p:nvSpPr>
        <p:spPr>
          <a:xfrm>
            <a:off x="3737061" y="1130656"/>
            <a:ext cx="4727357" cy="514350"/>
          </a:xfrm>
          <a:prstGeom prst="rect">
            <a:avLst/>
          </a:prstGeom>
          <a:noFill/>
          <a:ln/>
        </p:spPr>
        <p:txBody>
          <a:bodyPr wrap="square" lIns="0" tIns="0" rIns="0" bIns="0" rtlCol="0" anchor="t"/>
          <a:lstStyle/>
          <a:p>
            <a:pPr algn="ctr" indent="0" marL="0">
              <a:lnSpc>
                <a:spcPts val="3294"/>
              </a:lnSpc>
              <a:buNone/>
            </a:pPr>
            <a:r>
              <a:rPr lang="en-US" sz="2700" b="1" spc="-54" kern="0" dirty="0">
                <a:solidFill>
                  <a:srgbClr val="7A6A5D"/>
                </a:solidFill>
                <a:latin typeface="Noto Sans TC" pitchFamily="34" charset="0"/>
                <a:ea typeface="Noto Sans TC" pitchFamily="34" charset="-122"/>
                <a:cs typeface="Noto Sans TC" pitchFamily="34" charset="-120"/>
              </a:rPr>
              <a:t> 很多人以為 Reels 一定要跳舞</a:t>
            </a:r>
            <a:endParaRPr lang="en-US" sz="2700" dirty="0"/>
          </a:p>
        </p:txBody>
      </p:sp>
      <p:sp>
        <p:nvSpPr>
          <p:cNvPr id="5" name="Text 2"/>
          <p:cNvSpPr txBox="1"/>
          <p:nvPr/>
        </p:nvSpPr>
        <p:spPr>
          <a:xfrm>
            <a:off x="4850709" y="1682222"/>
            <a:ext cx="2500152" cy="1152510"/>
          </a:xfrm>
          <a:prstGeom prst="rect">
            <a:avLst/>
          </a:prstGeom>
          <a:noFill/>
          <a:ln/>
        </p:spPr>
        <p:txBody>
          <a:bodyPr wrap="square" lIns="0" tIns="0" rIns="0" bIns="0" rtlCol="0" anchor="t"/>
          <a:lstStyle/>
          <a:p>
            <a:pPr algn="ctr" indent="0" marL="0">
              <a:lnSpc>
                <a:spcPts val="7626"/>
              </a:lnSpc>
              <a:buNone/>
            </a:pPr>
            <a:r>
              <a:rPr lang="en-US" sz="6150" b="1" spc="-184" kern="0" dirty="0">
                <a:solidFill>
                  <a:srgbClr val="241C17"/>
                </a:solidFill>
                <a:latin typeface="Noto Sans TC" pitchFamily="34" charset="0"/>
                <a:ea typeface="Noto Sans TC" pitchFamily="34" charset="-122"/>
                <a:cs typeface="Noto Sans TC" pitchFamily="34" charset="-120"/>
              </a:rPr>
              <a:t>不用。</a:t>
            </a:r>
            <a:endParaRPr lang="en-US" sz="6150" dirty="0"/>
          </a:p>
        </p:txBody>
      </p:sp>
      <p:sp>
        <p:nvSpPr>
          <p:cNvPr id="6" name="Text 3"/>
          <p:cNvSpPr txBox="1"/>
          <p:nvPr/>
        </p:nvSpPr>
        <p:spPr>
          <a:xfrm>
            <a:off x="2708087" y="4041282"/>
            <a:ext cx="930585" cy="304770"/>
          </a:xfrm>
          <a:prstGeom prst="rect">
            <a:avLst/>
          </a:prstGeom>
          <a:noFill/>
          <a:ln/>
        </p:spPr>
        <p:txBody>
          <a:bodyPr wrap="square" lIns="0" tIns="0" rIns="0" bIns="0" rtlCol="0" anchor="t"/>
          <a:lstStyle/>
          <a:p>
            <a:pPr algn="ctr" indent="0" marL="0">
              <a:buNone/>
            </a:pPr>
            <a:r>
              <a:rPr lang="en-US" sz="1575" b="1" spc="-16" kern="0" dirty="0">
                <a:solidFill>
                  <a:srgbClr val="241C17"/>
                </a:solidFill>
                <a:latin typeface="Noto Sans TC" pitchFamily="34" charset="0"/>
                <a:ea typeface="Noto Sans TC" pitchFamily="34" charset="-122"/>
                <a:cs typeface="Noto Sans TC" pitchFamily="34" charset="-120"/>
              </a:rPr>
              <a:t>不用跳舞</a:t>
            </a:r>
            <a:endParaRPr lang="en-US" sz="1575" dirty="0"/>
          </a:p>
        </p:txBody>
      </p:sp>
      <p:sp>
        <p:nvSpPr>
          <p:cNvPr id="7" name="Text 4"/>
          <p:cNvSpPr txBox="1"/>
          <p:nvPr/>
        </p:nvSpPr>
        <p:spPr>
          <a:xfrm>
            <a:off x="5635356" y="4041282"/>
            <a:ext cx="930585" cy="304770"/>
          </a:xfrm>
          <a:prstGeom prst="rect">
            <a:avLst/>
          </a:prstGeom>
          <a:noFill/>
          <a:ln/>
        </p:spPr>
        <p:txBody>
          <a:bodyPr wrap="square" lIns="0" tIns="0" rIns="0" bIns="0" rtlCol="0" anchor="t"/>
          <a:lstStyle/>
          <a:p>
            <a:pPr algn="ctr" indent="0" marL="0">
              <a:buNone/>
            </a:pPr>
            <a:r>
              <a:rPr lang="en-US" sz="1575" b="1" spc="-16" kern="0" dirty="0">
                <a:solidFill>
                  <a:srgbClr val="241C17"/>
                </a:solidFill>
                <a:latin typeface="Noto Sans TC" pitchFamily="34" charset="0"/>
                <a:ea typeface="Noto Sans TC" pitchFamily="34" charset="-122"/>
                <a:cs typeface="Noto Sans TC" pitchFamily="34" charset="-120"/>
              </a:rPr>
              <a:t>不用露臉</a:t>
            </a:r>
            <a:endParaRPr lang="en-US" sz="1575" dirty="0"/>
          </a:p>
        </p:txBody>
      </p:sp>
      <p:sp>
        <p:nvSpPr>
          <p:cNvPr id="8" name="Text 5"/>
          <p:cNvSpPr txBox="1"/>
          <p:nvPr/>
        </p:nvSpPr>
        <p:spPr>
          <a:xfrm>
            <a:off x="8352861" y="4041282"/>
            <a:ext cx="1350386" cy="304770"/>
          </a:xfrm>
          <a:prstGeom prst="rect">
            <a:avLst/>
          </a:prstGeom>
          <a:noFill/>
          <a:ln/>
        </p:spPr>
        <p:txBody>
          <a:bodyPr wrap="square" lIns="0" tIns="0" rIns="0" bIns="0" rtlCol="0" anchor="t"/>
          <a:lstStyle/>
          <a:p>
            <a:pPr algn="ctr" indent="0" marL="0">
              <a:buNone/>
            </a:pPr>
            <a:r>
              <a:rPr lang="en-US" sz="1575" b="1" spc="-16" kern="0" dirty="0">
                <a:solidFill>
                  <a:srgbClr val="241C17"/>
                </a:solidFill>
                <a:latin typeface="Noto Sans TC" pitchFamily="34" charset="0"/>
                <a:ea typeface="Noto Sans TC" pitchFamily="34" charset="-122"/>
                <a:cs typeface="Noto Sans TC" pitchFamily="34" charset="-120"/>
              </a:rPr>
              <a:t>不用剪輯技巧</a:t>
            </a:r>
            <a:endParaRPr lang="en-US" sz="1575" dirty="0"/>
          </a:p>
        </p:txBody>
      </p:sp>
      <p:sp>
        <p:nvSpPr>
          <p:cNvPr id="9" name="Text 6"/>
          <p:cNvSpPr txBox="1"/>
          <p:nvPr/>
        </p:nvSpPr>
        <p:spPr>
          <a:xfrm>
            <a:off x="4013302" y="5108113"/>
            <a:ext cx="4717755" cy="590520"/>
          </a:xfrm>
          <a:prstGeom prst="rect">
            <a:avLst/>
          </a:prstGeom>
          <a:noFill/>
          <a:ln/>
        </p:spPr>
        <p:txBody>
          <a:bodyPr wrap="square" lIns="0" tIns="0" rIns="0" bIns="0" rtlCol="0" anchor="t"/>
          <a:lstStyle/>
          <a:p>
            <a:pPr algn="ctr" indent="0" marL="0">
              <a:lnSpc>
                <a:spcPts val="2325"/>
              </a:lnSpc>
              <a:buNone/>
            </a:pPr>
            <a:r>
              <a:rPr lang="en-US" sz="1500" b="1" dirty="0">
                <a:solidFill>
                  <a:srgbClr val="4A3C33"/>
                </a:solidFill>
                <a:latin typeface="Noto Sans TC" pitchFamily="34" charset="0"/>
                <a:ea typeface="Noto Sans TC" pitchFamily="34" charset="-122"/>
                <a:cs typeface="Noto Sans TC" pitchFamily="34" charset="-120"/>
              </a:rPr>
              <a:t>Reels 只是</a:t>
            </a:r>
            <a:pPr algn="ctr" indent="0" marL="0">
              <a:lnSpc>
                <a:spcPts val="2325"/>
              </a:lnSpc>
              <a:buNone/>
            </a:pPr>
            <a:r>
              <a:rPr lang="en-US" sz="1500" b="1" dirty="0">
                <a:solidFill>
                  <a:srgbClr val="C05F3C"/>
                </a:solidFill>
                <a:latin typeface="Noto Sans TC" pitchFamily="34" charset="0"/>
                <a:ea typeface="Noto Sans TC" pitchFamily="34" charset="-122"/>
                <a:cs typeface="Noto Sans TC" pitchFamily="34" charset="-120"/>
              </a:rPr>
              <a:t>「會動的照片」</a:t>
            </a:r>
            <a:pPr algn="ctr" indent="0" marL="0">
              <a:lnSpc>
                <a:spcPts val="2325"/>
              </a:lnSpc>
              <a:buNone/>
            </a:pPr>
            <a:r>
              <a:rPr lang="en-US" sz="1500" b="1" dirty="0">
                <a:solidFill>
                  <a:srgbClr val="4A3C33"/>
                </a:solidFill>
                <a:latin typeface="Noto Sans TC" pitchFamily="34" charset="0"/>
                <a:ea typeface="Noto Sans TC" pitchFamily="34" charset="-122"/>
                <a:cs typeface="Noto Sans TC" pitchFamily="34" charset="-120"/>
              </a:rPr>
              <a:t>。</a:t>
            </a:r>
            <a:endParaRPr lang="en-US" sz="1500" dirty="0"/>
          </a:p>
          <a:p>
            <a:pPr algn="ctr" indent="0" marL="0">
              <a:lnSpc>
                <a:spcPts val="2325"/>
              </a:lnSpc>
              <a:buNone/>
            </a:pPr>
            <a:r>
              <a:rPr lang="en-US" sz="1500" b="1" dirty="0">
                <a:solidFill>
                  <a:srgbClr val="4A3C33"/>
                </a:solidFill>
                <a:latin typeface="Noto Sans TC" pitchFamily="34" charset="0"/>
                <a:ea typeface="Noto Sans TC" pitchFamily="34" charset="-122"/>
                <a:cs typeface="Noto Sans TC" pitchFamily="34" charset="-120"/>
              </a:rPr>
              <a:t> 你原本拍照的東西，改成錄 5 秒影片，就是 Reels。</a:t>
            </a:r>
            <a:endParaRPr lang="en-US" sz="1500" dirty="0"/>
          </a:p>
        </p:txBody>
      </p:sp>
      <p:sp>
        <p:nvSpPr>
          <p:cNvPr id="10" name="Text 7"/>
          <p:cNvSpPr txBox="1"/>
          <p:nvPr/>
        </p:nvSpPr>
        <p:spPr>
          <a:xfrm>
            <a:off x="6039063" y="5108113"/>
            <a:ext cx="1403421" cy="295260"/>
          </a:xfrm>
          <a:prstGeom prst="rect">
            <a:avLst/>
          </a:prstGeom>
          <a:noFill/>
          <a:ln/>
        </p:spPr>
        <p:txBody>
          <a:bodyPr wrap="square" lIns="0" tIns="0" rIns="0" bIns="0" rtlCol="0" anchor="t"/>
          <a:lstStyle/>
          <a:p>
            <a:pPr algn="ctr" indent="0" marL="0">
              <a:lnSpc>
                <a:spcPts val="2325"/>
              </a:lnSpc>
              <a:buNone/>
            </a:pPr>
            <a:r>
              <a:rPr lang="en-US" sz="1500" b="1" dirty="0">
                <a:solidFill>
                  <a:srgbClr val="C05F3C"/>
                </a:solidFill>
                <a:latin typeface="Noto Sans TC" pitchFamily="34" charset="0"/>
                <a:ea typeface="Noto Sans TC" pitchFamily="34" charset="-122"/>
                <a:cs typeface="Noto Sans TC" pitchFamily="34" charset="-120"/>
              </a:rPr>
              <a:t>「會動的照片」</a:t>
            </a:r>
            <a:endParaRPr lang="en-US" sz="1500" dirty="0"/>
          </a:p>
        </p:txBody>
      </p:sp>
      <p:sp>
        <p:nvSpPr>
          <p:cNvPr id="11" name="Text 8"/>
          <p:cNvSpPr txBox="1"/>
          <p:nvPr/>
        </p:nvSpPr>
        <p:spPr>
          <a:xfrm>
            <a:off x="761970" y="6438930"/>
            <a:ext cx="1338042" cy="200071"/>
          </a:xfrm>
          <a:prstGeom prst="rect">
            <a:avLst/>
          </a:prstGeom>
          <a:noFill/>
          <a:ln/>
        </p:spPr>
        <p:txBody>
          <a:bodyPr wrap="square" lIns="0" tIns="0" rIns="0" bIns="0" rtlCol="0" anchor="t"/>
          <a:lstStyle/>
          <a:p>
            <a:pPr algn="l" indent="0" marL="0">
              <a:buNone/>
            </a:pPr>
            <a:r>
              <a:rPr lang="en-US" sz="938" b="1" spc="56" kern="0" dirty="0">
                <a:solidFill>
                  <a:srgbClr val="9C8B7C"/>
                </a:solidFill>
                <a:latin typeface="Noto Sans TC" pitchFamily="34" charset="0"/>
                <a:ea typeface="Noto Sans TC" pitchFamily="34" charset="-122"/>
                <a:cs typeface="Noto Sans TC" pitchFamily="34" charset="-120"/>
              </a:rPr>
              <a:t>PART 7 · 14:35</a:t>
            </a:r>
            <a:endParaRPr lang="en-US" sz="938" dirty="0"/>
          </a:p>
        </p:txBody>
      </p:sp>
      <p:sp>
        <p:nvSpPr>
          <p:cNvPr id="12" name="Text 9"/>
          <p:cNvSpPr txBox="1"/>
          <p:nvPr/>
        </p:nvSpPr>
        <p:spPr>
          <a:xfrm>
            <a:off x="10922599" y="6438930"/>
            <a:ext cx="562630" cy="200071"/>
          </a:xfrm>
          <a:prstGeom prst="rect">
            <a:avLst/>
          </a:prstGeom>
          <a:noFill/>
          <a:ln/>
        </p:spPr>
        <p:txBody>
          <a:bodyPr wrap="square" lIns="0" tIns="0" rIns="0" bIns="0" rtlCol="0" anchor="t"/>
          <a:lstStyle/>
          <a:p>
            <a:pPr algn="l" indent="0" marL="0">
              <a:buNone/>
            </a:pPr>
            <a:r>
              <a:rPr lang="en-US" sz="938" b="1" spc="56" kern="0" dirty="0">
                <a:solidFill>
                  <a:srgbClr val="9C8B7C"/>
                </a:solidFill>
                <a:latin typeface="Noto Sans TC" pitchFamily="34" charset="0"/>
                <a:ea typeface="Noto Sans TC" pitchFamily="34" charset="-122"/>
                <a:cs typeface="Noto Sans TC" pitchFamily="34" charset="-120"/>
              </a:rPr>
              <a:t>51 / 75</a:t>
            </a:r>
            <a:endParaRPr lang="en-US" sz="938"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BF7F1"/>
        </a:solidFill>
      </p:bgPr>
    </p:bg>
    <p:spTree>
      <p:nvGrpSpPr>
        <p:cNvPr id="1" name=""/>
        <p:cNvGrpSpPr/>
        <p:nvPr/>
      </p:nvGrpSpPr>
      <p:grpSpPr>
        <a:xfrm>
          <a:off x="0" y="0"/>
          <a:ext cx="0" cy="0"/>
          <a:chOff x="0" y="0"/>
          <a:chExt cx="0" cy="0"/>
        </a:xfrm>
      </p:grpSpPr>
      <p:pic>
        <p:nvPicPr>
          <p:cNvPr id="2" name="Image 0" descr="/home/user/gogoeveryday/social-course/export-pptx/build/bg/52.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761970" y="1235537"/>
            <a:ext cx="1726662" cy="219090"/>
          </a:xfrm>
          <a:prstGeom prst="rect">
            <a:avLst/>
          </a:prstGeom>
          <a:noFill/>
          <a:ln/>
        </p:spPr>
        <p:txBody>
          <a:bodyPr wrap="square" lIns="0" tIns="0" rIns="0" bIns="0" rtlCol="0" anchor="t"/>
          <a:lstStyle/>
          <a:p>
            <a:pPr algn="l" indent="0" marL="0">
              <a:buNone/>
            </a:pPr>
            <a:r>
              <a:rPr lang="en-US" sz="1125" b="1" spc="225" kern="0" dirty="0">
                <a:solidFill>
                  <a:srgbClr val="8A5A6D"/>
                </a:solidFill>
                <a:latin typeface="Noto Sans TC" pitchFamily="34" charset="0"/>
                <a:ea typeface="Noto Sans TC" pitchFamily="34" charset="-122"/>
                <a:cs typeface="Noto Sans TC" pitchFamily="34" charset="-120"/>
              </a:rPr>
              <a:t>六大類，選一個就好</a:t>
            </a:r>
            <a:endParaRPr lang="en-US" sz="1125" dirty="0"/>
          </a:p>
        </p:txBody>
      </p:sp>
      <p:sp>
        <p:nvSpPr>
          <p:cNvPr id="4" name="Text 1"/>
          <p:cNvSpPr txBox="1"/>
          <p:nvPr/>
        </p:nvSpPr>
        <p:spPr>
          <a:xfrm>
            <a:off x="761970" y="1540398"/>
            <a:ext cx="3401568" cy="542971"/>
          </a:xfrm>
          <a:prstGeom prst="rect">
            <a:avLst/>
          </a:prstGeom>
          <a:noFill/>
          <a:ln/>
        </p:spPr>
        <p:txBody>
          <a:bodyPr wrap="square" lIns="0" tIns="0" rIns="0" bIns="0" rtlCol="0" anchor="t"/>
          <a:lstStyle/>
          <a:p>
            <a:pPr algn="l" indent="0" marL="0">
              <a:lnSpc>
                <a:spcPts val="3477"/>
              </a:lnSpc>
              <a:buNone/>
            </a:pPr>
            <a:r>
              <a:rPr lang="en-US" sz="2850" b="1" spc="-57" kern="0" dirty="0">
                <a:solidFill>
                  <a:srgbClr val="241C17"/>
                </a:solidFill>
                <a:latin typeface="Noto Sans TC" pitchFamily="34" charset="0"/>
                <a:ea typeface="Noto Sans TC" pitchFamily="34" charset="-122"/>
                <a:cs typeface="Noto Sans TC" pitchFamily="34" charset="-120"/>
              </a:rPr>
              <a:t>Reels 可以拍這六種</a:t>
            </a:r>
            <a:endParaRPr lang="en-US" sz="2850" dirty="0"/>
          </a:p>
        </p:txBody>
      </p:sp>
      <p:sp>
        <p:nvSpPr>
          <p:cNvPr id="5" name="Text 2"/>
          <p:cNvSpPr txBox="1"/>
          <p:nvPr/>
        </p:nvSpPr>
        <p:spPr>
          <a:xfrm>
            <a:off x="1724010" y="2610612"/>
            <a:ext cx="272674" cy="200071"/>
          </a:xfrm>
          <a:prstGeom prst="rect">
            <a:avLst/>
          </a:prstGeom>
          <a:noFill/>
          <a:ln/>
        </p:spPr>
        <p:txBody>
          <a:bodyPr wrap="square" lIns="0" tIns="0" rIns="0" bIns="0" rtlCol="0" anchor="t"/>
          <a:lstStyle/>
          <a:p>
            <a:pPr algn="l" indent="0" marL="0">
              <a:buNone/>
            </a:pPr>
            <a:r>
              <a:rPr lang="en-US" sz="975" b="1" spc="136" kern="0" dirty="0">
                <a:solidFill>
                  <a:srgbClr val="9C8B7C"/>
                </a:solidFill>
                <a:latin typeface="Noto Sans TC" pitchFamily="34" charset="0"/>
                <a:ea typeface="Noto Sans TC" pitchFamily="34" charset="-122"/>
                <a:cs typeface="Noto Sans TC" pitchFamily="34" charset="-120"/>
              </a:rPr>
              <a:t>①</a:t>
            </a:r>
            <a:endParaRPr lang="en-US" sz="975" dirty="0"/>
          </a:p>
        </p:txBody>
      </p:sp>
      <p:sp>
        <p:nvSpPr>
          <p:cNvPr id="6" name="Text 3"/>
          <p:cNvSpPr txBox="1"/>
          <p:nvPr/>
        </p:nvSpPr>
        <p:spPr>
          <a:xfrm>
            <a:off x="1724010" y="2829702"/>
            <a:ext cx="890534" cy="295260"/>
          </a:xfrm>
          <a:prstGeom prst="rect">
            <a:avLst/>
          </a:prstGeom>
          <a:noFill/>
          <a:ln/>
        </p:spPr>
        <p:txBody>
          <a:bodyPr wrap="square" lIns="0" tIns="0" rIns="0" bIns="0" rtlCol="0" anchor="t"/>
          <a:lstStyle/>
          <a:p>
            <a:pPr algn="l" indent="0" marL="0">
              <a:buNone/>
            </a:pPr>
            <a:r>
              <a:rPr lang="en-US" sz="1500" b="1" spc="-15" kern="0" dirty="0">
                <a:solidFill>
                  <a:srgbClr val="241C17"/>
                </a:solidFill>
                <a:latin typeface="Noto Sans TC" pitchFamily="34" charset="0"/>
                <a:ea typeface="Noto Sans TC" pitchFamily="34" charset="-122"/>
                <a:cs typeface="Noto Sans TC" pitchFamily="34" charset="-120"/>
              </a:rPr>
              <a:t>商品展示</a:t>
            </a:r>
            <a:endParaRPr lang="en-US" sz="1500" dirty="0"/>
          </a:p>
        </p:txBody>
      </p:sp>
      <p:sp>
        <p:nvSpPr>
          <p:cNvPr id="7" name="Text 4"/>
          <p:cNvSpPr txBox="1"/>
          <p:nvPr/>
        </p:nvSpPr>
        <p:spPr>
          <a:xfrm>
            <a:off x="1724010" y="3163001"/>
            <a:ext cx="2362810" cy="219090"/>
          </a:xfrm>
          <a:prstGeom prst="rect">
            <a:avLst/>
          </a:prstGeom>
          <a:noFill/>
          <a:ln/>
        </p:spPr>
        <p:txBody>
          <a:bodyPr wrap="square" lIns="0" tIns="0" rIns="0" bIns="0" rtlCol="0" anchor="t"/>
          <a:lstStyle/>
          <a:p>
            <a:pPr algn="l" indent="0" marL="0">
              <a:lnSpc>
                <a:spcPts val="1823"/>
              </a:lnSpc>
              <a:buNone/>
            </a:pPr>
            <a:r>
              <a:rPr lang="en-US" sz="1125" dirty="0">
                <a:solidFill>
                  <a:srgbClr val="4A3C33"/>
                </a:solidFill>
                <a:latin typeface="Noto Sans TC" pitchFamily="34" charset="0"/>
                <a:ea typeface="Noto Sans TC" pitchFamily="34" charset="-122"/>
                <a:cs typeface="Noto Sans TC" pitchFamily="34" charset="-120"/>
              </a:rPr>
              <a:t>把成品轉一圈、拿起來、打開包裝</a:t>
            </a:r>
            <a:endParaRPr lang="en-US" sz="1125" dirty="0"/>
          </a:p>
        </p:txBody>
      </p:sp>
      <p:sp>
        <p:nvSpPr>
          <p:cNvPr id="8" name="Text 5"/>
          <p:cNvSpPr txBox="1"/>
          <p:nvPr/>
        </p:nvSpPr>
        <p:spPr>
          <a:xfrm>
            <a:off x="5318059" y="2610612"/>
            <a:ext cx="272674" cy="200071"/>
          </a:xfrm>
          <a:prstGeom prst="rect">
            <a:avLst/>
          </a:prstGeom>
          <a:noFill/>
          <a:ln/>
        </p:spPr>
        <p:txBody>
          <a:bodyPr wrap="square" lIns="0" tIns="0" rIns="0" bIns="0" rtlCol="0" anchor="t"/>
          <a:lstStyle/>
          <a:p>
            <a:pPr algn="l" indent="0" marL="0">
              <a:buNone/>
            </a:pPr>
            <a:r>
              <a:rPr lang="en-US" sz="975" b="1" spc="136" kern="0" dirty="0">
                <a:solidFill>
                  <a:srgbClr val="9C8B7C"/>
                </a:solidFill>
                <a:latin typeface="Noto Sans TC" pitchFamily="34" charset="0"/>
                <a:ea typeface="Noto Sans TC" pitchFamily="34" charset="-122"/>
                <a:cs typeface="Noto Sans TC" pitchFamily="34" charset="-120"/>
              </a:rPr>
              <a:t>②</a:t>
            </a:r>
            <a:endParaRPr lang="en-US" sz="975" dirty="0"/>
          </a:p>
        </p:txBody>
      </p:sp>
      <p:sp>
        <p:nvSpPr>
          <p:cNvPr id="9" name="Text 6"/>
          <p:cNvSpPr txBox="1"/>
          <p:nvPr/>
        </p:nvSpPr>
        <p:spPr>
          <a:xfrm>
            <a:off x="5318059" y="2829702"/>
            <a:ext cx="890534" cy="295260"/>
          </a:xfrm>
          <a:prstGeom prst="rect">
            <a:avLst/>
          </a:prstGeom>
          <a:noFill/>
          <a:ln/>
        </p:spPr>
        <p:txBody>
          <a:bodyPr wrap="square" lIns="0" tIns="0" rIns="0" bIns="0" rtlCol="0" anchor="t"/>
          <a:lstStyle/>
          <a:p>
            <a:pPr algn="l" indent="0" marL="0">
              <a:buNone/>
            </a:pPr>
            <a:r>
              <a:rPr lang="en-US" sz="1500" b="1" spc="-15" kern="0" dirty="0">
                <a:solidFill>
                  <a:srgbClr val="241C17"/>
                </a:solidFill>
                <a:latin typeface="Noto Sans TC" pitchFamily="34" charset="0"/>
                <a:ea typeface="Noto Sans TC" pitchFamily="34" charset="-122"/>
                <a:cs typeface="Noto Sans TC" pitchFamily="34" charset="-120"/>
              </a:rPr>
              <a:t>製作過程</a:t>
            </a:r>
            <a:endParaRPr lang="en-US" sz="1500" dirty="0"/>
          </a:p>
        </p:txBody>
      </p:sp>
      <p:sp>
        <p:nvSpPr>
          <p:cNvPr id="10" name="Text 7"/>
          <p:cNvSpPr txBox="1"/>
          <p:nvPr/>
        </p:nvSpPr>
        <p:spPr>
          <a:xfrm>
            <a:off x="5318059" y="3163001"/>
            <a:ext cx="2211294" cy="219090"/>
          </a:xfrm>
          <a:prstGeom prst="rect">
            <a:avLst/>
          </a:prstGeom>
          <a:noFill/>
          <a:ln/>
        </p:spPr>
        <p:txBody>
          <a:bodyPr wrap="square" lIns="0" tIns="0" rIns="0" bIns="0" rtlCol="0" anchor="t"/>
          <a:lstStyle/>
          <a:p>
            <a:pPr algn="l" indent="0" marL="0">
              <a:lnSpc>
                <a:spcPts val="1823"/>
              </a:lnSpc>
              <a:buNone/>
            </a:pPr>
            <a:r>
              <a:rPr lang="en-US" sz="1125" dirty="0">
                <a:solidFill>
                  <a:srgbClr val="4A3C33"/>
                </a:solidFill>
                <a:latin typeface="Noto Sans TC" pitchFamily="34" charset="0"/>
                <a:ea typeface="Noto Sans TC" pitchFamily="34" charset="-122"/>
                <a:cs typeface="Noto Sans TC" pitchFamily="34" charset="-120"/>
              </a:rPr>
              <a:t>從材料到完成，最受歡迎的一種</a:t>
            </a:r>
            <a:endParaRPr lang="en-US" sz="1125" dirty="0"/>
          </a:p>
        </p:txBody>
      </p:sp>
      <p:sp>
        <p:nvSpPr>
          <p:cNvPr id="11" name="Text 8"/>
          <p:cNvSpPr txBox="1"/>
          <p:nvPr/>
        </p:nvSpPr>
        <p:spPr>
          <a:xfrm>
            <a:off x="8912108" y="2610612"/>
            <a:ext cx="272674" cy="200071"/>
          </a:xfrm>
          <a:prstGeom prst="rect">
            <a:avLst/>
          </a:prstGeom>
          <a:noFill/>
          <a:ln/>
        </p:spPr>
        <p:txBody>
          <a:bodyPr wrap="square" lIns="0" tIns="0" rIns="0" bIns="0" rtlCol="0" anchor="t"/>
          <a:lstStyle/>
          <a:p>
            <a:pPr algn="l" indent="0" marL="0">
              <a:buNone/>
            </a:pPr>
            <a:r>
              <a:rPr lang="en-US" sz="975" b="1" spc="136" kern="0" dirty="0">
                <a:solidFill>
                  <a:srgbClr val="9C8B7C"/>
                </a:solidFill>
                <a:latin typeface="Noto Sans TC" pitchFamily="34" charset="0"/>
                <a:ea typeface="Noto Sans TC" pitchFamily="34" charset="-122"/>
                <a:cs typeface="Noto Sans TC" pitchFamily="34" charset="-120"/>
              </a:rPr>
              <a:t>③</a:t>
            </a:r>
            <a:endParaRPr lang="en-US" sz="975" dirty="0"/>
          </a:p>
        </p:txBody>
      </p:sp>
      <p:sp>
        <p:nvSpPr>
          <p:cNvPr id="12" name="Text 9"/>
          <p:cNvSpPr txBox="1"/>
          <p:nvPr/>
        </p:nvSpPr>
        <p:spPr>
          <a:xfrm>
            <a:off x="8912108" y="2829702"/>
            <a:ext cx="890534" cy="295260"/>
          </a:xfrm>
          <a:prstGeom prst="rect">
            <a:avLst/>
          </a:prstGeom>
          <a:noFill/>
          <a:ln/>
        </p:spPr>
        <p:txBody>
          <a:bodyPr wrap="square" lIns="0" tIns="0" rIns="0" bIns="0" rtlCol="0" anchor="t"/>
          <a:lstStyle/>
          <a:p>
            <a:pPr algn="l" indent="0" marL="0">
              <a:buNone/>
            </a:pPr>
            <a:r>
              <a:rPr lang="en-US" sz="1500" b="1" spc="-15" kern="0" dirty="0">
                <a:solidFill>
                  <a:srgbClr val="241C17"/>
                </a:solidFill>
                <a:latin typeface="Noto Sans TC" pitchFamily="34" charset="0"/>
                <a:ea typeface="Noto Sans TC" pitchFamily="34" charset="-122"/>
                <a:cs typeface="Noto Sans TC" pitchFamily="34" charset="-120"/>
              </a:rPr>
              <a:t>幕後花絮</a:t>
            </a:r>
            <a:endParaRPr lang="en-US" sz="1500" dirty="0"/>
          </a:p>
        </p:txBody>
      </p:sp>
      <p:sp>
        <p:nvSpPr>
          <p:cNvPr id="13" name="Text 10"/>
          <p:cNvSpPr txBox="1"/>
          <p:nvPr/>
        </p:nvSpPr>
        <p:spPr>
          <a:xfrm>
            <a:off x="8912108" y="3163001"/>
            <a:ext cx="2362810" cy="450525"/>
          </a:xfrm>
          <a:prstGeom prst="rect">
            <a:avLst/>
          </a:prstGeom>
          <a:noFill/>
          <a:ln/>
        </p:spPr>
        <p:txBody>
          <a:bodyPr wrap="square" lIns="0" tIns="0" rIns="0" bIns="0" rtlCol="0" anchor="t"/>
          <a:lstStyle/>
          <a:p>
            <a:pPr algn="l" indent="0" marL="0">
              <a:lnSpc>
                <a:spcPts val="1823"/>
              </a:lnSpc>
              <a:buNone/>
            </a:pPr>
            <a:r>
              <a:rPr lang="en-US" sz="1125" dirty="0">
                <a:solidFill>
                  <a:srgbClr val="4A3C33"/>
                </a:solidFill>
                <a:latin typeface="Noto Sans TC" pitchFamily="34" charset="0"/>
                <a:ea typeface="Noto Sans TC" pitchFamily="34" charset="-122"/>
                <a:cs typeface="Noto Sans TC" pitchFamily="34" charset="-120"/>
              </a:rPr>
              <a:t>工作桌、備料、收攤、失敗的那一鍋</a:t>
            </a:r>
            <a:endParaRPr lang="en-US" sz="1125" dirty="0"/>
          </a:p>
        </p:txBody>
      </p:sp>
      <p:sp>
        <p:nvSpPr>
          <p:cNvPr id="14" name="Text 11"/>
          <p:cNvSpPr txBox="1"/>
          <p:nvPr/>
        </p:nvSpPr>
        <p:spPr>
          <a:xfrm>
            <a:off x="1724010" y="4245011"/>
            <a:ext cx="272674" cy="200071"/>
          </a:xfrm>
          <a:prstGeom prst="rect">
            <a:avLst/>
          </a:prstGeom>
          <a:noFill/>
          <a:ln/>
        </p:spPr>
        <p:txBody>
          <a:bodyPr wrap="square" lIns="0" tIns="0" rIns="0" bIns="0" rtlCol="0" anchor="t"/>
          <a:lstStyle/>
          <a:p>
            <a:pPr algn="l" indent="0" marL="0">
              <a:buNone/>
            </a:pPr>
            <a:r>
              <a:rPr lang="en-US" sz="975" b="1" spc="136" kern="0" dirty="0">
                <a:solidFill>
                  <a:srgbClr val="9C8B7C"/>
                </a:solidFill>
                <a:latin typeface="Noto Sans TC" pitchFamily="34" charset="0"/>
                <a:ea typeface="Noto Sans TC" pitchFamily="34" charset="-122"/>
                <a:cs typeface="Noto Sans TC" pitchFamily="34" charset="-120"/>
              </a:rPr>
              <a:t>④</a:t>
            </a:r>
            <a:endParaRPr lang="en-US" sz="975" dirty="0"/>
          </a:p>
        </p:txBody>
      </p:sp>
      <p:sp>
        <p:nvSpPr>
          <p:cNvPr id="15" name="Text 12"/>
          <p:cNvSpPr txBox="1"/>
          <p:nvPr/>
        </p:nvSpPr>
        <p:spPr>
          <a:xfrm>
            <a:off x="1724010" y="4464101"/>
            <a:ext cx="890534" cy="295260"/>
          </a:xfrm>
          <a:prstGeom prst="rect">
            <a:avLst/>
          </a:prstGeom>
          <a:noFill/>
          <a:ln/>
        </p:spPr>
        <p:txBody>
          <a:bodyPr wrap="square" lIns="0" tIns="0" rIns="0" bIns="0" rtlCol="0" anchor="t"/>
          <a:lstStyle/>
          <a:p>
            <a:pPr algn="l" indent="0" marL="0">
              <a:buNone/>
            </a:pPr>
            <a:r>
              <a:rPr lang="en-US" sz="1500" b="1" spc="-15" kern="0" dirty="0">
                <a:solidFill>
                  <a:srgbClr val="241C17"/>
                </a:solidFill>
                <a:latin typeface="Noto Sans TC" pitchFamily="34" charset="0"/>
                <a:ea typeface="Noto Sans TC" pitchFamily="34" charset="-122"/>
                <a:cs typeface="Noto Sans TC" pitchFamily="34" charset="-120"/>
              </a:rPr>
              <a:t>前後對比</a:t>
            </a:r>
            <a:endParaRPr lang="en-US" sz="1500" dirty="0"/>
          </a:p>
        </p:txBody>
      </p:sp>
      <p:sp>
        <p:nvSpPr>
          <p:cNvPr id="16" name="Text 13"/>
          <p:cNvSpPr txBox="1"/>
          <p:nvPr/>
        </p:nvSpPr>
        <p:spPr>
          <a:xfrm>
            <a:off x="1724010" y="4797491"/>
            <a:ext cx="2346990" cy="450525"/>
          </a:xfrm>
          <a:prstGeom prst="rect">
            <a:avLst/>
          </a:prstGeom>
          <a:noFill/>
          <a:ln/>
        </p:spPr>
        <p:txBody>
          <a:bodyPr wrap="square" lIns="0" tIns="0" rIns="0" bIns="0" rtlCol="0" anchor="t"/>
          <a:lstStyle/>
          <a:p>
            <a:pPr algn="l" indent="0" marL="0">
              <a:lnSpc>
                <a:spcPts val="1823"/>
              </a:lnSpc>
              <a:buNone/>
            </a:pPr>
            <a:r>
              <a:rPr lang="en-US" sz="1125" dirty="0">
                <a:solidFill>
                  <a:srgbClr val="4A3C33"/>
                </a:solidFill>
                <a:latin typeface="Noto Sans TC" pitchFamily="34" charset="0"/>
                <a:ea typeface="Noto Sans TC" pitchFamily="34" charset="-122"/>
                <a:cs typeface="Noto Sans TC" pitchFamily="34" charset="-120"/>
              </a:rPr>
              <a:t>材料 → 成品；空攤位 → 擺好的攤位</a:t>
            </a:r>
            <a:endParaRPr lang="en-US" sz="1125" dirty="0"/>
          </a:p>
        </p:txBody>
      </p:sp>
      <p:sp>
        <p:nvSpPr>
          <p:cNvPr id="17" name="Text 14"/>
          <p:cNvSpPr txBox="1"/>
          <p:nvPr/>
        </p:nvSpPr>
        <p:spPr>
          <a:xfrm>
            <a:off x="5318059" y="4245011"/>
            <a:ext cx="272674" cy="200071"/>
          </a:xfrm>
          <a:prstGeom prst="rect">
            <a:avLst/>
          </a:prstGeom>
          <a:noFill/>
          <a:ln/>
        </p:spPr>
        <p:txBody>
          <a:bodyPr wrap="square" lIns="0" tIns="0" rIns="0" bIns="0" rtlCol="0" anchor="t"/>
          <a:lstStyle/>
          <a:p>
            <a:pPr algn="l" indent="0" marL="0">
              <a:buNone/>
            </a:pPr>
            <a:r>
              <a:rPr lang="en-US" sz="975" b="1" spc="136" kern="0" dirty="0">
                <a:solidFill>
                  <a:srgbClr val="9C8B7C"/>
                </a:solidFill>
                <a:latin typeface="Noto Sans TC" pitchFamily="34" charset="0"/>
                <a:ea typeface="Noto Sans TC" pitchFamily="34" charset="-122"/>
                <a:cs typeface="Noto Sans TC" pitchFamily="34" charset="-120"/>
              </a:rPr>
              <a:t>⑤</a:t>
            </a:r>
            <a:endParaRPr lang="en-US" sz="975" dirty="0"/>
          </a:p>
        </p:txBody>
      </p:sp>
      <p:sp>
        <p:nvSpPr>
          <p:cNvPr id="18" name="Text 15"/>
          <p:cNvSpPr txBox="1"/>
          <p:nvPr/>
        </p:nvSpPr>
        <p:spPr>
          <a:xfrm>
            <a:off x="5318059" y="4464101"/>
            <a:ext cx="890534" cy="295260"/>
          </a:xfrm>
          <a:prstGeom prst="rect">
            <a:avLst/>
          </a:prstGeom>
          <a:noFill/>
          <a:ln/>
        </p:spPr>
        <p:txBody>
          <a:bodyPr wrap="square" lIns="0" tIns="0" rIns="0" bIns="0" rtlCol="0" anchor="t"/>
          <a:lstStyle/>
          <a:p>
            <a:pPr algn="l" indent="0" marL="0">
              <a:buNone/>
            </a:pPr>
            <a:r>
              <a:rPr lang="en-US" sz="1500" b="1" spc="-15" kern="0" dirty="0">
                <a:solidFill>
                  <a:srgbClr val="241C17"/>
                </a:solidFill>
                <a:latin typeface="Noto Sans TC" pitchFamily="34" charset="0"/>
                <a:ea typeface="Noto Sans TC" pitchFamily="34" charset="-122"/>
                <a:cs typeface="Noto Sans TC" pitchFamily="34" charset="-120"/>
              </a:rPr>
              <a:t>使用方式</a:t>
            </a:r>
            <a:endParaRPr lang="en-US" sz="1500" dirty="0"/>
          </a:p>
        </p:txBody>
      </p:sp>
      <p:sp>
        <p:nvSpPr>
          <p:cNvPr id="19" name="Text 16"/>
          <p:cNvSpPr txBox="1"/>
          <p:nvPr/>
        </p:nvSpPr>
        <p:spPr>
          <a:xfrm>
            <a:off x="5318059" y="4797491"/>
            <a:ext cx="2211294" cy="219090"/>
          </a:xfrm>
          <a:prstGeom prst="rect">
            <a:avLst/>
          </a:prstGeom>
          <a:noFill/>
          <a:ln/>
        </p:spPr>
        <p:txBody>
          <a:bodyPr wrap="square" lIns="0" tIns="0" rIns="0" bIns="0" rtlCol="0" anchor="t"/>
          <a:lstStyle/>
          <a:p>
            <a:pPr algn="l" indent="0" marL="0">
              <a:lnSpc>
                <a:spcPts val="1823"/>
              </a:lnSpc>
              <a:buNone/>
            </a:pPr>
            <a:r>
              <a:rPr lang="en-US" sz="1125" dirty="0">
                <a:solidFill>
                  <a:srgbClr val="4A3C33"/>
                </a:solidFill>
                <a:latin typeface="Noto Sans TC" pitchFamily="34" charset="0"/>
                <a:ea typeface="Noto Sans TC" pitchFamily="34" charset="-122"/>
                <a:cs typeface="Noto Sans TC" pitchFamily="34" charset="-120"/>
              </a:rPr>
              <a:t>果醬可以怎麼吃、耳環怎麼搭配</a:t>
            </a:r>
            <a:endParaRPr lang="en-US" sz="1125" dirty="0"/>
          </a:p>
        </p:txBody>
      </p:sp>
      <p:sp>
        <p:nvSpPr>
          <p:cNvPr id="20" name="Text 17"/>
          <p:cNvSpPr txBox="1"/>
          <p:nvPr/>
        </p:nvSpPr>
        <p:spPr>
          <a:xfrm>
            <a:off x="8912108" y="4245011"/>
            <a:ext cx="272674" cy="200071"/>
          </a:xfrm>
          <a:prstGeom prst="rect">
            <a:avLst/>
          </a:prstGeom>
          <a:noFill/>
          <a:ln/>
        </p:spPr>
        <p:txBody>
          <a:bodyPr wrap="square" lIns="0" tIns="0" rIns="0" bIns="0" rtlCol="0" anchor="t"/>
          <a:lstStyle/>
          <a:p>
            <a:pPr algn="l" indent="0" marL="0">
              <a:buNone/>
            </a:pPr>
            <a:r>
              <a:rPr lang="en-US" sz="975" b="1" spc="136" kern="0" dirty="0">
                <a:solidFill>
                  <a:srgbClr val="9C8B7C"/>
                </a:solidFill>
                <a:latin typeface="Noto Sans TC" pitchFamily="34" charset="0"/>
                <a:ea typeface="Noto Sans TC" pitchFamily="34" charset="-122"/>
                <a:cs typeface="Noto Sans TC" pitchFamily="34" charset="-120"/>
              </a:rPr>
              <a:t>⑥</a:t>
            </a:r>
            <a:endParaRPr lang="en-US" sz="975" dirty="0"/>
          </a:p>
        </p:txBody>
      </p:sp>
      <p:sp>
        <p:nvSpPr>
          <p:cNvPr id="21" name="Text 18"/>
          <p:cNvSpPr txBox="1"/>
          <p:nvPr/>
        </p:nvSpPr>
        <p:spPr>
          <a:xfrm>
            <a:off x="8912108" y="4464101"/>
            <a:ext cx="890534" cy="295260"/>
          </a:xfrm>
          <a:prstGeom prst="rect">
            <a:avLst/>
          </a:prstGeom>
          <a:noFill/>
          <a:ln/>
        </p:spPr>
        <p:txBody>
          <a:bodyPr wrap="square" lIns="0" tIns="0" rIns="0" bIns="0" rtlCol="0" anchor="t"/>
          <a:lstStyle/>
          <a:p>
            <a:pPr algn="l" indent="0" marL="0">
              <a:buNone/>
            </a:pPr>
            <a:r>
              <a:rPr lang="en-US" sz="1500" b="1" spc="-15" kern="0" dirty="0">
                <a:solidFill>
                  <a:srgbClr val="241C17"/>
                </a:solidFill>
                <a:latin typeface="Noto Sans TC" pitchFamily="34" charset="0"/>
                <a:ea typeface="Noto Sans TC" pitchFamily="34" charset="-122"/>
                <a:cs typeface="Noto Sans TC" pitchFamily="34" charset="-120"/>
              </a:rPr>
              <a:t>工作日常</a:t>
            </a:r>
            <a:endParaRPr lang="en-US" sz="1500" dirty="0"/>
          </a:p>
        </p:txBody>
      </p:sp>
      <p:sp>
        <p:nvSpPr>
          <p:cNvPr id="22" name="Text 19"/>
          <p:cNvSpPr txBox="1"/>
          <p:nvPr/>
        </p:nvSpPr>
        <p:spPr>
          <a:xfrm>
            <a:off x="8912108" y="4797491"/>
            <a:ext cx="2362810" cy="450525"/>
          </a:xfrm>
          <a:prstGeom prst="rect">
            <a:avLst/>
          </a:prstGeom>
          <a:noFill/>
          <a:ln/>
        </p:spPr>
        <p:txBody>
          <a:bodyPr wrap="square" lIns="0" tIns="0" rIns="0" bIns="0" rtlCol="0" anchor="t"/>
          <a:lstStyle/>
          <a:p>
            <a:pPr algn="l" indent="0" marL="0">
              <a:lnSpc>
                <a:spcPts val="1823"/>
              </a:lnSpc>
              <a:buNone/>
            </a:pPr>
            <a:r>
              <a:rPr lang="en-US" sz="1125" dirty="0">
                <a:solidFill>
                  <a:srgbClr val="4A3C33"/>
                </a:solidFill>
                <a:latin typeface="Noto Sans TC" pitchFamily="34" charset="0"/>
                <a:ea typeface="Noto Sans TC" pitchFamily="34" charset="-122"/>
                <a:cs typeface="Noto Sans TC" pitchFamily="34" charset="-120"/>
              </a:rPr>
              <a:t>今天出貨幾箱、市集人潮、包裝的手</a:t>
            </a:r>
            <a:endParaRPr lang="en-US" sz="1125" dirty="0"/>
          </a:p>
        </p:txBody>
      </p:sp>
      <p:sp>
        <p:nvSpPr>
          <p:cNvPr id="23" name="Text 20"/>
          <p:cNvSpPr txBox="1"/>
          <p:nvPr/>
        </p:nvSpPr>
        <p:spPr>
          <a:xfrm>
            <a:off x="761970" y="6438930"/>
            <a:ext cx="1338042" cy="200071"/>
          </a:xfrm>
          <a:prstGeom prst="rect">
            <a:avLst/>
          </a:prstGeom>
          <a:noFill/>
          <a:ln/>
        </p:spPr>
        <p:txBody>
          <a:bodyPr wrap="square" lIns="0" tIns="0" rIns="0" bIns="0" rtlCol="0" anchor="t"/>
          <a:lstStyle/>
          <a:p>
            <a:pPr algn="l" indent="0" marL="0">
              <a:buNone/>
            </a:pPr>
            <a:r>
              <a:rPr lang="en-US" sz="938" b="1" spc="56" kern="0" dirty="0">
                <a:solidFill>
                  <a:srgbClr val="9C8B7C"/>
                </a:solidFill>
                <a:latin typeface="Noto Sans TC" pitchFamily="34" charset="0"/>
                <a:ea typeface="Noto Sans TC" pitchFamily="34" charset="-122"/>
                <a:cs typeface="Noto Sans TC" pitchFamily="34" charset="-120"/>
              </a:rPr>
              <a:t>PART 7 · 14:39</a:t>
            </a:r>
            <a:endParaRPr lang="en-US" sz="938" dirty="0"/>
          </a:p>
        </p:txBody>
      </p:sp>
      <p:sp>
        <p:nvSpPr>
          <p:cNvPr id="24" name="Text 21"/>
          <p:cNvSpPr txBox="1"/>
          <p:nvPr/>
        </p:nvSpPr>
        <p:spPr>
          <a:xfrm>
            <a:off x="10922599" y="6438930"/>
            <a:ext cx="562630" cy="200071"/>
          </a:xfrm>
          <a:prstGeom prst="rect">
            <a:avLst/>
          </a:prstGeom>
          <a:noFill/>
          <a:ln/>
        </p:spPr>
        <p:txBody>
          <a:bodyPr wrap="square" lIns="0" tIns="0" rIns="0" bIns="0" rtlCol="0" anchor="t"/>
          <a:lstStyle/>
          <a:p>
            <a:pPr algn="l" indent="0" marL="0">
              <a:buNone/>
            </a:pPr>
            <a:r>
              <a:rPr lang="en-US" sz="938" b="1" spc="56" kern="0" dirty="0">
                <a:solidFill>
                  <a:srgbClr val="9C8B7C"/>
                </a:solidFill>
                <a:latin typeface="Noto Sans TC" pitchFamily="34" charset="0"/>
                <a:ea typeface="Noto Sans TC" pitchFamily="34" charset="-122"/>
                <a:cs typeface="Noto Sans TC" pitchFamily="34" charset="-120"/>
              </a:rPr>
              <a:t>52 / 75</a:t>
            </a:r>
            <a:endParaRPr lang="en-US" sz="938"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BF7F1"/>
        </a:solidFill>
      </p:bgPr>
    </p:bg>
    <p:spTree>
      <p:nvGrpSpPr>
        <p:cNvPr id="1" name=""/>
        <p:cNvGrpSpPr/>
        <p:nvPr/>
      </p:nvGrpSpPr>
      <p:grpSpPr>
        <a:xfrm>
          <a:off x="0" y="0"/>
          <a:ext cx="0" cy="0"/>
          <a:chOff x="0" y="0"/>
          <a:chExt cx="0" cy="0"/>
        </a:xfrm>
      </p:grpSpPr>
      <p:pic>
        <p:nvPicPr>
          <p:cNvPr id="2" name="Image 0" descr="/home/user/gogoeveryday/social-course/export-pptx/build/bg/53.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761970" y="1001451"/>
            <a:ext cx="1363188" cy="219090"/>
          </a:xfrm>
          <a:prstGeom prst="rect">
            <a:avLst/>
          </a:prstGeom>
          <a:noFill/>
          <a:ln/>
        </p:spPr>
        <p:txBody>
          <a:bodyPr wrap="square" lIns="0" tIns="0" rIns="0" bIns="0" rtlCol="0" anchor="t"/>
          <a:lstStyle/>
          <a:p>
            <a:pPr algn="l" indent="0" marL="0">
              <a:buNone/>
            </a:pPr>
            <a:r>
              <a:rPr lang="en-US" sz="1125" b="1" spc="225" kern="0" dirty="0">
                <a:solidFill>
                  <a:srgbClr val="8A5A6D"/>
                </a:solidFill>
                <a:latin typeface="Noto Sans TC" pitchFamily="34" charset="0"/>
                <a:ea typeface="Noto Sans TC" pitchFamily="34" charset="-122"/>
                <a:cs typeface="Noto Sans TC" pitchFamily="34" charset="-120"/>
              </a:rPr>
              <a:t>舉例：手作餅乾</a:t>
            </a:r>
            <a:endParaRPr lang="en-US" sz="1125" dirty="0"/>
          </a:p>
        </p:txBody>
      </p:sp>
      <p:sp>
        <p:nvSpPr>
          <p:cNvPr id="4" name="Text 1"/>
          <p:cNvSpPr txBox="1"/>
          <p:nvPr/>
        </p:nvSpPr>
        <p:spPr>
          <a:xfrm>
            <a:off x="761970" y="1306220"/>
            <a:ext cx="3474903" cy="984534"/>
          </a:xfrm>
          <a:prstGeom prst="rect">
            <a:avLst/>
          </a:prstGeom>
          <a:noFill/>
          <a:ln/>
        </p:spPr>
        <p:txBody>
          <a:bodyPr wrap="square" lIns="0" tIns="0" rIns="0" bIns="0" rtlCol="0" anchor="t"/>
          <a:lstStyle/>
          <a:p>
            <a:pPr algn="l" indent="0" marL="0">
              <a:lnSpc>
                <a:spcPts val="3477"/>
              </a:lnSpc>
              <a:buNone/>
            </a:pPr>
            <a:r>
              <a:rPr lang="en-US" sz="2850" b="1" spc="-57" kern="0" dirty="0">
                <a:solidFill>
                  <a:srgbClr val="241C17"/>
                </a:solidFill>
                <a:latin typeface="Noto Sans TC" pitchFamily="34" charset="0"/>
                <a:ea typeface="Noto Sans TC" pitchFamily="34" charset="-122"/>
                <a:cs typeface="Noto Sans TC" pitchFamily="34" charset="-120"/>
              </a:rPr>
              <a:t>這五個畫面接起來，</a:t>
            </a:r>
            <a:endParaRPr lang="en-US" sz="2850" dirty="0"/>
          </a:p>
          <a:p>
            <a:pPr algn="l" indent="0" marL="0">
              <a:lnSpc>
                <a:spcPts val="3477"/>
              </a:lnSpc>
              <a:buNone/>
            </a:pPr>
            <a:r>
              <a:rPr lang="en-US" sz="2850" b="1" spc="-57" kern="0" dirty="0">
                <a:solidFill>
                  <a:srgbClr val="241C17"/>
                </a:solidFill>
                <a:latin typeface="Noto Sans TC" pitchFamily="34" charset="0"/>
                <a:ea typeface="Noto Sans TC" pitchFamily="34" charset="-122"/>
                <a:cs typeface="Noto Sans TC" pitchFamily="34" charset="-120"/>
              </a:rPr>
              <a:t>就是一支 Reels。</a:t>
            </a:r>
            <a:endParaRPr lang="en-US" sz="2850" dirty="0"/>
          </a:p>
        </p:txBody>
      </p:sp>
      <p:sp>
        <p:nvSpPr>
          <p:cNvPr id="5" name="Text 2"/>
          <p:cNvSpPr txBox="1"/>
          <p:nvPr/>
        </p:nvSpPr>
        <p:spPr>
          <a:xfrm>
            <a:off x="2396825" y="2818089"/>
            <a:ext cx="193396" cy="171450"/>
          </a:xfrm>
          <a:prstGeom prst="rect">
            <a:avLst/>
          </a:prstGeom>
          <a:noFill/>
          <a:ln/>
        </p:spPr>
        <p:txBody>
          <a:bodyPr wrap="square" lIns="0" tIns="0" rIns="0" bIns="0" rtlCol="0" anchor="t"/>
          <a:lstStyle/>
          <a:p>
            <a:pPr algn="ctr" indent="0" marL="0">
              <a:buNone/>
            </a:pPr>
            <a:r>
              <a:rPr lang="en-US" sz="825" b="1" dirty="0">
                <a:solidFill>
                  <a:srgbClr val="FFFFFF"/>
                </a:solidFill>
                <a:latin typeface="Noto Sans TC" pitchFamily="34" charset="0"/>
                <a:ea typeface="Noto Sans TC" pitchFamily="34" charset="-122"/>
                <a:cs typeface="Noto Sans TC" pitchFamily="34" charset="-120"/>
              </a:rPr>
              <a:t>1</a:t>
            </a:r>
            <a:endParaRPr lang="en-US" sz="825" dirty="0"/>
          </a:p>
        </p:txBody>
      </p:sp>
      <p:sp>
        <p:nvSpPr>
          <p:cNvPr id="6" name="Text 3"/>
          <p:cNvSpPr txBox="1"/>
          <p:nvPr/>
        </p:nvSpPr>
        <p:spPr>
          <a:xfrm>
            <a:off x="2525481" y="4161069"/>
            <a:ext cx="807232" cy="200071"/>
          </a:xfrm>
          <a:prstGeom prst="rect">
            <a:avLst/>
          </a:prstGeom>
          <a:noFill/>
          <a:ln/>
        </p:spPr>
        <p:txBody>
          <a:bodyPr wrap="square" lIns="0" tIns="0" rIns="0" bIns="0" rtlCol="0" anchor="t"/>
          <a:lstStyle/>
          <a:p>
            <a:pPr algn="ctr" indent="0" marL="0">
              <a:buNone/>
            </a:pPr>
            <a:r>
              <a:rPr lang="en-US" sz="975" b="1" dirty="0">
                <a:solidFill>
                  <a:srgbClr val="FFFFFF"/>
                </a:solidFill>
                <a:latin typeface="Noto Sans TC" pitchFamily="34" charset="0"/>
                <a:ea typeface="Noto Sans TC" pitchFamily="34" charset="-122"/>
                <a:cs typeface="Noto Sans TC" pitchFamily="34" charset="-120"/>
              </a:rPr>
              <a:t>🥣 材料準備</a:t>
            </a:r>
            <a:endParaRPr lang="en-US" sz="975" dirty="0"/>
          </a:p>
        </p:txBody>
      </p:sp>
      <p:sp>
        <p:nvSpPr>
          <p:cNvPr id="7" name="Text 4"/>
          <p:cNvSpPr txBox="1"/>
          <p:nvPr/>
        </p:nvSpPr>
        <p:spPr>
          <a:xfrm>
            <a:off x="3648365" y="3432383"/>
            <a:ext cx="193213" cy="295260"/>
          </a:xfrm>
          <a:prstGeom prst="rect">
            <a:avLst/>
          </a:prstGeom>
          <a:noFill/>
          <a:ln/>
        </p:spPr>
        <p:txBody>
          <a:bodyPr wrap="square" lIns="0" tIns="0" rIns="0" bIns="0" rtlCol="0" anchor="t"/>
          <a:lstStyle/>
          <a:p>
            <a:pPr algn="l" indent="0" marL="0">
              <a:buNone/>
            </a:pPr>
            <a:r>
              <a:rPr lang="en-US" sz="1500" b="1" dirty="0">
                <a:solidFill>
                  <a:srgbClr val="C05F3C"/>
                </a:solidFill>
                <a:latin typeface="Noto Sans TC" pitchFamily="34" charset="0"/>
                <a:ea typeface="Noto Sans TC" pitchFamily="34" charset="-122"/>
                <a:cs typeface="Noto Sans TC" pitchFamily="34" charset="-120"/>
              </a:rPr>
              <a:t>›</a:t>
            </a:r>
            <a:endParaRPr lang="en-US" sz="1500" dirty="0"/>
          </a:p>
        </p:txBody>
      </p:sp>
      <p:sp>
        <p:nvSpPr>
          <p:cNvPr id="8" name="Text 5"/>
          <p:cNvSpPr txBox="1"/>
          <p:nvPr/>
        </p:nvSpPr>
        <p:spPr>
          <a:xfrm>
            <a:off x="3982578" y="2818089"/>
            <a:ext cx="193396" cy="171450"/>
          </a:xfrm>
          <a:prstGeom prst="rect">
            <a:avLst/>
          </a:prstGeom>
          <a:noFill/>
          <a:ln/>
        </p:spPr>
        <p:txBody>
          <a:bodyPr wrap="square" lIns="0" tIns="0" rIns="0" bIns="0" rtlCol="0" anchor="t"/>
          <a:lstStyle/>
          <a:p>
            <a:pPr algn="ctr" indent="0" marL="0">
              <a:buNone/>
            </a:pPr>
            <a:r>
              <a:rPr lang="en-US" sz="825" b="1" dirty="0">
                <a:solidFill>
                  <a:srgbClr val="FFFFFF"/>
                </a:solidFill>
                <a:latin typeface="Noto Sans TC" pitchFamily="34" charset="0"/>
                <a:ea typeface="Noto Sans TC" pitchFamily="34" charset="-122"/>
                <a:cs typeface="Noto Sans TC" pitchFamily="34" charset="-120"/>
              </a:rPr>
              <a:t>2</a:t>
            </a:r>
            <a:endParaRPr lang="en-US" sz="825" dirty="0"/>
          </a:p>
        </p:txBody>
      </p:sp>
      <p:sp>
        <p:nvSpPr>
          <p:cNvPr id="9" name="Text 6"/>
          <p:cNvSpPr txBox="1"/>
          <p:nvPr/>
        </p:nvSpPr>
        <p:spPr>
          <a:xfrm>
            <a:off x="4235135" y="4161069"/>
            <a:ext cx="559613" cy="200071"/>
          </a:xfrm>
          <a:prstGeom prst="rect">
            <a:avLst/>
          </a:prstGeom>
          <a:noFill/>
          <a:ln/>
        </p:spPr>
        <p:txBody>
          <a:bodyPr wrap="square" lIns="0" tIns="0" rIns="0" bIns="0" rtlCol="0" anchor="t"/>
          <a:lstStyle/>
          <a:p>
            <a:pPr algn="ctr" indent="0" marL="0">
              <a:buNone/>
            </a:pPr>
            <a:r>
              <a:rPr lang="en-US" sz="975" b="1" dirty="0">
                <a:solidFill>
                  <a:srgbClr val="FFFFFF"/>
                </a:solidFill>
                <a:latin typeface="Noto Sans TC" pitchFamily="34" charset="0"/>
                <a:ea typeface="Noto Sans TC" pitchFamily="34" charset="-122"/>
                <a:cs typeface="Noto Sans TC" pitchFamily="34" charset="-120"/>
              </a:rPr>
              <a:t>👐 揉麵</a:t>
            </a:r>
            <a:endParaRPr lang="en-US" sz="975" dirty="0"/>
          </a:p>
        </p:txBody>
      </p:sp>
      <p:sp>
        <p:nvSpPr>
          <p:cNvPr id="10" name="Text 7"/>
          <p:cNvSpPr txBox="1"/>
          <p:nvPr/>
        </p:nvSpPr>
        <p:spPr>
          <a:xfrm>
            <a:off x="5234117" y="3432383"/>
            <a:ext cx="193213" cy="295260"/>
          </a:xfrm>
          <a:prstGeom prst="rect">
            <a:avLst/>
          </a:prstGeom>
          <a:noFill/>
          <a:ln/>
        </p:spPr>
        <p:txBody>
          <a:bodyPr wrap="square" lIns="0" tIns="0" rIns="0" bIns="0" rtlCol="0" anchor="t"/>
          <a:lstStyle/>
          <a:p>
            <a:pPr algn="l" indent="0" marL="0">
              <a:buNone/>
            </a:pPr>
            <a:r>
              <a:rPr lang="en-US" sz="1500" b="1" dirty="0">
                <a:solidFill>
                  <a:srgbClr val="C05F3C"/>
                </a:solidFill>
                <a:latin typeface="Noto Sans TC" pitchFamily="34" charset="0"/>
                <a:ea typeface="Noto Sans TC" pitchFamily="34" charset="-122"/>
                <a:cs typeface="Noto Sans TC" pitchFamily="34" charset="-120"/>
              </a:rPr>
              <a:t>›</a:t>
            </a:r>
            <a:endParaRPr lang="en-US" sz="1500" dirty="0"/>
          </a:p>
        </p:txBody>
      </p:sp>
      <p:sp>
        <p:nvSpPr>
          <p:cNvPr id="11" name="Text 8"/>
          <p:cNvSpPr txBox="1"/>
          <p:nvPr/>
        </p:nvSpPr>
        <p:spPr>
          <a:xfrm>
            <a:off x="5568330" y="2818089"/>
            <a:ext cx="193396" cy="171450"/>
          </a:xfrm>
          <a:prstGeom prst="rect">
            <a:avLst/>
          </a:prstGeom>
          <a:noFill/>
          <a:ln/>
        </p:spPr>
        <p:txBody>
          <a:bodyPr wrap="square" lIns="0" tIns="0" rIns="0" bIns="0" rtlCol="0" anchor="t"/>
          <a:lstStyle/>
          <a:p>
            <a:pPr algn="ctr" indent="0" marL="0">
              <a:buNone/>
            </a:pPr>
            <a:r>
              <a:rPr lang="en-US" sz="825" b="1" dirty="0">
                <a:solidFill>
                  <a:srgbClr val="FFFFFF"/>
                </a:solidFill>
                <a:latin typeface="Noto Sans TC" pitchFamily="34" charset="0"/>
                <a:ea typeface="Noto Sans TC" pitchFamily="34" charset="-122"/>
                <a:cs typeface="Noto Sans TC" pitchFamily="34" charset="-120"/>
              </a:rPr>
              <a:t>3</a:t>
            </a:r>
            <a:endParaRPr lang="en-US" sz="825" dirty="0"/>
          </a:p>
        </p:txBody>
      </p:sp>
      <p:sp>
        <p:nvSpPr>
          <p:cNvPr id="12" name="Text 9"/>
          <p:cNvSpPr txBox="1"/>
          <p:nvPr/>
        </p:nvSpPr>
        <p:spPr>
          <a:xfrm>
            <a:off x="5820888" y="4161069"/>
            <a:ext cx="559613" cy="200071"/>
          </a:xfrm>
          <a:prstGeom prst="rect">
            <a:avLst/>
          </a:prstGeom>
          <a:noFill/>
          <a:ln/>
        </p:spPr>
        <p:txBody>
          <a:bodyPr wrap="square" lIns="0" tIns="0" rIns="0" bIns="0" rtlCol="0" anchor="t"/>
          <a:lstStyle/>
          <a:p>
            <a:pPr algn="ctr" indent="0" marL="0">
              <a:buNone/>
            </a:pPr>
            <a:r>
              <a:rPr lang="en-US" sz="975" b="1" dirty="0">
                <a:solidFill>
                  <a:srgbClr val="FFFFFF"/>
                </a:solidFill>
                <a:latin typeface="Noto Sans TC" pitchFamily="34" charset="0"/>
                <a:ea typeface="Noto Sans TC" pitchFamily="34" charset="-122"/>
                <a:cs typeface="Noto Sans TC" pitchFamily="34" charset="-120"/>
              </a:rPr>
              <a:t>🔥 烘烤</a:t>
            </a:r>
            <a:endParaRPr lang="en-US" sz="975" dirty="0"/>
          </a:p>
        </p:txBody>
      </p:sp>
      <p:sp>
        <p:nvSpPr>
          <p:cNvPr id="13" name="Text 10"/>
          <p:cNvSpPr txBox="1"/>
          <p:nvPr/>
        </p:nvSpPr>
        <p:spPr>
          <a:xfrm>
            <a:off x="6819870" y="3432383"/>
            <a:ext cx="193213" cy="295260"/>
          </a:xfrm>
          <a:prstGeom prst="rect">
            <a:avLst/>
          </a:prstGeom>
          <a:noFill/>
          <a:ln/>
        </p:spPr>
        <p:txBody>
          <a:bodyPr wrap="square" lIns="0" tIns="0" rIns="0" bIns="0" rtlCol="0" anchor="t"/>
          <a:lstStyle/>
          <a:p>
            <a:pPr algn="l" indent="0" marL="0">
              <a:buNone/>
            </a:pPr>
            <a:r>
              <a:rPr lang="en-US" sz="1500" b="1" dirty="0">
                <a:solidFill>
                  <a:srgbClr val="C05F3C"/>
                </a:solidFill>
                <a:latin typeface="Noto Sans TC" pitchFamily="34" charset="0"/>
                <a:ea typeface="Noto Sans TC" pitchFamily="34" charset="-122"/>
                <a:cs typeface="Noto Sans TC" pitchFamily="34" charset="-120"/>
              </a:rPr>
              <a:t>›</a:t>
            </a:r>
            <a:endParaRPr lang="en-US" sz="1500" dirty="0"/>
          </a:p>
        </p:txBody>
      </p:sp>
      <p:sp>
        <p:nvSpPr>
          <p:cNvPr id="14" name="Text 11"/>
          <p:cNvSpPr txBox="1"/>
          <p:nvPr/>
        </p:nvSpPr>
        <p:spPr>
          <a:xfrm>
            <a:off x="7154083" y="2818089"/>
            <a:ext cx="193396" cy="171450"/>
          </a:xfrm>
          <a:prstGeom prst="rect">
            <a:avLst/>
          </a:prstGeom>
          <a:noFill/>
          <a:ln/>
        </p:spPr>
        <p:txBody>
          <a:bodyPr wrap="square" lIns="0" tIns="0" rIns="0" bIns="0" rtlCol="0" anchor="t"/>
          <a:lstStyle/>
          <a:p>
            <a:pPr algn="ctr" indent="0" marL="0">
              <a:buNone/>
            </a:pPr>
            <a:r>
              <a:rPr lang="en-US" sz="825" b="1" dirty="0">
                <a:solidFill>
                  <a:srgbClr val="FFFFFF"/>
                </a:solidFill>
                <a:latin typeface="Noto Sans TC" pitchFamily="34" charset="0"/>
                <a:ea typeface="Noto Sans TC" pitchFamily="34" charset="-122"/>
                <a:cs typeface="Noto Sans TC" pitchFamily="34" charset="-120"/>
              </a:rPr>
              <a:t>4</a:t>
            </a:r>
            <a:endParaRPr lang="en-US" sz="825" dirty="0"/>
          </a:p>
        </p:txBody>
      </p:sp>
      <p:sp>
        <p:nvSpPr>
          <p:cNvPr id="15" name="Text 12"/>
          <p:cNvSpPr txBox="1"/>
          <p:nvPr/>
        </p:nvSpPr>
        <p:spPr>
          <a:xfrm>
            <a:off x="7406640" y="4161069"/>
            <a:ext cx="559613" cy="200071"/>
          </a:xfrm>
          <a:prstGeom prst="rect">
            <a:avLst/>
          </a:prstGeom>
          <a:noFill/>
          <a:ln/>
        </p:spPr>
        <p:txBody>
          <a:bodyPr wrap="square" lIns="0" tIns="0" rIns="0" bIns="0" rtlCol="0" anchor="t"/>
          <a:lstStyle/>
          <a:p>
            <a:pPr algn="ctr" indent="0" marL="0">
              <a:buNone/>
            </a:pPr>
            <a:r>
              <a:rPr lang="en-US" sz="975" b="1" dirty="0">
                <a:solidFill>
                  <a:srgbClr val="FFFFFF"/>
                </a:solidFill>
                <a:latin typeface="Noto Sans TC" pitchFamily="34" charset="0"/>
                <a:ea typeface="Noto Sans TC" pitchFamily="34" charset="-122"/>
                <a:cs typeface="Noto Sans TC" pitchFamily="34" charset="-120"/>
              </a:rPr>
              <a:t>✨ 出爐</a:t>
            </a:r>
            <a:endParaRPr lang="en-US" sz="975" dirty="0"/>
          </a:p>
        </p:txBody>
      </p:sp>
      <p:sp>
        <p:nvSpPr>
          <p:cNvPr id="16" name="Text 13"/>
          <p:cNvSpPr txBox="1"/>
          <p:nvPr/>
        </p:nvSpPr>
        <p:spPr>
          <a:xfrm>
            <a:off x="8405622" y="3432383"/>
            <a:ext cx="193213" cy="295260"/>
          </a:xfrm>
          <a:prstGeom prst="rect">
            <a:avLst/>
          </a:prstGeom>
          <a:noFill/>
          <a:ln/>
        </p:spPr>
        <p:txBody>
          <a:bodyPr wrap="square" lIns="0" tIns="0" rIns="0" bIns="0" rtlCol="0" anchor="t"/>
          <a:lstStyle/>
          <a:p>
            <a:pPr algn="l" indent="0" marL="0">
              <a:buNone/>
            </a:pPr>
            <a:r>
              <a:rPr lang="en-US" sz="1500" b="1" dirty="0">
                <a:solidFill>
                  <a:srgbClr val="C05F3C"/>
                </a:solidFill>
                <a:latin typeface="Noto Sans TC" pitchFamily="34" charset="0"/>
                <a:ea typeface="Noto Sans TC" pitchFamily="34" charset="-122"/>
                <a:cs typeface="Noto Sans TC" pitchFamily="34" charset="-120"/>
              </a:rPr>
              <a:t>›</a:t>
            </a:r>
            <a:endParaRPr lang="en-US" sz="1500" dirty="0"/>
          </a:p>
        </p:txBody>
      </p:sp>
      <p:sp>
        <p:nvSpPr>
          <p:cNvPr id="17" name="Text 14"/>
          <p:cNvSpPr txBox="1"/>
          <p:nvPr/>
        </p:nvSpPr>
        <p:spPr>
          <a:xfrm>
            <a:off x="8739835" y="2818089"/>
            <a:ext cx="193396" cy="171450"/>
          </a:xfrm>
          <a:prstGeom prst="rect">
            <a:avLst/>
          </a:prstGeom>
          <a:noFill/>
          <a:ln/>
        </p:spPr>
        <p:txBody>
          <a:bodyPr wrap="square" lIns="0" tIns="0" rIns="0" bIns="0" rtlCol="0" anchor="t"/>
          <a:lstStyle/>
          <a:p>
            <a:pPr algn="ctr" indent="0" marL="0">
              <a:buNone/>
            </a:pPr>
            <a:r>
              <a:rPr lang="en-US" sz="825" b="1" dirty="0">
                <a:solidFill>
                  <a:srgbClr val="FFFFFF"/>
                </a:solidFill>
                <a:latin typeface="Noto Sans TC" pitchFamily="34" charset="0"/>
                <a:ea typeface="Noto Sans TC" pitchFamily="34" charset="-122"/>
                <a:cs typeface="Noto Sans TC" pitchFamily="34" charset="-120"/>
              </a:rPr>
              <a:t>5</a:t>
            </a:r>
            <a:endParaRPr lang="en-US" sz="825" dirty="0"/>
          </a:p>
        </p:txBody>
      </p:sp>
      <p:sp>
        <p:nvSpPr>
          <p:cNvPr id="18" name="Text 15"/>
          <p:cNvSpPr txBox="1"/>
          <p:nvPr/>
        </p:nvSpPr>
        <p:spPr>
          <a:xfrm>
            <a:off x="8992392" y="4161069"/>
            <a:ext cx="559613" cy="200071"/>
          </a:xfrm>
          <a:prstGeom prst="rect">
            <a:avLst/>
          </a:prstGeom>
          <a:noFill/>
          <a:ln/>
        </p:spPr>
        <p:txBody>
          <a:bodyPr wrap="square" lIns="0" tIns="0" rIns="0" bIns="0" rtlCol="0" anchor="t"/>
          <a:lstStyle/>
          <a:p>
            <a:pPr algn="ctr" indent="0" marL="0">
              <a:buNone/>
            </a:pPr>
            <a:r>
              <a:rPr lang="en-US" sz="975" b="1" dirty="0">
                <a:solidFill>
                  <a:srgbClr val="FFFFFF"/>
                </a:solidFill>
                <a:latin typeface="Noto Sans TC" pitchFamily="34" charset="0"/>
                <a:ea typeface="Noto Sans TC" pitchFamily="34" charset="-122"/>
                <a:cs typeface="Noto Sans TC" pitchFamily="34" charset="-120"/>
              </a:rPr>
              <a:t>🎁 包裝</a:t>
            </a:r>
            <a:endParaRPr lang="en-US" sz="975" dirty="0"/>
          </a:p>
        </p:txBody>
      </p:sp>
      <p:sp>
        <p:nvSpPr>
          <p:cNvPr id="19" name="Text 16"/>
          <p:cNvSpPr txBox="1"/>
          <p:nvPr/>
        </p:nvSpPr>
        <p:spPr>
          <a:xfrm>
            <a:off x="1552560" y="4932639"/>
            <a:ext cx="4439869" cy="590520"/>
          </a:xfrm>
          <a:prstGeom prst="rect">
            <a:avLst/>
          </a:prstGeom>
          <a:noFill/>
          <a:ln/>
        </p:spPr>
        <p:txBody>
          <a:bodyPr wrap="square" lIns="0" tIns="0" rIns="0" bIns="0" rtlCol="0" anchor="t"/>
          <a:lstStyle/>
          <a:p>
            <a:pPr algn="l" indent="0" marL="0">
              <a:lnSpc>
                <a:spcPts val="2325"/>
              </a:lnSpc>
              <a:buNone/>
            </a:pPr>
            <a:r>
              <a:rPr lang="en-US" sz="1500" b="1" dirty="0">
                <a:solidFill>
                  <a:srgbClr val="4A3C33"/>
                </a:solidFill>
                <a:latin typeface="Noto Sans TC" pitchFamily="34" charset="0"/>
                <a:ea typeface="Noto Sans TC" pitchFamily="34" charset="-122"/>
                <a:cs typeface="Noto Sans TC" pitchFamily="34" charset="-120"/>
              </a:rPr>
              <a:t>每段拍 </a:t>
            </a:r>
            <a:pPr algn="l" indent="0" marL="0">
              <a:lnSpc>
                <a:spcPts val="2325"/>
              </a:lnSpc>
              <a:buNone/>
            </a:pPr>
            <a:r>
              <a:rPr lang="en-US" sz="1500" b="1" dirty="0">
                <a:solidFill>
                  <a:srgbClr val="4A3C33"/>
                </a:solidFill>
                <a:latin typeface="Noto Sans TC" pitchFamily="34" charset="0"/>
                <a:ea typeface="Noto Sans TC" pitchFamily="34" charset="-122"/>
                <a:cs typeface="Noto Sans TC" pitchFamily="34" charset="-120"/>
              </a:rPr>
              <a:t>3–5 秒</a:t>
            </a:r>
            <a:pPr algn="l" indent="0" marL="0">
              <a:lnSpc>
                <a:spcPts val="2325"/>
              </a:lnSpc>
              <a:buNone/>
            </a:pPr>
            <a:r>
              <a:rPr lang="en-US" sz="1500" b="1" dirty="0">
                <a:solidFill>
                  <a:srgbClr val="4A3C33"/>
                </a:solidFill>
                <a:latin typeface="Noto Sans TC" pitchFamily="34" charset="0"/>
                <a:ea typeface="Noto Sans TC" pitchFamily="34" charset="-122"/>
                <a:cs typeface="Noto Sans TC" pitchFamily="34" charset="-120"/>
              </a:rPr>
              <a:t>就好，全部加起來大約 </a:t>
            </a:r>
            <a:pPr algn="l" indent="0" marL="0">
              <a:lnSpc>
                <a:spcPts val="2325"/>
              </a:lnSpc>
              <a:buNone/>
            </a:pPr>
            <a:r>
              <a:rPr lang="en-US" sz="1500" b="1" dirty="0">
                <a:solidFill>
                  <a:srgbClr val="4A3C33"/>
                </a:solidFill>
                <a:latin typeface="Noto Sans TC" pitchFamily="34" charset="0"/>
                <a:ea typeface="Noto Sans TC" pitchFamily="34" charset="-122"/>
                <a:cs typeface="Noto Sans TC" pitchFamily="34" charset="-120"/>
              </a:rPr>
              <a:t>15–25 秒</a:t>
            </a:r>
            <a:pPr algn="l" indent="0" marL="0">
              <a:lnSpc>
                <a:spcPts val="2325"/>
              </a:lnSpc>
              <a:buNone/>
            </a:pPr>
            <a:r>
              <a:rPr lang="en-US" sz="1500" b="1" dirty="0">
                <a:solidFill>
                  <a:srgbClr val="4A3C33"/>
                </a:solidFill>
                <a:latin typeface="Noto Sans TC" pitchFamily="34" charset="0"/>
                <a:ea typeface="Noto Sans TC" pitchFamily="34" charset="-122"/>
                <a:cs typeface="Noto Sans TC" pitchFamily="34" charset="-120"/>
              </a:rPr>
              <a:t>。</a:t>
            </a:r>
            <a:endParaRPr lang="en-US" sz="1500" dirty="0"/>
          </a:p>
          <a:p>
            <a:pPr algn="l" indent="0" marL="0">
              <a:lnSpc>
                <a:spcPts val="2325"/>
              </a:lnSpc>
              <a:buNone/>
            </a:pPr>
            <a:r>
              <a:rPr lang="en-US" sz="1500" b="1" dirty="0">
                <a:solidFill>
                  <a:srgbClr val="4A3C33"/>
                </a:solidFill>
                <a:latin typeface="Noto Sans TC" pitchFamily="34" charset="0"/>
                <a:ea typeface="Noto Sans TC" pitchFamily="34" charset="-122"/>
                <a:cs typeface="Noto Sans TC" pitchFamily="34" charset="-120"/>
              </a:rPr>
              <a:t> 不用配樂、不用字幕，也可以先發出去。</a:t>
            </a:r>
            <a:endParaRPr lang="en-US" sz="1500" dirty="0"/>
          </a:p>
        </p:txBody>
      </p:sp>
      <p:sp>
        <p:nvSpPr>
          <p:cNvPr id="20" name="Text 17"/>
          <p:cNvSpPr txBox="1"/>
          <p:nvPr/>
        </p:nvSpPr>
        <p:spPr>
          <a:xfrm>
            <a:off x="2167402" y="4932639"/>
            <a:ext cx="693755" cy="295260"/>
          </a:xfrm>
          <a:prstGeom prst="rect">
            <a:avLst/>
          </a:prstGeom>
          <a:noFill/>
          <a:ln/>
        </p:spPr>
        <p:txBody>
          <a:bodyPr wrap="square" lIns="0" tIns="0" rIns="0" bIns="0" rtlCol="0" anchor="t"/>
          <a:lstStyle/>
          <a:p>
            <a:pPr algn="l" indent="0" marL="0">
              <a:lnSpc>
                <a:spcPts val="2325"/>
              </a:lnSpc>
              <a:buNone/>
            </a:pPr>
            <a:r>
              <a:rPr lang="en-US" sz="1500" b="1" dirty="0">
                <a:solidFill>
                  <a:srgbClr val="4A3C33"/>
                </a:solidFill>
                <a:latin typeface="Noto Sans TC" pitchFamily="34" charset="0"/>
                <a:ea typeface="Noto Sans TC" pitchFamily="34" charset="-122"/>
                <a:cs typeface="Noto Sans TC" pitchFamily="34" charset="-120"/>
              </a:rPr>
              <a:t>3–5 秒</a:t>
            </a:r>
            <a:endParaRPr lang="en-US" sz="1500" dirty="0"/>
          </a:p>
        </p:txBody>
      </p:sp>
      <p:sp>
        <p:nvSpPr>
          <p:cNvPr id="21" name="Text 18"/>
          <p:cNvSpPr txBox="1"/>
          <p:nvPr/>
        </p:nvSpPr>
        <p:spPr>
          <a:xfrm>
            <a:off x="4677979" y="4932639"/>
            <a:ext cx="925098" cy="295260"/>
          </a:xfrm>
          <a:prstGeom prst="rect">
            <a:avLst/>
          </a:prstGeom>
          <a:noFill/>
          <a:ln/>
        </p:spPr>
        <p:txBody>
          <a:bodyPr wrap="square" lIns="0" tIns="0" rIns="0" bIns="0" rtlCol="0" anchor="t"/>
          <a:lstStyle/>
          <a:p>
            <a:pPr algn="l" indent="0" marL="0">
              <a:lnSpc>
                <a:spcPts val="2325"/>
              </a:lnSpc>
              <a:buNone/>
            </a:pPr>
            <a:r>
              <a:rPr lang="en-US" sz="1500" b="1" dirty="0">
                <a:solidFill>
                  <a:srgbClr val="4A3C33"/>
                </a:solidFill>
                <a:latin typeface="Noto Sans TC" pitchFamily="34" charset="0"/>
                <a:ea typeface="Noto Sans TC" pitchFamily="34" charset="-122"/>
                <a:cs typeface="Noto Sans TC" pitchFamily="34" charset="-120"/>
              </a:rPr>
              <a:t>15–25 秒</a:t>
            </a:r>
            <a:endParaRPr lang="en-US" sz="1500" dirty="0"/>
          </a:p>
        </p:txBody>
      </p:sp>
      <p:sp>
        <p:nvSpPr>
          <p:cNvPr id="22" name="Text 19"/>
          <p:cNvSpPr txBox="1"/>
          <p:nvPr/>
        </p:nvSpPr>
        <p:spPr>
          <a:xfrm>
            <a:off x="10752064" y="304770"/>
            <a:ext cx="571226" cy="209580"/>
          </a:xfrm>
          <a:prstGeom prst="rect">
            <a:avLst/>
          </a:prstGeom>
          <a:noFill/>
          <a:ln/>
        </p:spPr>
        <p:txBody>
          <a:bodyPr wrap="square" lIns="0" tIns="0" rIns="0" bIns="0" rtlCol="0" anchor="t"/>
          <a:lstStyle/>
          <a:p>
            <a:pPr algn="l" indent="0" marL="0">
              <a:buNone/>
            </a:pPr>
            <a:r>
              <a:rPr lang="en-US" sz="1013" b="1" spc="142" kern="0" dirty="0">
                <a:solidFill>
                  <a:srgbClr val="FBF7F1"/>
                </a:solidFill>
                <a:latin typeface="Noto Sans TC" pitchFamily="34" charset="0"/>
                <a:ea typeface="Noto Sans TC" pitchFamily="34" charset="-122"/>
                <a:cs typeface="Noto Sans TC" pitchFamily="34" charset="-120"/>
              </a:rPr>
              <a:t>拆五格</a:t>
            </a:r>
            <a:endParaRPr lang="en-US" sz="1013" dirty="0"/>
          </a:p>
        </p:txBody>
      </p:sp>
      <p:sp>
        <p:nvSpPr>
          <p:cNvPr id="23" name="Text 20"/>
          <p:cNvSpPr txBox="1"/>
          <p:nvPr/>
        </p:nvSpPr>
        <p:spPr>
          <a:xfrm>
            <a:off x="761970" y="6438930"/>
            <a:ext cx="1338042" cy="200071"/>
          </a:xfrm>
          <a:prstGeom prst="rect">
            <a:avLst/>
          </a:prstGeom>
          <a:noFill/>
          <a:ln/>
        </p:spPr>
        <p:txBody>
          <a:bodyPr wrap="square" lIns="0" tIns="0" rIns="0" bIns="0" rtlCol="0" anchor="t"/>
          <a:lstStyle/>
          <a:p>
            <a:pPr algn="l" indent="0" marL="0">
              <a:buNone/>
            </a:pPr>
            <a:r>
              <a:rPr lang="en-US" sz="938" b="1" spc="56" kern="0" dirty="0">
                <a:solidFill>
                  <a:srgbClr val="9C8B7C"/>
                </a:solidFill>
                <a:latin typeface="Noto Sans TC" pitchFamily="34" charset="0"/>
                <a:ea typeface="Noto Sans TC" pitchFamily="34" charset="-122"/>
                <a:cs typeface="Noto Sans TC" pitchFamily="34" charset="-120"/>
              </a:rPr>
              <a:t>PART 7 · 14:44</a:t>
            </a:r>
            <a:endParaRPr lang="en-US" sz="938" dirty="0"/>
          </a:p>
        </p:txBody>
      </p:sp>
      <p:sp>
        <p:nvSpPr>
          <p:cNvPr id="24" name="Text 21"/>
          <p:cNvSpPr txBox="1"/>
          <p:nvPr/>
        </p:nvSpPr>
        <p:spPr>
          <a:xfrm>
            <a:off x="10922599" y="6438930"/>
            <a:ext cx="562630" cy="200071"/>
          </a:xfrm>
          <a:prstGeom prst="rect">
            <a:avLst/>
          </a:prstGeom>
          <a:noFill/>
          <a:ln/>
        </p:spPr>
        <p:txBody>
          <a:bodyPr wrap="square" lIns="0" tIns="0" rIns="0" bIns="0" rtlCol="0" anchor="t"/>
          <a:lstStyle/>
          <a:p>
            <a:pPr algn="l" indent="0" marL="0">
              <a:buNone/>
            </a:pPr>
            <a:r>
              <a:rPr lang="en-US" sz="938" b="1" spc="56" kern="0" dirty="0">
                <a:solidFill>
                  <a:srgbClr val="9C8B7C"/>
                </a:solidFill>
                <a:latin typeface="Noto Sans TC" pitchFamily="34" charset="0"/>
                <a:ea typeface="Noto Sans TC" pitchFamily="34" charset="-122"/>
                <a:cs typeface="Noto Sans TC" pitchFamily="34" charset="-120"/>
              </a:rPr>
              <a:t>53 / 75</a:t>
            </a:r>
            <a:endParaRPr lang="en-US" sz="938"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BF7F1"/>
        </a:solidFill>
      </p:bgPr>
    </p:bg>
    <p:spTree>
      <p:nvGrpSpPr>
        <p:cNvPr id="1" name=""/>
        <p:cNvGrpSpPr/>
        <p:nvPr/>
      </p:nvGrpSpPr>
      <p:grpSpPr>
        <a:xfrm>
          <a:off x="0" y="0"/>
          <a:ext cx="0" cy="0"/>
          <a:chOff x="0" y="0"/>
          <a:chExt cx="0" cy="0"/>
        </a:xfrm>
      </p:grpSpPr>
      <p:pic>
        <p:nvPicPr>
          <p:cNvPr id="2" name="Image 0" descr="/home/user/gogoeveryday/social-course/export-pptx/build/bg/54.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761970" y="908914"/>
            <a:ext cx="999714" cy="219090"/>
          </a:xfrm>
          <a:prstGeom prst="rect">
            <a:avLst/>
          </a:prstGeom>
          <a:noFill/>
          <a:ln/>
        </p:spPr>
        <p:txBody>
          <a:bodyPr wrap="square" lIns="0" tIns="0" rIns="0" bIns="0" rtlCol="0" anchor="t"/>
          <a:lstStyle/>
          <a:p>
            <a:pPr algn="l" indent="0" marL="0">
              <a:buNone/>
            </a:pPr>
            <a:r>
              <a:rPr lang="en-US" sz="1125" b="1" spc="225" kern="0" dirty="0">
                <a:solidFill>
                  <a:srgbClr val="5F7A63"/>
                </a:solidFill>
                <a:latin typeface="Noto Sans TC" pitchFamily="34" charset="0"/>
                <a:ea typeface="Noto Sans TC" pitchFamily="34" charset="-122"/>
                <a:cs typeface="Noto Sans TC" pitchFamily="34" charset="-120"/>
              </a:rPr>
              <a:t>初學者版本</a:t>
            </a:r>
            <a:endParaRPr lang="en-US" sz="1125" dirty="0"/>
          </a:p>
        </p:txBody>
      </p:sp>
      <p:sp>
        <p:nvSpPr>
          <p:cNvPr id="4" name="Text 1"/>
          <p:cNvSpPr txBox="1"/>
          <p:nvPr/>
        </p:nvSpPr>
        <p:spPr>
          <a:xfrm>
            <a:off x="761970" y="1213683"/>
            <a:ext cx="3144073" cy="542971"/>
          </a:xfrm>
          <a:prstGeom prst="rect">
            <a:avLst/>
          </a:prstGeom>
          <a:noFill/>
          <a:ln/>
        </p:spPr>
        <p:txBody>
          <a:bodyPr wrap="square" lIns="0" tIns="0" rIns="0" bIns="0" rtlCol="0" anchor="t"/>
          <a:lstStyle/>
          <a:p>
            <a:pPr algn="l" indent="0" marL="0">
              <a:lnSpc>
                <a:spcPts val="3477"/>
              </a:lnSpc>
              <a:buNone/>
            </a:pPr>
            <a:r>
              <a:rPr lang="en-US" sz="2850" b="1" spc="-57" kern="0" dirty="0">
                <a:solidFill>
                  <a:srgbClr val="241C17"/>
                </a:solidFill>
                <a:latin typeface="Noto Sans TC" pitchFamily="34" charset="0"/>
                <a:ea typeface="Noto Sans TC" pitchFamily="34" charset="-122"/>
                <a:cs typeface="Noto Sans TC" pitchFamily="34" charset="-120"/>
              </a:rPr>
              <a:t>拍 3–5 個片段就好</a:t>
            </a:r>
            <a:endParaRPr lang="en-US" sz="2850" dirty="0"/>
          </a:p>
        </p:txBody>
      </p:sp>
      <p:sp>
        <p:nvSpPr>
          <p:cNvPr id="5" name="Text 2"/>
          <p:cNvSpPr txBox="1"/>
          <p:nvPr/>
        </p:nvSpPr>
        <p:spPr>
          <a:xfrm>
            <a:off x="1069299" y="2083918"/>
            <a:ext cx="221468" cy="247620"/>
          </a:xfrm>
          <a:prstGeom prst="rect">
            <a:avLst/>
          </a:prstGeom>
          <a:noFill/>
          <a:ln/>
        </p:spPr>
        <p:txBody>
          <a:bodyPr wrap="square" lIns="0" tIns="0" rIns="0" bIns="0" rtlCol="0" anchor="t"/>
          <a:lstStyle/>
          <a:p>
            <a:pPr algn="l" indent="0" marL="0">
              <a:buNone/>
            </a:pPr>
            <a:r>
              <a:rPr lang="en-US" sz="1200" b="1" dirty="0">
                <a:solidFill>
                  <a:srgbClr val="FFFFFF"/>
                </a:solidFill>
                <a:latin typeface="Noto Sans TC" pitchFamily="34" charset="0"/>
                <a:ea typeface="Noto Sans TC" pitchFamily="34" charset="-122"/>
                <a:cs typeface="Noto Sans TC" pitchFamily="34" charset="-120"/>
              </a:rPr>
              <a:t>1</a:t>
            </a:r>
            <a:endParaRPr lang="en-US" sz="1200" dirty="0"/>
          </a:p>
        </p:txBody>
      </p:sp>
      <p:sp>
        <p:nvSpPr>
          <p:cNvPr id="6" name="Text 3"/>
          <p:cNvSpPr txBox="1"/>
          <p:nvPr/>
        </p:nvSpPr>
        <p:spPr>
          <a:xfrm>
            <a:off x="1409730" y="2060052"/>
            <a:ext cx="508681" cy="295260"/>
          </a:xfrm>
          <a:prstGeom prst="rect">
            <a:avLst/>
          </a:prstGeom>
          <a:noFill/>
          <a:ln/>
        </p:spPr>
        <p:txBody>
          <a:bodyPr wrap="square" lIns="0" tIns="0" rIns="0" bIns="0" rtlCol="0" anchor="t"/>
          <a:lstStyle/>
          <a:p>
            <a:pPr algn="l" indent="0" marL="0">
              <a:buNone/>
            </a:pPr>
            <a:r>
              <a:rPr lang="en-US" sz="1500" b="1" spc="-15" kern="0" dirty="0">
                <a:solidFill>
                  <a:srgbClr val="241C17"/>
                </a:solidFill>
                <a:latin typeface="Noto Sans TC" pitchFamily="34" charset="0"/>
                <a:ea typeface="Noto Sans TC" pitchFamily="34" charset="-122"/>
                <a:cs typeface="Noto Sans TC" pitchFamily="34" charset="-120"/>
              </a:rPr>
              <a:t>材料</a:t>
            </a:r>
            <a:endParaRPr lang="en-US" sz="1500" dirty="0"/>
          </a:p>
        </p:txBody>
      </p:sp>
      <p:sp>
        <p:nvSpPr>
          <p:cNvPr id="7" name="Text 4"/>
          <p:cNvSpPr txBox="1"/>
          <p:nvPr/>
        </p:nvSpPr>
        <p:spPr>
          <a:xfrm>
            <a:off x="1069299" y="2807757"/>
            <a:ext cx="221468" cy="247620"/>
          </a:xfrm>
          <a:prstGeom prst="rect">
            <a:avLst/>
          </a:prstGeom>
          <a:noFill/>
          <a:ln/>
        </p:spPr>
        <p:txBody>
          <a:bodyPr wrap="square" lIns="0" tIns="0" rIns="0" bIns="0" rtlCol="0" anchor="t"/>
          <a:lstStyle/>
          <a:p>
            <a:pPr algn="l" indent="0" marL="0">
              <a:buNone/>
            </a:pPr>
            <a:r>
              <a:rPr lang="en-US" sz="1200" b="1" dirty="0">
                <a:solidFill>
                  <a:srgbClr val="FFFFFF"/>
                </a:solidFill>
                <a:latin typeface="Noto Sans TC" pitchFamily="34" charset="0"/>
                <a:ea typeface="Noto Sans TC" pitchFamily="34" charset="-122"/>
                <a:cs typeface="Noto Sans TC" pitchFamily="34" charset="-120"/>
              </a:rPr>
              <a:t>2</a:t>
            </a:r>
            <a:endParaRPr lang="en-US" sz="1200" dirty="0"/>
          </a:p>
        </p:txBody>
      </p:sp>
      <p:sp>
        <p:nvSpPr>
          <p:cNvPr id="8" name="Text 5"/>
          <p:cNvSpPr txBox="1"/>
          <p:nvPr/>
        </p:nvSpPr>
        <p:spPr>
          <a:xfrm>
            <a:off x="1409730" y="2783982"/>
            <a:ext cx="508681" cy="295260"/>
          </a:xfrm>
          <a:prstGeom prst="rect">
            <a:avLst/>
          </a:prstGeom>
          <a:noFill/>
          <a:ln/>
        </p:spPr>
        <p:txBody>
          <a:bodyPr wrap="square" lIns="0" tIns="0" rIns="0" bIns="0" rtlCol="0" anchor="t"/>
          <a:lstStyle/>
          <a:p>
            <a:pPr algn="l" indent="0" marL="0">
              <a:buNone/>
            </a:pPr>
            <a:r>
              <a:rPr lang="en-US" sz="1500" b="1" spc="-15" kern="0" dirty="0">
                <a:solidFill>
                  <a:srgbClr val="241C17"/>
                </a:solidFill>
                <a:latin typeface="Noto Sans TC" pitchFamily="34" charset="0"/>
                <a:ea typeface="Noto Sans TC" pitchFamily="34" charset="-122"/>
                <a:cs typeface="Noto Sans TC" pitchFamily="34" charset="-120"/>
              </a:rPr>
              <a:t>製作</a:t>
            </a:r>
            <a:endParaRPr lang="en-US" sz="1500" dirty="0"/>
          </a:p>
        </p:txBody>
      </p:sp>
      <p:sp>
        <p:nvSpPr>
          <p:cNvPr id="9" name="Text 6"/>
          <p:cNvSpPr txBox="1"/>
          <p:nvPr/>
        </p:nvSpPr>
        <p:spPr>
          <a:xfrm>
            <a:off x="1069299" y="3531687"/>
            <a:ext cx="221468" cy="247620"/>
          </a:xfrm>
          <a:prstGeom prst="rect">
            <a:avLst/>
          </a:prstGeom>
          <a:noFill/>
          <a:ln/>
        </p:spPr>
        <p:txBody>
          <a:bodyPr wrap="square" lIns="0" tIns="0" rIns="0" bIns="0" rtlCol="0" anchor="t"/>
          <a:lstStyle/>
          <a:p>
            <a:pPr algn="l" indent="0" marL="0">
              <a:buNone/>
            </a:pPr>
            <a:r>
              <a:rPr lang="en-US" sz="1200" b="1" dirty="0">
                <a:solidFill>
                  <a:srgbClr val="FFFFFF"/>
                </a:solidFill>
                <a:latin typeface="Noto Sans TC" pitchFamily="34" charset="0"/>
                <a:ea typeface="Noto Sans TC" pitchFamily="34" charset="-122"/>
                <a:cs typeface="Noto Sans TC" pitchFamily="34" charset="-120"/>
              </a:rPr>
              <a:t>3</a:t>
            </a:r>
            <a:endParaRPr lang="en-US" sz="1200" dirty="0"/>
          </a:p>
        </p:txBody>
      </p:sp>
      <p:sp>
        <p:nvSpPr>
          <p:cNvPr id="10" name="Text 7"/>
          <p:cNvSpPr txBox="1"/>
          <p:nvPr/>
        </p:nvSpPr>
        <p:spPr>
          <a:xfrm>
            <a:off x="1409730" y="3507913"/>
            <a:ext cx="508681" cy="295260"/>
          </a:xfrm>
          <a:prstGeom prst="rect">
            <a:avLst/>
          </a:prstGeom>
          <a:noFill/>
          <a:ln/>
        </p:spPr>
        <p:txBody>
          <a:bodyPr wrap="square" lIns="0" tIns="0" rIns="0" bIns="0" rtlCol="0" anchor="t"/>
          <a:lstStyle/>
          <a:p>
            <a:pPr algn="l" indent="0" marL="0">
              <a:buNone/>
            </a:pPr>
            <a:r>
              <a:rPr lang="en-US" sz="1500" b="1" spc="-15" kern="0" dirty="0">
                <a:solidFill>
                  <a:srgbClr val="241C17"/>
                </a:solidFill>
                <a:latin typeface="Noto Sans TC" pitchFamily="34" charset="0"/>
                <a:ea typeface="Noto Sans TC" pitchFamily="34" charset="-122"/>
                <a:cs typeface="Noto Sans TC" pitchFamily="34" charset="-120"/>
              </a:rPr>
              <a:t>成品</a:t>
            </a:r>
            <a:endParaRPr lang="en-US" sz="1500" dirty="0"/>
          </a:p>
        </p:txBody>
      </p:sp>
      <p:sp>
        <p:nvSpPr>
          <p:cNvPr id="11" name="Text 8"/>
          <p:cNvSpPr txBox="1"/>
          <p:nvPr/>
        </p:nvSpPr>
        <p:spPr>
          <a:xfrm>
            <a:off x="1069299" y="4255618"/>
            <a:ext cx="221468" cy="247620"/>
          </a:xfrm>
          <a:prstGeom prst="rect">
            <a:avLst/>
          </a:prstGeom>
          <a:noFill/>
          <a:ln/>
        </p:spPr>
        <p:txBody>
          <a:bodyPr wrap="square" lIns="0" tIns="0" rIns="0" bIns="0" rtlCol="0" anchor="t"/>
          <a:lstStyle/>
          <a:p>
            <a:pPr algn="l" indent="0" marL="0">
              <a:buNone/>
            </a:pPr>
            <a:r>
              <a:rPr lang="en-US" sz="1200" b="1" dirty="0">
                <a:solidFill>
                  <a:srgbClr val="FFFFFF"/>
                </a:solidFill>
                <a:latin typeface="Noto Sans TC" pitchFamily="34" charset="0"/>
                <a:ea typeface="Noto Sans TC" pitchFamily="34" charset="-122"/>
                <a:cs typeface="Noto Sans TC" pitchFamily="34" charset="-120"/>
              </a:rPr>
              <a:t>4</a:t>
            </a:r>
            <a:endParaRPr lang="en-US" sz="1200" dirty="0"/>
          </a:p>
        </p:txBody>
      </p:sp>
      <p:sp>
        <p:nvSpPr>
          <p:cNvPr id="12" name="Text 9"/>
          <p:cNvSpPr txBox="1"/>
          <p:nvPr/>
        </p:nvSpPr>
        <p:spPr>
          <a:xfrm>
            <a:off x="1409730" y="4231752"/>
            <a:ext cx="508681" cy="295260"/>
          </a:xfrm>
          <a:prstGeom prst="rect">
            <a:avLst/>
          </a:prstGeom>
          <a:noFill/>
          <a:ln/>
        </p:spPr>
        <p:txBody>
          <a:bodyPr wrap="square" lIns="0" tIns="0" rIns="0" bIns="0" rtlCol="0" anchor="t"/>
          <a:lstStyle/>
          <a:p>
            <a:pPr algn="l" indent="0" marL="0">
              <a:buNone/>
            </a:pPr>
            <a:r>
              <a:rPr lang="en-US" sz="1500" b="1" spc="-15" kern="0" dirty="0">
                <a:solidFill>
                  <a:srgbClr val="241C17"/>
                </a:solidFill>
                <a:latin typeface="Noto Sans TC" pitchFamily="34" charset="0"/>
                <a:ea typeface="Noto Sans TC" pitchFamily="34" charset="-122"/>
                <a:cs typeface="Noto Sans TC" pitchFamily="34" charset="-120"/>
              </a:rPr>
              <a:t>包裝</a:t>
            </a:r>
            <a:endParaRPr lang="en-US" sz="1500" dirty="0"/>
          </a:p>
        </p:txBody>
      </p:sp>
      <p:sp>
        <p:nvSpPr>
          <p:cNvPr id="13" name="Text 10"/>
          <p:cNvSpPr txBox="1"/>
          <p:nvPr/>
        </p:nvSpPr>
        <p:spPr>
          <a:xfrm>
            <a:off x="1533540" y="5074737"/>
            <a:ext cx="2362901" cy="532364"/>
          </a:xfrm>
          <a:prstGeom prst="rect">
            <a:avLst/>
          </a:prstGeom>
          <a:noFill/>
          <a:ln/>
        </p:spPr>
        <p:txBody>
          <a:bodyPr wrap="square" lIns="0" tIns="0" rIns="0" bIns="0" rtlCol="0" anchor="t"/>
          <a:lstStyle/>
          <a:p>
            <a:pPr algn="l" indent="0" marL="0">
              <a:lnSpc>
                <a:spcPts val="2092"/>
              </a:lnSpc>
              <a:buNone/>
            </a:pPr>
            <a:r>
              <a:rPr lang="en-US" sz="1350" b="1" dirty="0">
                <a:solidFill>
                  <a:srgbClr val="4A3C33"/>
                </a:solidFill>
                <a:latin typeface="Noto Sans TC" pitchFamily="34" charset="0"/>
                <a:ea typeface="Noto Sans TC" pitchFamily="34" charset="-122"/>
                <a:cs typeface="Noto Sans TC" pitchFamily="34" charset="-120"/>
              </a:rPr>
              <a:t> 用手機內建的相機錄，</a:t>
            </a:r>
            <a:endParaRPr lang="en-US" sz="1350" dirty="0"/>
          </a:p>
          <a:p>
            <a:pPr algn="l" indent="0" marL="0">
              <a:lnSpc>
                <a:spcPts val="2092"/>
              </a:lnSpc>
              <a:buNone/>
            </a:pPr>
            <a:r>
              <a:rPr lang="en-US" sz="1350" b="1" dirty="0">
                <a:solidFill>
                  <a:srgbClr val="4A3C33"/>
                </a:solidFill>
                <a:latin typeface="Noto Sans TC" pitchFamily="34" charset="0"/>
                <a:ea typeface="Noto Sans TC" pitchFamily="34" charset="-122"/>
                <a:cs typeface="Noto Sans TC" pitchFamily="34" charset="-120"/>
              </a:rPr>
              <a:t>直接在 IG 裡面接起來就好。</a:t>
            </a:r>
            <a:endParaRPr lang="en-US" sz="1350" dirty="0"/>
          </a:p>
        </p:txBody>
      </p:sp>
      <p:sp>
        <p:nvSpPr>
          <p:cNvPr id="14" name="Text 11"/>
          <p:cNvSpPr txBox="1"/>
          <p:nvPr/>
        </p:nvSpPr>
        <p:spPr>
          <a:xfrm>
            <a:off x="6286500" y="600212"/>
            <a:ext cx="1544879" cy="219090"/>
          </a:xfrm>
          <a:prstGeom prst="rect">
            <a:avLst/>
          </a:prstGeom>
          <a:noFill/>
          <a:ln/>
        </p:spPr>
        <p:txBody>
          <a:bodyPr wrap="square" lIns="0" tIns="0" rIns="0" bIns="0" rtlCol="0" anchor="t"/>
          <a:lstStyle/>
          <a:p>
            <a:pPr algn="l" indent="0" marL="0">
              <a:buNone/>
            </a:pPr>
            <a:r>
              <a:rPr lang="en-US" sz="1125" b="1" spc="225" kern="0" dirty="0">
                <a:solidFill>
                  <a:srgbClr val="C05F3C"/>
                </a:solidFill>
                <a:latin typeface="Noto Sans TC" pitchFamily="34" charset="0"/>
                <a:ea typeface="Noto Sans TC" pitchFamily="34" charset="-122"/>
                <a:cs typeface="Noto Sans TC" pitchFamily="34" charset="-120"/>
              </a:rPr>
              <a:t>現在不用先學這些</a:t>
            </a:r>
            <a:endParaRPr lang="en-US" sz="1125" dirty="0"/>
          </a:p>
        </p:txBody>
      </p:sp>
      <p:sp>
        <p:nvSpPr>
          <p:cNvPr id="15" name="Text 12"/>
          <p:cNvSpPr txBox="1"/>
          <p:nvPr/>
        </p:nvSpPr>
        <p:spPr>
          <a:xfrm>
            <a:off x="6562740" y="1228862"/>
            <a:ext cx="283830" cy="276240"/>
          </a:xfrm>
          <a:prstGeom prst="rect">
            <a:avLst/>
          </a:prstGeom>
          <a:noFill/>
          <a:ln/>
        </p:spPr>
        <p:txBody>
          <a:bodyPr wrap="square" lIns="0" tIns="0" rIns="0" bIns="0" rtlCol="0" anchor="t"/>
          <a:lstStyle/>
          <a:p>
            <a:pPr algn="l" indent="0" marL="0">
              <a:lnSpc>
                <a:spcPts val="2066"/>
              </a:lnSpc>
              <a:buNone/>
            </a:pPr>
            <a:r>
              <a:rPr lang="en-US" sz="1425" b="1" dirty="0">
                <a:solidFill>
                  <a:srgbClr val="C05F3C"/>
                </a:solidFill>
                <a:latin typeface="Noto Sans TC" pitchFamily="34" charset="0"/>
                <a:ea typeface="Noto Sans TC" pitchFamily="34" charset="-122"/>
                <a:cs typeface="Noto Sans TC" pitchFamily="34" charset="-120"/>
              </a:rPr>
              <a:t>✕</a:t>
            </a:r>
            <a:endParaRPr lang="en-US" sz="1425" dirty="0"/>
          </a:p>
        </p:txBody>
      </p:sp>
      <p:sp>
        <p:nvSpPr>
          <p:cNvPr id="16" name="Text 13"/>
          <p:cNvSpPr txBox="1"/>
          <p:nvPr/>
        </p:nvSpPr>
        <p:spPr>
          <a:xfrm>
            <a:off x="6829471" y="1228862"/>
            <a:ext cx="1302471" cy="295260"/>
          </a:xfrm>
          <a:prstGeom prst="rect">
            <a:avLst/>
          </a:prstGeom>
          <a:noFill/>
          <a:ln/>
        </p:spPr>
        <p:txBody>
          <a:bodyPr wrap="square" lIns="0" tIns="0" rIns="0" bIns="0" rtlCol="0" anchor="t"/>
          <a:lstStyle/>
          <a:p>
            <a:pPr algn="l" indent="0" marL="0">
              <a:lnSpc>
                <a:spcPts val="2250"/>
              </a:lnSpc>
              <a:buNone/>
            </a:pPr>
            <a:r>
              <a:rPr lang="en-US" sz="1500" b="1" dirty="0">
                <a:solidFill>
                  <a:srgbClr val="4A3C33"/>
                </a:solidFill>
                <a:latin typeface="Noto Sans TC" pitchFamily="34" charset="0"/>
                <a:ea typeface="Noto Sans TC" pitchFamily="34" charset="-122"/>
                <a:cs typeface="Noto Sans TC" pitchFamily="34" charset="-120"/>
              </a:rPr>
              <a:t>專業剪輯軟體</a:t>
            </a:r>
            <a:endParaRPr lang="en-US" sz="1500" dirty="0"/>
          </a:p>
        </p:txBody>
      </p:sp>
      <p:sp>
        <p:nvSpPr>
          <p:cNvPr id="17" name="Text 14"/>
          <p:cNvSpPr txBox="1"/>
          <p:nvPr/>
        </p:nvSpPr>
        <p:spPr>
          <a:xfrm>
            <a:off x="6562740" y="1705082"/>
            <a:ext cx="283830" cy="276240"/>
          </a:xfrm>
          <a:prstGeom prst="rect">
            <a:avLst/>
          </a:prstGeom>
          <a:noFill/>
          <a:ln/>
        </p:spPr>
        <p:txBody>
          <a:bodyPr wrap="square" lIns="0" tIns="0" rIns="0" bIns="0" rtlCol="0" anchor="t"/>
          <a:lstStyle/>
          <a:p>
            <a:pPr algn="l" indent="0" marL="0">
              <a:lnSpc>
                <a:spcPts val="2066"/>
              </a:lnSpc>
              <a:buNone/>
            </a:pPr>
            <a:r>
              <a:rPr lang="en-US" sz="1425" b="1" dirty="0">
                <a:solidFill>
                  <a:srgbClr val="C05F3C"/>
                </a:solidFill>
                <a:latin typeface="Noto Sans TC" pitchFamily="34" charset="0"/>
                <a:ea typeface="Noto Sans TC" pitchFamily="34" charset="-122"/>
                <a:cs typeface="Noto Sans TC" pitchFamily="34" charset="-120"/>
              </a:rPr>
              <a:t>✕</a:t>
            </a:r>
            <a:endParaRPr lang="en-US" sz="1425" dirty="0"/>
          </a:p>
        </p:txBody>
      </p:sp>
      <p:sp>
        <p:nvSpPr>
          <p:cNvPr id="18" name="Text 15"/>
          <p:cNvSpPr txBox="1"/>
          <p:nvPr/>
        </p:nvSpPr>
        <p:spPr>
          <a:xfrm>
            <a:off x="6829471" y="1705082"/>
            <a:ext cx="898581" cy="295260"/>
          </a:xfrm>
          <a:prstGeom prst="rect">
            <a:avLst/>
          </a:prstGeom>
          <a:noFill/>
          <a:ln/>
        </p:spPr>
        <p:txBody>
          <a:bodyPr wrap="square" lIns="0" tIns="0" rIns="0" bIns="0" rtlCol="0" anchor="t"/>
          <a:lstStyle/>
          <a:p>
            <a:pPr algn="l" indent="0" marL="0">
              <a:lnSpc>
                <a:spcPts val="2250"/>
              </a:lnSpc>
              <a:buNone/>
            </a:pPr>
            <a:r>
              <a:rPr lang="en-US" sz="1500" b="1" dirty="0">
                <a:solidFill>
                  <a:srgbClr val="4A3C33"/>
                </a:solidFill>
                <a:latin typeface="Noto Sans TC" pitchFamily="34" charset="0"/>
                <a:ea typeface="Noto Sans TC" pitchFamily="34" charset="-122"/>
                <a:cs typeface="Noto Sans TC" pitchFamily="34" charset="-120"/>
              </a:rPr>
              <a:t>炫技轉場</a:t>
            </a:r>
            <a:endParaRPr lang="en-US" sz="1500" dirty="0"/>
          </a:p>
        </p:txBody>
      </p:sp>
      <p:sp>
        <p:nvSpPr>
          <p:cNvPr id="19" name="Text 16"/>
          <p:cNvSpPr txBox="1"/>
          <p:nvPr/>
        </p:nvSpPr>
        <p:spPr>
          <a:xfrm>
            <a:off x="6562740" y="2181393"/>
            <a:ext cx="283830" cy="276240"/>
          </a:xfrm>
          <a:prstGeom prst="rect">
            <a:avLst/>
          </a:prstGeom>
          <a:noFill/>
          <a:ln/>
        </p:spPr>
        <p:txBody>
          <a:bodyPr wrap="square" lIns="0" tIns="0" rIns="0" bIns="0" rtlCol="0" anchor="t"/>
          <a:lstStyle/>
          <a:p>
            <a:pPr algn="l" indent="0" marL="0">
              <a:lnSpc>
                <a:spcPts val="2066"/>
              </a:lnSpc>
              <a:buNone/>
            </a:pPr>
            <a:r>
              <a:rPr lang="en-US" sz="1425" b="1" dirty="0">
                <a:solidFill>
                  <a:srgbClr val="C05F3C"/>
                </a:solidFill>
                <a:latin typeface="Noto Sans TC" pitchFamily="34" charset="0"/>
                <a:ea typeface="Noto Sans TC" pitchFamily="34" charset="-122"/>
                <a:cs typeface="Noto Sans TC" pitchFamily="34" charset="-120"/>
              </a:rPr>
              <a:t>✕</a:t>
            </a:r>
            <a:endParaRPr lang="en-US" sz="1425" dirty="0"/>
          </a:p>
        </p:txBody>
      </p:sp>
      <p:sp>
        <p:nvSpPr>
          <p:cNvPr id="20" name="Text 17"/>
          <p:cNvSpPr txBox="1"/>
          <p:nvPr/>
        </p:nvSpPr>
        <p:spPr>
          <a:xfrm>
            <a:off x="6829471" y="2181393"/>
            <a:ext cx="1100480" cy="295260"/>
          </a:xfrm>
          <a:prstGeom prst="rect">
            <a:avLst/>
          </a:prstGeom>
          <a:noFill/>
          <a:ln/>
        </p:spPr>
        <p:txBody>
          <a:bodyPr wrap="square" lIns="0" tIns="0" rIns="0" bIns="0" rtlCol="0" anchor="t"/>
          <a:lstStyle/>
          <a:p>
            <a:pPr algn="l" indent="0" marL="0">
              <a:lnSpc>
                <a:spcPts val="2250"/>
              </a:lnSpc>
              <a:buNone/>
            </a:pPr>
            <a:r>
              <a:rPr lang="en-US" sz="1500" b="1" dirty="0">
                <a:solidFill>
                  <a:srgbClr val="4A3C33"/>
                </a:solidFill>
                <a:latin typeface="Noto Sans TC" pitchFamily="34" charset="0"/>
                <a:ea typeface="Noto Sans TC" pitchFamily="34" charset="-122"/>
                <a:cs typeface="Noto Sans TC" pitchFamily="34" charset="-120"/>
              </a:rPr>
              <a:t>高難度特效</a:t>
            </a:r>
            <a:endParaRPr lang="en-US" sz="1500" dirty="0"/>
          </a:p>
        </p:txBody>
      </p:sp>
      <p:sp>
        <p:nvSpPr>
          <p:cNvPr id="21" name="Text 18"/>
          <p:cNvSpPr txBox="1"/>
          <p:nvPr/>
        </p:nvSpPr>
        <p:spPr>
          <a:xfrm>
            <a:off x="6562740" y="2657612"/>
            <a:ext cx="283830" cy="276240"/>
          </a:xfrm>
          <a:prstGeom prst="rect">
            <a:avLst/>
          </a:prstGeom>
          <a:noFill/>
          <a:ln/>
        </p:spPr>
        <p:txBody>
          <a:bodyPr wrap="square" lIns="0" tIns="0" rIns="0" bIns="0" rtlCol="0" anchor="t"/>
          <a:lstStyle/>
          <a:p>
            <a:pPr algn="l" indent="0" marL="0">
              <a:lnSpc>
                <a:spcPts val="2066"/>
              </a:lnSpc>
              <a:buNone/>
            </a:pPr>
            <a:r>
              <a:rPr lang="en-US" sz="1425" b="1" dirty="0">
                <a:solidFill>
                  <a:srgbClr val="C05F3C"/>
                </a:solidFill>
                <a:latin typeface="Noto Sans TC" pitchFamily="34" charset="0"/>
                <a:ea typeface="Noto Sans TC" pitchFamily="34" charset="-122"/>
                <a:cs typeface="Noto Sans TC" pitchFamily="34" charset="-120"/>
              </a:rPr>
              <a:t>✕</a:t>
            </a:r>
            <a:endParaRPr lang="en-US" sz="1425" dirty="0"/>
          </a:p>
        </p:txBody>
      </p:sp>
      <p:sp>
        <p:nvSpPr>
          <p:cNvPr id="22" name="Text 19"/>
          <p:cNvSpPr txBox="1"/>
          <p:nvPr/>
        </p:nvSpPr>
        <p:spPr>
          <a:xfrm>
            <a:off x="6829471" y="2657612"/>
            <a:ext cx="1100480" cy="295260"/>
          </a:xfrm>
          <a:prstGeom prst="rect">
            <a:avLst/>
          </a:prstGeom>
          <a:noFill/>
          <a:ln/>
        </p:spPr>
        <p:txBody>
          <a:bodyPr wrap="square" lIns="0" tIns="0" rIns="0" bIns="0" rtlCol="0" anchor="t"/>
          <a:lstStyle/>
          <a:p>
            <a:pPr algn="l" indent="0" marL="0">
              <a:lnSpc>
                <a:spcPts val="2250"/>
              </a:lnSpc>
              <a:buNone/>
            </a:pPr>
            <a:r>
              <a:rPr lang="en-US" sz="1500" b="1" dirty="0">
                <a:solidFill>
                  <a:srgbClr val="4A3C33"/>
                </a:solidFill>
                <a:latin typeface="Noto Sans TC" pitchFamily="34" charset="0"/>
                <a:ea typeface="Noto Sans TC" pitchFamily="34" charset="-122"/>
                <a:cs typeface="Noto Sans TC" pitchFamily="34" charset="-120"/>
              </a:rPr>
              <a:t>配音與字幕</a:t>
            </a:r>
            <a:endParaRPr lang="en-US" sz="1500" dirty="0"/>
          </a:p>
        </p:txBody>
      </p:sp>
      <p:sp>
        <p:nvSpPr>
          <p:cNvPr id="23" name="Text 20"/>
          <p:cNvSpPr txBox="1"/>
          <p:nvPr/>
        </p:nvSpPr>
        <p:spPr>
          <a:xfrm>
            <a:off x="6562740" y="3133832"/>
            <a:ext cx="283830" cy="276240"/>
          </a:xfrm>
          <a:prstGeom prst="rect">
            <a:avLst/>
          </a:prstGeom>
          <a:noFill/>
          <a:ln/>
        </p:spPr>
        <p:txBody>
          <a:bodyPr wrap="square" lIns="0" tIns="0" rIns="0" bIns="0" rtlCol="0" anchor="t"/>
          <a:lstStyle/>
          <a:p>
            <a:pPr algn="l" indent="0" marL="0">
              <a:lnSpc>
                <a:spcPts val="2066"/>
              </a:lnSpc>
              <a:buNone/>
            </a:pPr>
            <a:r>
              <a:rPr lang="en-US" sz="1425" b="1" dirty="0">
                <a:solidFill>
                  <a:srgbClr val="C05F3C"/>
                </a:solidFill>
                <a:latin typeface="Noto Sans TC" pitchFamily="34" charset="0"/>
                <a:ea typeface="Noto Sans TC" pitchFamily="34" charset="-122"/>
                <a:cs typeface="Noto Sans TC" pitchFamily="34" charset="-120"/>
              </a:rPr>
              <a:t>✕</a:t>
            </a:r>
            <a:endParaRPr lang="en-US" sz="1425" dirty="0"/>
          </a:p>
        </p:txBody>
      </p:sp>
      <p:sp>
        <p:nvSpPr>
          <p:cNvPr id="24" name="Text 21"/>
          <p:cNvSpPr txBox="1"/>
          <p:nvPr/>
        </p:nvSpPr>
        <p:spPr>
          <a:xfrm>
            <a:off x="6829471" y="3133832"/>
            <a:ext cx="1100480" cy="295260"/>
          </a:xfrm>
          <a:prstGeom prst="rect">
            <a:avLst/>
          </a:prstGeom>
          <a:noFill/>
          <a:ln/>
        </p:spPr>
        <p:txBody>
          <a:bodyPr wrap="square" lIns="0" tIns="0" rIns="0" bIns="0" rtlCol="0" anchor="t"/>
          <a:lstStyle/>
          <a:p>
            <a:pPr algn="l" indent="0" marL="0">
              <a:lnSpc>
                <a:spcPts val="2250"/>
              </a:lnSpc>
              <a:buNone/>
            </a:pPr>
            <a:r>
              <a:rPr lang="en-US" sz="1500" b="1" dirty="0">
                <a:solidFill>
                  <a:srgbClr val="4A3C33"/>
                </a:solidFill>
                <a:latin typeface="Noto Sans TC" pitchFamily="34" charset="0"/>
                <a:ea typeface="Noto Sans TC" pitchFamily="34" charset="-122"/>
                <a:cs typeface="Noto Sans TC" pitchFamily="34" charset="-120"/>
              </a:rPr>
              <a:t>買燈光器材</a:t>
            </a:r>
            <a:endParaRPr lang="en-US" sz="1500" dirty="0"/>
          </a:p>
        </p:txBody>
      </p:sp>
      <p:sp>
        <p:nvSpPr>
          <p:cNvPr id="25" name="Text 22"/>
          <p:cNvSpPr txBox="1"/>
          <p:nvPr/>
        </p:nvSpPr>
        <p:spPr>
          <a:xfrm>
            <a:off x="6562740" y="3724443"/>
            <a:ext cx="2256556" cy="502188"/>
          </a:xfrm>
          <a:prstGeom prst="rect">
            <a:avLst/>
          </a:prstGeom>
          <a:noFill/>
          <a:ln/>
        </p:spPr>
        <p:txBody>
          <a:bodyPr wrap="square" lIns="0" tIns="0" rIns="0" bIns="0" rtlCol="0" anchor="t"/>
          <a:lstStyle/>
          <a:p>
            <a:pPr algn="l" indent="0" marL="0">
              <a:lnSpc>
                <a:spcPts val="2005"/>
              </a:lnSpc>
              <a:buNone/>
            </a:pPr>
            <a:r>
              <a:rPr lang="en-US" sz="1238" b="1" dirty="0">
                <a:solidFill>
                  <a:srgbClr val="4A3C33"/>
                </a:solidFill>
                <a:latin typeface="Noto Sans TC" pitchFamily="34" charset="0"/>
                <a:ea typeface="Noto Sans TC" pitchFamily="34" charset="-122"/>
                <a:cs typeface="Noto Sans TC" pitchFamily="34" charset="-120"/>
              </a:rPr>
              <a:t> 這些以後有興趣再學。</a:t>
            </a:r>
            <a:endParaRPr lang="en-US" sz="1238" dirty="0"/>
          </a:p>
          <a:p>
            <a:pPr algn="l" indent="0" marL="0">
              <a:lnSpc>
                <a:spcPts val="2005"/>
              </a:lnSpc>
              <a:buNone/>
            </a:pPr>
            <a:r>
              <a:rPr lang="en-US" sz="1238" b="1" dirty="0">
                <a:solidFill>
                  <a:srgbClr val="C05F3C"/>
                </a:solidFill>
                <a:latin typeface="Noto Sans TC" pitchFamily="34" charset="0"/>
                <a:ea typeface="Noto Sans TC" pitchFamily="34" charset="-122"/>
                <a:cs typeface="Noto Sans TC" pitchFamily="34" charset="-120"/>
              </a:rPr>
              <a:t>先發出去，比拍得漂亮重要。</a:t>
            </a:r>
            <a:endParaRPr lang="en-US" sz="1238" dirty="0"/>
          </a:p>
        </p:txBody>
      </p:sp>
      <p:sp>
        <p:nvSpPr>
          <p:cNvPr id="26" name="Text 23"/>
          <p:cNvSpPr txBox="1"/>
          <p:nvPr/>
        </p:nvSpPr>
        <p:spPr>
          <a:xfrm>
            <a:off x="6562740" y="3978920"/>
            <a:ext cx="2256556" cy="247620"/>
          </a:xfrm>
          <a:prstGeom prst="rect">
            <a:avLst/>
          </a:prstGeom>
          <a:noFill/>
          <a:ln/>
        </p:spPr>
        <p:txBody>
          <a:bodyPr wrap="square" lIns="0" tIns="0" rIns="0" bIns="0" rtlCol="0" anchor="t"/>
          <a:lstStyle/>
          <a:p>
            <a:pPr algn="l" indent="0" marL="0">
              <a:lnSpc>
                <a:spcPts val="2005"/>
              </a:lnSpc>
              <a:buNone/>
            </a:pPr>
            <a:r>
              <a:rPr lang="en-US" sz="1238" b="1" dirty="0">
                <a:solidFill>
                  <a:srgbClr val="C05F3C"/>
                </a:solidFill>
                <a:latin typeface="Noto Sans TC" pitchFamily="34" charset="0"/>
                <a:ea typeface="Noto Sans TC" pitchFamily="34" charset="-122"/>
                <a:cs typeface="Noto Sans TC" pitchFamily="34" charset="-120"/>
              </a:rPr>
              <a:t>先發出去，比拍得漂亮重要。</a:t>
            </a:r>
            <a:endParaRPr lang="en-US" sz="1238" dirty="0"/>
          </a:p>
        </p:txBody>
      </p:sp>
      <p:sp>
        <p:nvSpPr>
          <p:cNvPr id="27" name="Text 24"/>
          <p:cNvSpPr txBox="1"/>
          <p:nvPr/>
        </p:nvSpPr>
        <p:spPr>
          <a:xfrm>
            <a:off x="7526335" y="5509809"/>
            <a:ext cx="2673248" cy="457383"/>
          </a:xfrm>
          <a:prstGeom prst="rect">
            <a:avLst/>
          </a:prstGeom>
          <a:noFill/>
          <a:ln/>
        </p:spPr>
        <p:txBody>
          <a:bodyPr wrap="square" lIns="0" tIns="0" rIns="0" bIns="0" rtlCol="0" anchor="t"/>
          <a:lstStyle/>
          <a:p>
            <a:pPr algn="ctr" indent="0" marL="0">
              <a:lnSpc>
                <a:spcPts val="1802"/>
              </a:lnSpc>
              <a:buNone/>
            </a:pPr>
            <a:r>
              <a:rPr lang="en-US" sz="1163" b="1" dirty="0">
                <a:solidFill>
                  <a:srgbClr val="9C8B7C"/>
                </a:solidFill>
                <a:latin typeface="Noto Sans TC" pitchFamily="34" charset="0"/>
                <a:ea typeface="Noto Sans TC" pitchFamily="34" charset="-122"/>
                <a:cs typeface="Noto Sans TC" pitchFamily="34" charset="-120"/>
              </a:rPr>
              <a:t> 最常見的失敗原因不是拍得不好，</a:t>
            </a:r>
            <a:endParaRPr lang="en-US" sz="1163" dirty="0"/>
          </a:p>
          <a:p>
            <a:pPr algn="ctr" indent="0" marL="0">
              <a:lnSpc>
                <a:spcPts val="1802"/>
              </a:lnSpc>
              <a:buNone/>
            </a:pPr>
            <a:r>
              <a:rPr lang="en-US" sz="1163" b="1" dirty="0">
                <a:solidFill>
                  <a:srgbClr val="9C8B7C"/>
                </a:solidFill>
                <a:latin typeface="Noto Sans TC" pitchFamily="34" charset="0"/>
                <a:ea typeface="Noto Sans TC" pitchFamily="34" charset="-122"/>
                <a:cs typeface="Noto Sans TC" pitchFamily="34" charset="-120"/>
              </a:rPr>
              <a:t>而是「想拍到完美，所以一直沒發」。</a:t>
            </a:r>
            <a:endParaRPr lang="en-US" sz="1163" dirty="0"/>
          </a:p>
        </p:txBody>
      </p:sp>
      <p:sp>
        <p:nvSpPr>
          <p:cNvPr id="28" name="Text 25"/>
          <p:cNvSpPr txBox="1"/>
          <p:nvPr/>
        </p:nvSpPr>
        <p:spPr>
          <a:xfrm>
            <a:off x="10710459" y="304770"/>
            <a:ext cx="612922" cy="209580"/>
          </a:xfrm>
          <a:prstGeom prst="rect">
            <a:avLst/>
          </a:prstGeom>
          <a:noFill/>
          <a:ln/>
        </p:spPr>
        <p:txBody>
          <a:bodyPr wrap="square" lIns="0" tIns="0" rIns="0" bIns="0" rtlCol="0" anchor="t"/>
          <a:lstStyle/>
          <a:p>
            <a:pPr algn="l" indent="0" marL="0">
              <a:buNone/>
            </a:pPr>
            <a:r>
              <a:rPr lang="en-US" sz="1013" b="1" spc="142" kern="0" dirty="0">
                <a:solidFill>
                  <a:srgbClr val="FBF7F1"/>
                </a:solidFill>
                <a:latin typeface="Noto Sans TC" pitchFamily="34" charset="0"/>
                <a:ea typeface="Noto Sans TC" pitchFamily="34" charset="-122"/>
                <a:cs typeface="Noto Sans TC" pitchFamily="34" charset="-120"/>
              </a:rPr>
              <a:t>錄 5 秒</a:t>
            </a:r>
            <a:endParaRPr lang="en-US" sz="1013" dirty="0"/>
          </a:p>
        </p:txBody>
      </p:sp>
      <p:sp>
        <p:nvSpPr>
          <p:cNvPr id="29" name="Text 26"/>
          <p:cNvSpPr txBox="1"/>
          <p:nvPr/>
        </p:nvSpPr>
        <p:spPr>
          <a:xfrm>
            <a:off x="761970" y="6438930"/>
            <a:ext cx="1338042" cy="200071"/>
          </a:xfrm>
          <a:prstGeom prst="rect">
            <a:avLst/>
          </a:prstGeom>
          <a:noFill/>
          <a:ln/>
        </p:spPr>
        <p:txBody>
          <a:bodyPr wrap="square" lIns="0" tIns="0" rIns="0" bIns="0" rtlCol="0" anchor="t"/>
          <a:lstStyle/>
          <a:p>
            <a:pPr algn="l" indent="0" marL="0">
              <a:buNone/>
            </a:pPr>
            <a:r>
              <a:rPr lang="en-US" sz="938" b="1" spc="56" kern="0" dirty="0">
                <a:solidFill>
                  <a:srgbClr val="9C8B7C"/>
                </a:solidFill>
                <a:latin typeface="Noto Sans TC" pitchFamily="34" charset="0"/>
                <a:ea typeface="Noto Sans TC" pitchFamily="34" charset="-122"/>
                <a:cs typeface="Noto Sans TC" pitchFamily="34" charset="-120"/>
              </a:rPr>
              <a:t>PART 7 · 14:50</a:t>
            </a:r>
            <a:endParaRPr lang="en-US" sz="938" dirty="0"/>
          </a:p>
        </p:txBody>
      </p:sp>
      <p:sp>
        <p:nvSpPr>
          <p:cNvPr id="30" name="Text 27"/>
          <p:cNvSpPr txBox="1"/>
          <p:nvPr/>
        </p:nvSpPr>
        <p:spPr>
          <a:xfrm>
            <a:off x="10922599" y="6438930"/>
            <a:ext cx="562630" cy="200071"/>
          </a:xfrm>
          <a:prstGeom prst="rect">
            <a:avLst/>
          </a:prstGeom>
          <a:noFill/>
          <a:ln/>
        </p:spPr>
        <p:txBody>
          <a:bodyPr wrap="square" lIns="0" tIns="0" rIns="0" bIns="0" rtlCol="0" anchor="t"/>
          <a:lstStyle/>
          <a:p>
            <a:pPr algn="l" indent="0" marL="0">
              <a:buNone/>
            </a:pPr>
            <a:r>
              <a:rPr lang="en-US" sz="938" b="1" spc="56" kern="0" dirty="0">
                <a:solidFill>
                  <a:srgbClr val="9C8B7C"/>
                </a:solidFill>
                <a:latin typeface="Noto Sans TC" pitchFamily="34" charset="0"/>
                <a:ea typeface="Noto Sans TC" pitchFamily="34" charset="-122"/>
                <a:cs typeface="Noto Sans TC" pitchFamily="34" charset="-120"/>
              </a:rPr>
              <a:t>54 / 75</a:t>
            </a:r>
            <a:endParaRPr lang="en-US" sz="938"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BF7F1"/>
        </a:solidFill>
      </p:bgPr>
    </p:bg>
    <p:spTree>
      <p:nvGrpSpPr>
        <p:cNvPr id="1" name=""/>
        <p:cNvGrpSpPr/>
        <p:nvPr/>
      </p:nvGrpSpPr>
      <p:grpSpPr>
        <a:xfrm>
          <a:off x="0" y="0"/>
          <a:ext cx="0" cy="0"/>
          <a:chOff x="0" y="0"/>
          <a:chExt cx="0" cy="0"/>
        </a:xfrm>
      </p:grpSpPr>
      <p:pic>
        <p:nvPicPr>
          <p:cNvPr id="2" name="Image 0" descr="/home/user/gogoeveryday/social-course/export-pptx/build/bg/55.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761970" y="845363"/>
            <a:ext cx="1485260" cy="219090"/>
          </a:xfrm>
          <a:prstGeom prst="rect">
            <a:avLst/>
          </a:prstGeom>
          <a:noFill/>
          <a:ln/>
        </p:spPr>
        <p:txBody>
          <a:bodyPr wrap="square" lIns="0" tIns="0" rIns="0" bIns="0" rtlCol="0" anchor="t"/>
          <a:lstStyle/>
          <a:p>
            <a:pPr algn="l" indent="0" marL="0">
              <a:buNone/>
            </a:pPr>
            <a:r>
              <a:rPr lang="en-US" sz="1125" b="1" spc="225" kern="0" dirty="0">
                <a:solidFill>
                  <a:srgbClr val="D99A4E"/>
                </a:solidFill>
                <a:latin typeface="Noto Sans TC" pitchFamily="34" charset="0"/>
                <a:ea typeface="Noto Sans TC" pitchFamily="34" charset="-122"/>
                <a:cs typeface="Noto Sans TC" pitchFamily="34" charset="-120"/>
              </a:rPr>
              <a:t>24 小時後就消失</a:t>
            </a:r>
            <a:endParaRPr lang="en-US" sz="1125" dirty="0"/>
          </a:p>
        </p:txBody>
      </p:sp>
      <p:sp>
        <p:nvSpPr>
          <p:cNvPr id="4" name="Text 1"/>
          <p:cNvSpPr txBox="1"/>
          <p:nvPr/>
        </p:nvSpPr>
        <p:spPr>
          <a:xfrm>
            <a:off x="761970" y="1150132"/>
            <a:ext cx="3562045" cy="542971"/>
          </a:xfrm>
          <a:prstGeom prst="rect">
            <a:avLst/>
          </a:prstGeom>
          <a:noFill/>
          <a:ln/>
        </p:spPr>
        <p:txBody>
          <a:bodyPr wrap="square" lIns="0" tIns="0" rIns="0" bIns="0" rtlCol="0" anchor="t"/>
          <a:lstStyle/>
          <a:p>
            <a:pPr algn="l" indent="0" marL="0">
              <a:lnSpc>
                <a:spcPts val="3477"/>
              </a:lnSpc>
              <a:buNone/>
            </a:pPr>
            <a:r>
              <a:rPr lang="en-US" sz="2850" b="1" spc="-57" kern="0" dirty="0">
                <a:solidFill>
                  <a:srgbClr val="241C17"/>
                </a:solidFill>
                <a:latin typeface="Noto Sans TC" pitchFamily="34" charset="0"/>
                <a:ea typeface="Noto Sans TC" pitchFamily="34" charset="-122"/>
                <a:cs typeface="Noto Sans TC" pitchFamily="34" charset="-120"/>
              </a:rPr>
              <a:t>限時動態比較像 ——</a:t>
            </a:r>
            <a:endParaRPr lang="en-US" sz="2850" dirty="0"/>
          </a:p>
        </p:txBody>
      </p:sp>
      <p:sp>
        <p:nvSpPr>
          <p:cNvPr id="5" name="Text 2"/>
          <p:cNvSpPr txBox="1"/>
          <p:nvPr/>
        </p:nvSpPr>
        <p:spPr>
          <a:xfrm>
            <a:off x="761970" y="1686977"/>
            <a:ext cx="2441448" cy="1043879"/>
          </a:xfrm>
          <a:prstGeom prst="rect">
            <a:avLst/>
          </a:prstGeom>
          <a:noFill/>
          <a:ln/>
        </p:spPr>
        <p:txBody>
          <a:bodyPr wrap="square" lIns="0" tIns="0" rIns="0" bIns="0" rtlCol="0" anchor="t"/>
          <a:lstStyle/>
          <a:p>
            <a:pPr algn="l" indent="0" marL="0">
              <a:lnSpc>
                <a:spcPts val="3720"/>
              </a:lnSpc>
              <a:buNone/>
            </a:pPr>
            <a:r>
              <a:rPr lang="en-US" sz="3000" b="1" spc="-90" kern="0" dirty="0">
                <a:solidFill>
                  <a:srgbClr val="241C17"/>
                </a:solidFill>
                <a:latin typeface="Noto Sans TC" pitchFamily="34" charset="0"/>
                <a:ea typeface="Noto Sans TC" pitchFamily="34" charset="-122"/>
                <a:cs typeface="Noto Sans TC" pitchFamily="34" charset="-120"/>
              </a:rPr>
              <a:t> 「今天正在</a:t>
            </a:r>
            <a:endParaRPr lang="en-US" sz="3000" dirty="0"/>
          </a:p>
          <a:p>
            <a:pPr algn="l" indent="0" marL="0">
              <a:lnSpc>
                <a:spcPts val="3720"/>
              </a:lnSpc>
              <a:buNone/>
            </a:pPr>
            <a:r>
              <a:rPr lang="en-US" sz="3000" b="1" spc="-90" kern="0" dirty="0">
                <a:solidFill>
                  <a:srgbClr val="241C17"/>
                </a:solidFill>
                <a:latin typeface="Noto Sans TC" pitchFamily="34" charset="0"/>
                <a:ea typeface="Noto Sans TC" pitchFamily="34" charset="-122"/>
                <a:cs typeface="Noto Sans TC" pitchFamily="34" charset="-120"/>
              </a:rPr>
              <a:t>發生什麼？」</a:t>
            </a:r>
            <a:endParaRPr lang="en-US" sz="3000" dirty="0"/>
          </a:p>
        </p:txBody>
      </p:sp>
      <p:sp>
        <p:nvSpPr>
          <p:cNvPr id="6" name="Text 3"/>
          <p:cNvSpPr txBox="1"/>
          <p:nvPr/>
        </p:nvSpPr>
        <p:spPr>
          <a:xfrm>
            <a:off x="943021" y="3060314"/>
            <a:ext cx="1090422" cy="247620"/>
          </a:xfrm>
          <a:prstGeom prst="rect">
            <a:avLst/>
          </a:prstGeom>
          <a:noFill/>
          <a:ln/>
        </p:spPr>
        <p:txBody>
          <a:bodyPr wrap="square" lIns="0" tIns="0" rIns="0" bIns="0" rtlCol="0" anchor="t"/>
          <a:lstStyle/>
          <a:p>
            <a:pPr algn="l" indent="0" marL="0">
              <a:lnSpc>
                <a:spcPts val="2005"/>
              </a:lnSpc>
              <a:buNone/>
            </a:pPr>
            <a:r>
              <a:rPr lang="en-US" sz="1238" b="1" dirty="0">
                <a:solidFill>
                  <a:srgbClr val="241C17"/>
                </a:solidFill>
                <a:latin typeface="Noto Sans TC" pitchFamily="34" charset="0"/>
                <a:ea typeface="Noto Sans TC" pitchFamily="34" charset="-122"/>
                <a:cs typeface="Noto Sans TC" pitchFamily="34" charset="-120"/>
              </a:rPr>
              <a:t>今天正在製作</a:t>
            </a:r>
            <a:endParaRPr lang="en-US" sz="1238" dirty="0"/>
          </a:p>
        </p:txBody>
      </p:sp>
      <p:sp>
        <p:nvSpPr>
          <p:cNvPr id="7" name="Text 4"/>
          <p:cNvSpPr txBox="1"/>
          <p:nvPr/>
        </p:nvSpPr>
        <p:spPr>
          <a:xfrm>
            <a:off x="3650468" y="3060314"/>
            <a:ext cx="923818" cy="247620"/>
          </a:xfrm>
          <a:prstGeom prst="rect">
            <a:avLst/>
          </a:prstGeom>
          <a:noFill/>
          <a:ln/>
        </p:spPr>
        <p:txBody>
          <a:bodyPr wrap="square" lIns="0" tIns="0" rIns="0" bIns="0" rtlCol="0" anchor="t"/>
          <a:lstStyle/>
          <a:p>
            <a:pPr algn="l" indent="0" marL="0">
              <a:lnSpc>
                <a:spcPts val="2005"/>
              </a:lnSpc>
              <a:buNone/>
            </a:pPr>
            <a:r>
              <a:rPr lang="en-US" sz="1238" b="1" dirty="0">
                <a:solidFill>
                  <a:srgbClr val="241C17"/>
                </a:solidFill>
                <a:latin typeface="Noto Sans TC" pitchFamily="34" charset="0"/>
                <a:ea typeface="Noto Sans TC" pitchFamily="34" charset="-122"/>
                <a:cs typeface="Noto Sans TC" pitchFamily="34" charset="-120"/>
              </a:rPr>
              <a:t>今天在擺攤</a:t>
            </a:r>
            <a:endParaRPr lang="en-US" sz="1238" dirty="0"/>
          </a:p>
        </p:txBody>
      </p:sp>
      <p:sp>
        <p:nvSpPr>
          <p:cNvPr id="8" name="Text 5"/>
          <p:cNvSpPr txBox="1"/>
          <p:nvPr/>
        </p:nvSpPr>
        <p:spPr>
          <a:xfrm>
            <a:off x="943021" y="3714933"/>
            <a:ext cx="1264432" cy="247620"/>
          </a:xfrm>
          <a:prstGeom prst="rect">
            <a:avLst/>
          </a:prstGeom>
          <a:noFill/>
          <a:ln/>
        </p:spPr>
        <p:txBody>
          <a:bodyPr wrap="square" lIns="0" tIns="0" rIns="0" bIns="0" rtlCol="0" anchor="t"/>
          <a:lstStyle/>
          <a:p>
            <a:pPr algn="l" indent="0" marL="0">
              <a:lnSpc>
                <a:spcPts val="2005"/>
              </a:lnSpc>
              <a:buNone/>
            </a:pPr>
            <a:r>
              <a:rPr lang="en-US" sz="1238" b="1" dirty="0">
                <a:solidFill>
                  <a:srgbClr val="241C17"/>
                </a:solidFill>
                <a:latin typeface="Noto Sans TC" pitchFamily="34" charset="0"/>
                <a:ea typeface="Noto Sans TC" pitchFamily="34" charset="-122"/>
                <a:cs typeface="Noto Sans TC" pitchFamily="34" charset="-120"/>
              </a:rPr>
              <a:t>商品剩最後 3 個</a:t>
            </a:r>
            <a:endParaRPr lang="en-US" sz="1238" dirty="0"/>
          </a:p>
        </p:txBody>
      </p:sp>
      <p:sp>
        <p:nvSpPr>
          <p:cNvPr id="9" name="Text 6"/>
          <p:cNvSpPr txBox="1"/>
          <p:nvPr/>
        </p:nvSpPr>
        <p:spPr>
          <a:xfrm>
            <a:off x="3650468" y="3714933"/>
            <a:ext cx="1257026" cy="247620"/>
          </a:xfrm>
          <a:prstGeom prst="rect">
            <a:avLst/>
          </a:prstGeom>
          <a:noFill/>
          <a:ln/>
        </p:spPr>
        <p:txBody>
          <a:bodyPr wrap="square" lIns="0" tIns="0" rIns="0" bIns="0" rtlCol="0" anchor="t"/>
          <a:lstStyle/>
          <a:p>
            <a:pPr algn="l" indent="0" marL="0">
              <a:lnSpc>
                <a:spcPts val="2005"/>
              </a:lnSpc>
              <a:buNone/>
            </a:pPr>
            <a:r>
              <a:rPr lang="en-US" sz="1238" b="1" dirty="0">
                <a:solidFill>
                  <a:srgbClr val="241C17"/>
                </a:solidFill>
                <a:latin typeface="Noto Sans TC" pitchFamily="34" charset="0"/>
                <a:ea typeface="Noto Sans TC" pitchFamily="34" charset="-122"/>
                <a:cs typeface="Noto Sans TC" pitchFamily="34" charset="-120"/>
              </a:rPr>
              <a:t>今天收到新材料</a:t>
            </a:r>
            <a:endParaRPr lang="en-US" sz="1238" dirty="0"/>
          </a:p>
        </p:txBody>
      </p:sp>
      <p:sp>
        <p:nvSpPr>
          <p:cNvPr id="10" name="Text 7"/>
          <p:cNvSpPr txBox="1"/>
          <p:nvPr/>
        </p:nvSpPr>
        <p:spPr>
          <a:xfrm>
            <a:off x="943021" y="4369460"/>
            <a:ext cx="923818" cy="247620"/>
          </a:xfrm>
          <a:prstGeom prst="rect">
            <a:avLst/>
          </a:prstGeom>
          <a:noFill/>
          <a:ln/>
        </p:spPr>
        <p:txBody>
          <a:bodyPr wrap="square" lIns="0" tIns="0" rIns="0" bIns="0" rtlCol="0" anchor="t"/>
          <a:lstStyle/>
          <a:p>
            <a:pPr algn="l" indent="0" marL="0">
              <a:lnSpc>
                <a:spcPts val="2005"/>
              </a:lnSpc>
              <a:buNone/>
            </a:pPr>
            <a:r>
              <a:rPr lang="en-US" sz="1238" b="1" dirty="0">
                <a:solidFill>
                  <a:srgbClr val="241C17"/>
                </a:solidFill>
                <a:latin typeface="Noto Sans TC" pitchFamily="34" charset="0"/>
                <a:ea typeface="Noto Sans TC" pitchFamily="34" charset="-122"/>
                <a:cs typeface="Noto Sans TC" pitchFamily="34" charset="-120"/>
              </a:rPr>
              <a:t>客人的回饋</a:t>
            </a:r>
            <a:endParaRPr lang="en-US" sz="1238" dirty="0"/>
          </a:p>
        </p:txBody>
      </p:sp>
      <p:sp>
        <p:nvSpPr>
          <p:cNvPr id="11" name="Text 8"/>
          <p:cNvSpPr txBox="1"/>
          <p:nvPr/>
        </p:nvSpPr>
        <p:spPr>
          <a:xfrm>
            <a:off x="3650468" y="4369460"/>
            <a:ext cx="1090422" cy="247620"/>
          </a:xfrm>
          <a:prstGeom prst="rect">
            <a:avLst/>
          </a:prstGeom>
          <a:noFill/>
          <a:ln/>
        </p:spPr>
        <p:txBody>
          <a:bodyPr wrap="square" lIns="0" tIns="0" rIns="0" bIns="0" rtlCol="0" anchor="t"/>
          <a:lstStyle/>
          <a:p>
            <a:pPr algn="l" indent="0" marL="0">
              <a:lnSpc>
                <a:spcPts val="2005"/>
              </a:lnSpc>
              <a:buNone/>
            </a:pPr>
            <a:r>
              <a:rPr lang="en-US" sz="1238" b="1" dirty="0">
                <a:solidFill>
                  <a:srgbClr val="241C17"/>
                </a:solidFill>
                <a:latin typeface="Noto Sans TC" pitchFamily="34" charset="0"/>
                <a:ea typeface="Noto Sans TC" pitchFamily="34" charset="-122"/>
                <a:cs typeface="Noto Sans TC" pitchFamily="34" charset="-120"/>
              </a:rPr>
              <a:t>明天新品預告</a:t>
            </a:r>
            <a:endParaRPr lang="en-US" sz="1238" dirty="0"/>
          </a:p>
        </p:txBody>
      </p:sp>
      <p:sp>
        <p:nvSpPr>
          <p:cNvPr id="12" name="Text 9"/>
          <p:cNvSpPr txBox="1"/>
          <p:nvPr/>
        </p:nvSpPr>
        <p:spPr>
          <a:xfrm>
            <a:off x="1533540" y="5138288"/>
            <a:ext cx="2635209" cy="532364"/>
          </a:xfrm>
          <a:prstGeom prst="rect">
            <a:avLst/>
          </a:prstGeom>
          <a:noFill/>
          <a:ln/>
        </p:spPr>
        <p:txBody>
          <a:bodyPr wrap="square" lIns="0" tIns="0" rIns="0" bIns="0" rtlCol="0" anchor="t"/>
          <a:lstStyle/>
          <a:p>
            <a:pPr algn="l" indent="0" marL="0">
              <a:lnSpc>
                <a:spcPts val="2092"/>
              </a:lnSpc>
              <a:buNone/>
            </a:pPr>
            <a:r>
              <a:rPr lang="en-US" sz="1350" b="1" dirty="0">
                <a:solidFill>
                  <a:srgbClr val="4A3C33"/>
                </a:solidFill>
                <a:latin typeface="Noto Sans TC" pitchFamily="34" charset="0"/>
                <a:ea typeface="Noto Sans TC" pitchFamily="34" charset="-122"/>
                <a:cs typeface="Noto Sans TC" pitchFamily="34" charset="-120"/>
              </a:rPr>
              <a:t> 因為 24 小時就消失，</a:t>
            </a:r>
            <a:endParaRPr lang="en-US" sz="1350" dirty="0"/>
          </a:p>
          <a:p>
            <a:pPr algn="l" indent="0" marL="0">
              <a:lnSpc>
                <a:spcPts val="2092"/>
              </a:lnSpc>
              <a:buNone/>
            </a:pPr>
            <a:r>
              <a:rPr lang="en-US" sz="1350" b="1" dirty="0">
                <a:solidFill>
                  <a:srgbClr val="4A3C33"/>
                </a:solidFill>
                <a:latin typeface="Noto Sans TC" pitchFamily="34" charset="0"/>
                <a:ea typeface="Noto Sans TC" pitchFamily="34" charset="-122"/>
                <a:cs typeface="Noto Sans TC" pitchFamily="34" charset="-120"/>
              </a:rPr>
              <a:t>所以不用有壓力，隨手拍就好。</a:t>
            </a:r>
            <a:endParaRPr lang="en-US" sz="1350" dirty="0"/>
          </a:p>
        </p:txBody>
      </p:sp>
      <p:sp>
        <p:nvSpPr>
          <p:cNvPr id="13" name="Text 10"/>
          <p:cNvSpPr txBox="1"/>
          <p:nvPr/>
        </p:nvSpPr>
        <p:spPr>
          <a:xfrm>
            <a:off x="1533540" y="5403921"/>
            <a:ext cx="2635209" cy="266730"/>
          </a:xfrm>
          <a:prstGeom prst="rect">
            <a:avLst/>
          </a:prstGeom>
          <a:noFill/>
          <a:ln/>
        </p:spPr>
        <p:txBody>
          <a:bodyPr wrap="square" lIns="0" tIns="0" rIns="0" bIns="0" rtlCol="0" anchor="t"/>
          <a:lstStyle/>
          <a:p>
            <a:pPr algn="l" indent="0" marL="0">
              <a:lnSpc>
                <a:spcPts val="2092"/>
              </a:lnSpc>
              <a:buNone/>
            </a:pPr>
            <a:r>
              <a:rPr lang="en-US" sz="1350" b="1" dirty="0">
                <a:solidFill>
                  <a:srgbClr val="4A3C33"/>
                </a:solidFill>
                <a:latin typeface="Noto Sans TC" pitchFamily="34" charset="0"/>
                <a:ea typeface="Noto Sans TC" pitchFamily="34" charset="-122"/>
                <a:cs typeface="Noto Sans TC" pitchFamily="34" charset="-120"/>
              </a:rPr>
              <a:t>所以不用有壓力，隨手拍就好。</a:t>
            </a:r>
            <a:endParaRPr lang="en-US" sz="1350" dirty="0"/>
          </a:p>
        </p:txBody>
      </p:sp>
      <p:sp>
        <p:nvSpPr>
          <p:cNvPr id="14" name="Text 11"/>
          <p:cNvSpPr txBox="1"/>
          <p:nvPr/>
        </p:nvSpPr>
        <p:spPr>
          <a:xfrm>
            <a:off x="7942570" y="5886450"/>
            <a:ext cx="2112264" cy="209580"/>
          </a:xfrm>
          <a:prstGeom prst="rect">
            <a:avLst/>
          </a:prstGeom>
          <a:noFill/>
          <a:ln/>
        </p:spPr>
        <p:txBody>
          <a:bodyPr wrap="square" lIns="0" tIns="0" rIns="0" bIns="0" rtlCol="0" anchor="t"/>
          <a:lstStyle/>
          <a:p>
            <a:pPr algn="ctr" indent="0" marL="0">
              <a:buNone/>
            </a:pPr>
            <a:r>
              <a:rPr lang="en-US" sz="1050" b="1" spc="105" kern="0" dirty="0">
                <a:solidFill>
                  <a:srgbClr val="9C8B7C"/>
                </a:solidFill>
                <a:latin typeface="Noto Sans TC" pitchFamily="34" charset="0"/>
                <a:ea typeface="Noto Sans TC" pitchFamily="34" charset="-122"/>
                <a:cs typeface="Noto Sans TC" pitchFamily="34" charset="-120"/>
              </a:rPr>
              <a:t>隨手拍、加一句話，就可以發</a:t>
            </a:r>
            <a:endParaRPr lang="en-US" sz="1050" dirty="0"/>
          </a:p>
        </p:txBody>
      </p:sp>
      <p:sp>
        <p:nvSpPr>
          <p:cNvPr id="15" name="Text 12"/>
          <p:cNvSpPr txBox="1"/>
          <p:nvPr/>
        </p:nvSpPr>
        <p:spPr>
          <a:xfrm>
            <a:off x="10605486" y="304770"/>
            <a:ext cx="717804" cy="209580"/>
          </a:xfrm>
          <a:prstGeom prst="rect">
            <a:avLst/>
          </a:prstGeom>
          <a:noFill/>
          <a:ln/>
        </p:spPr>
        <p:txBody>
          <a:bodyPr wrap="square" lIns="0" tIns="0" rIns="0" bIns="0" rtlCol="0" anchor="t"/>
          <a:lstStyle/>
          <a:p>
            <a:pPr algn="l" indent="0" marL="0">
              <a:buNone/>
            </a:pPr>
            <a:r>
              <a:rPr lang="en-US" sz="1013" b="1" spc="142" kern="0" dirty="0">
                <a:solidFill>
                  <a:srgbClr val="FBF7F1"/>
                </a:solidFill>
                <a:latin typeface="Noto Sans TC" pitchFamily="34" charset="0"/>
                <a:ea typeface="Noto Sans TC" pitchFamily="34" charset="-122"/>
                <a:cs typeface="Noto Sans TC" pitchFamily="34" charset="-120"/>
              </a:rPr>
              <a:t>手機實作</a:t>
            </a:r>
            <a:endParaRPr lang="en-US" sz="1013" dirty="0"/>
          </a:p>
        </p:txBody>
      </p:sp>
      <p:sp>
        <p:nvSpPr>
          <p:cNvPr id="16" name="Text 13"/>
          <p:cNvSpPr txBox="1"/>
          <p:nvPr/>
        </p:nvSpPr>
        <p:spPr>
          <a:xfrm>
            <a:off x="761970" y="6438930"/>
            <a:ext cx="1338042" cy="200071"/>
          </a:xfrm>
          <a:prstGeom prst="rect">
            <a:avLst/>
          </a:prstGeom>
          <a:noFill/>
          <a:ln/>
        </p:spPr>
        <p:txBody>
          <a:bodyPr wrap="square" lIns="0" tIns="0" rIns="0" bIns="0" rtlCol="0" anchor="t"/>
          <a:lstStyle/>
          <a:p>
            <a:pPr algn="l" indent="0" marL="0">
              <a:buNone/>
            </a:pPr>
            <a:r>
              <a:rPr lang="en-US" sz="938" b="1" spc="56" kern="0" dirty="0">
                <a:solidFill>
                  <a:srgbClr val="9C8B7C"/>
                </a:solidFill>
                <a:latin typeface="Noto Sans TC" pitchFamily="34" charset="0"/>
                <a:ea typeface="Noto Sans TC" pitchFamily="34" charset="-122"/>
                <a:cs typeface="Noto Sans TC" pitchFamily="34" charset="-120"/>
              </a:rPr>
              <a:t>PART 7 · 14:55</a:t>
            </a:r>
            <a:endParaRPr lang="en-US" sz="938" dirty="0"/>
          </a:p>
        </p:txBody>
      </p:sp>
      <p:sp>
        <p:nvSpPr>
          <p:cNvPr id="17" name="Text 14"/>
          <p:cNvSpPr txBox="1"/>
          <p:nvPr/>
        </p:nvSpPr>
        <p:spPr>
          <a:xfrm>
            <a:off x="10922599" y="6438930"/>
            <a:ext cx="562630" cy="200071"/>
          </a:xfrm>
          <a:prstGeom prst="rect">
            <a:avLst/>
          </a:prstGeom>
          <a:noFill/>
          <a:ln/>
        </p:spPr>
        <p:txBody>
          <a:bodyPr wrap="square" lIns="0" tIns="0" rIns="0" bIns="0" rtlCol="0" anchor="t"/>
          <a:lstStyle/>
          <a:p>
            <a:pPr algn="l" indent="0" marL="0">
              <a:buNone/>
            </a:pPr>
            <a:r>
              <a:rPr lang="en-US" sz="938" b="1" spc="56" kern="0" dirty="0">
                <a:solidFill>
                  <a:srgbClr val="9C8B7C"/>
                </a:solidFill>
                <a:latin typeface="Noto Sans TC" pitchFamily="34" charset="0"/>
                <a:ea typeface="Noto Sans TC" pitchFamily="34" charset="-122"/>
                <a:cs typeface="Noto Sans TC" pitchFamily="34" charset="-120"/>
              </a:rPr>
              <a:t>55 / 75</a:t>
            </a:r>
            <a:endParaRPr lang="en-US" sz="938"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BF7F1"/>
        </a:solidFill>
      </p:bgPr>
    </p:bg>
    <p:spTree>
      <p:nvGrpSpPr>
        <p:cNvPr id="1" name=""/>
        <p:cNvGrpSpPr/>
        <p:nvPr/>
      </p:nvGrpSpPr>
      <p:grpSpPr>
        <a:xfrm>
          <a:off x="0" y="0"/>
          <a:ext cx="0" cy="0"/>
          <a:chOff x="0" y="0"/>
          <a:chExt cx="0" cy="0"/>
        </a:xfrm>
      </p:grpSpPr>
      <p:pic>
        <p:nvPicPr>
          <p:cNvPr id="2" name="Image 0" descr="/home/user/gogoeveryday/social-course/export-pptx/build/bg/56.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733715" y="141275"/>
            <a:ext cx="999714" cy="219090"/>
          </a:xfrm>
          <a:prstGeom prst="rect">
            <a:avLst/>
          </a:prstGeom>
          <a:noFill/>
          <a:ln/>
        </p:spPr>
        <p:txBody>
          <a:bodyPr wrap="square" lIns="0" tIns="0" rIns="0" bIns="0" rtlCol="0" anchor="t"/>
          <a:lstStyle/>
          <a:p>
            <a:pPr algn="ctr" indent="0" marL="0">
              <a:buNone/>
            </a:pPr>
            <a:r>
              <a:rPr lang="en-US" sz="1125" b="1" spc="225" kern="0" dirty="0">
                <a:solidFill>
                  <a:srgbClr val="C05F3C"/>
                </a:solidFill>
                <a:latin typeface="Noto Sans TC" pitchFamily="34" charset="0"/>
                <a:ea typeface="Noto Sans TC" pitchFamily="34" charset="-122"/>
                <a:cs typeface="Noto Sans TC" pitchFamily="34" charset="-120"/>
              </a:rPr>
              <a:t>兩種都可以</a:t>
            </a:r>
            <a:endParaRPr lang="en-US" sz="1125" dirty="0"/>
          </a:p>
        </p:txBody>
      </p:sp>
      <p:sp>
        <p:nvSpPr>
          <p:cNvPr id="4" name="Text 1"/>
          <p:cNvSpPr txBox="1"/>
          <p:nvPr/>
        </p:nvSpPr>
        <p:spPr>
          <a:xfrm>
            <a:off x="4175333" y="446044"/>
            <a:ext cx="3850904" cy="542971"/>
          </a:xfrm>
          <a:prstGeom prst="rect">
            <a:avLst/>
          </a:prstGeom>
          <a:noFill/>
          <a:ln/>
        </p:spPr>
        <p:txBody>
          <a:bodyPr wrap="square" lIns="0" tIns="0" rIns="0" bIns="0" rtlCol="0" anchor="t"/>
          <a:lstStyle/>
          <a:p>
            <a:pPr algn="ctr" indent="0" marL="0">
              <a:lnSpc>
                <a:spcPts val="3477"/>
              </a:lnSpc>
              <a:buNone/>
            </a:pPr>
            <a:r>
              <a:rPr lang="en-US" sz="2850" b="1" spc="-57" kern="0" dirty="0">
                <a:solidFill>
                  <a:srgbClr val="241C17"/>
                </a:solidFill>
                <a:latin typeface="Noto Sans TC" pitchFamily="34" charset="0"/>
                <a:ea typeface="Noto Sans TC" pitchFamily="34" charset="-122"/>
                <a:cs typeface="Noto Sans TC" pitchFamily="34" charset="-120"/>
              </a:rPr>
              <a:t>因為它們的用途不一樣</a:t>
            </a:r>
            <a:endParaRPr lang="en-US" sz="2850" dirty="0"/>
          </a:p>
        </p:txBody>
      </p:sp>
      <p:sp>
        <p:nvSpPr>
          <p:cNvPr id="5" name="Text 2"/>
          <p:cNvSpPr txBox="1"/>
          <p:nvPr/>
        </p:nvSpPr>
        <p:spPr>
          <a:xfrm>
            <a:off x="2753533" y="4307098"/>
            <a:ext cx="1151047" cy="304770"/>
          </a:xfrm>
          <a:prstGeom prst="rect">
            <a:avLst/>
          </a:prstGeom>
          <a:noFill/>
          <a:ln/>
        </p:spPr>
        <p:txBody>
          <a:bodyPr wrap="square" lIns="0" tIns="0" rIns="0" bIns="0" rtlCol="0" anchor="t"/>
          <a:lstStyle/>
          <a:p>
            <a:pPr algn="ctr" indent="0" marL="0">
              <a:buNone/>
            </a:pPr>
            <a:r>
              <a:rPr lang="en-US" sz="1575" dirty="0">
                <a:solidFill>
                  <a:srgbClr val="241C17"/>
                </a:solidFill>
                <a:latin typeface="Noto Sans TC" pitchFamily="34" charset="0"/>
                <a:ea typeface="Noto Sans TC" pitchFamily="34" charset="-122"/>
                <a:cs typeface="Noto Sans TC" pitchFamily="34" charset="-120"/>
              </a:rPr>
              <a:t>精緻商品照</a:t>
            </a:r>
            <a:endParaRPr lang="en-US" sz="1575" dirty="0"/>
          </a:p>
        </p:txBody>
      </p:sp>
      <p:sp>
        <p:nvSpPr>
          <p:cNvPr id="6" name="Text 3"/>
          <p:cNvSpPr txBox="1"/>
          <p:nvPr/>
        </p:nvSpPr>
        <p:spPr>
          <a:xfrm>
            <a:off x="2394905" y="4792828"/>
            <a:ext cx="1867936" cy="476220"/>
          </a:xfrm>
          <a:prstGeom prst="rect">
            <a:avLst/>
          </a:prstGeom>
          <a:noFill/>
          <a:ln/>
        </p:spPr>
        <p:txBody>
          <a:bodyPr wrap="square" lIns="0" tIns="0" rIns="0" bIns="0" rtlCol="0" anchor="t"/>
          <a:lstStyle/>
          <a:p>
            <a:pPr algn="ctr" indent="0" marL="0">
              <a:buNone/>
            </a:pPr>
            <a:r>
              <a:rPr lang="en-US" sz="1200" dirty="0">
                <a:solidFill>
                  <a:srgbClr val="241C17"/>
                </a:solidFill>
                <a:latin typeface="Noto Sans TC" pitchFamily="34" charset="0"/>
                <a:ea typeface="Noto Sans TC" pitchFamily="34" charset="-122"/>
                <a:cs typeface="Noto Sans TC" pitchFamily="34" charset="-120"/>
              </a:rPr>
              <a:t>放在</a:t>
            </a:r>
            <a:pPr algn="ctr" indent="0" marL="0">
              <a:buNone/>
            </a:pPr>
            <a:r>
              <a:rPr lang="en-US" sz="1200" b="1" dirty="0">
                <a:solidFill>
                  <a:srgbClr val="241C17"/>
                </a:solidFill>
                <a:latin typeface="Noto Sans TC" pitchFamily="34" charset="0"/>
                <a:ea typeface="Noto Sans TC" pitchFamily="34" charset="-122"/>
                <a:cs typeface="Noto Sans TC" pitchFamily="34" charset="-120"/>
              </a:rPr>
              <a:t>貼文</a:t>
            </a:r>
            <a:pPr algn="ctr" indent="0" marL="0">
              <a:buNone/>
            </a:pPr>
            <a:r>
              <a:rPr lang="en-US" sz="1200" dirty="0">
                <a:solidFill>
                  <a:srgbClr val="241C17"/>
                </a:solidFill>
                <a:latin typeface="Noto Sans TC" pitchFamily="34" charset="0"/>
                <a:ea typeface="Noto Sans TC" pitchFamily="34" charset="-122"/>
                <a:cs typeface="Noto Sans TC" pitchFamily="34" charset="-120"/>
              </a:rPr>
              <a:t>：</a:t>
            </a:r>
            <a:endParaRPr lang="en-US" sz="1200" dirty="0"/>
          </a:p>
          <a:p>
            <a:pPr algn="ctr" indent="0" marL="0">
              <a:buNone/>
            </a:pPr>
            <a:r>
              <a:rPr lang="en-US" sz="1200" dirty="0">
                <a:solidFill>
                  <a:srgbClr val="241C17"/>
                </a:solidFill>
                <a:latin typeface="Noto Sans TC" pitchFamily="34" charset="0"/>
                <a:ea typeface="Noto Sans TC" pitchFamily="34" charset="-122"/>
                <a:cs typeface="Noto Sans TC" pitchFamily="34" charset="-120"/>
              </a:rPr>
              <a:t>要留下來、要被反覆看到</a:t>
            </a:r>
            <a:endParaRPr lang="en-US" sz="1200" dirty="0"/>
          </a:p>
        </p:txBody>
      </p:sp>
      <p:sp>
        <p:nvSpPr>
          <p:cNvPr id="7" name="Text 4"/>
          <p:cNvSpPr txBox="1"/>
          <p:nvPr/>
        </p:nvSpPr>
        <p:spPr>
          <a:xfrm>
            <a:off x="3186958" y="4792828"/>
            <a:ext cx="436352" cy="247620"/>
          </a:xfrm>
          <a:prstGeom prst="rect">
            <a:avLst/>
          </a:prstGeom>
          <a:noFill/>
          <a:ln/>
        </p:spPr>
        <p:txBody>
          <a:bodyPr wrap="square" lIns="0" tIns="0" rIns="0" bIns="0" rtlCol="0" anchor="t"/>
          <a:lstStyle/>
          <a:p>
            <a:pPr algn="ctr" indent="0" marL="0">
              <a:buNone/>
            </a:pPr>
            <a:r>
              <a:rPr lang="en-US" sz="1200" b="1" dirty="0">
                <a:solidFill>
                  <a:srgbClr val="241C17"/>
                </a:solidFill>
                <a:latin typeface="Noto Sans TC" pitchFamily="34" charset="0"/>
                <a:ea typeface="Noto Sans TC" pitchFamily="34" charset="-122"/>
                <a:cs typeface="Noto Sans TC" pitchFamily="34" charset="-120"/>
              </a:rPr>
              <a:t>貼文</a:t>
            </a:r>
            <a:endParaRPr lang="en-US" sz="1200" dirty="0"/>
          </a:p>
        </p:txBody>
      </p:sp>
      <p:sp>
        <p:nvSpPr>
          <p:cNvPr id="8" name="Text 5"/>
          <p:cNvSpPr txBox="1"/>
          <p:nvPr/>
        </p:nvSpPr>
        <p:spPr>
          <a:xfrm>
            <a:off x="8594080" y="3265322"/>
            <a:ext cx="692201" cy="228691"/>
          </a:xfrm>
          <a:prstGeom prst="rect">
            <a:avLst/>
          </a:prstGeom>
          <a:noFill/>
          <a:ln/>
        </p:spPr>
        <p:txBody>
          <a:bodyPr wrap="square" lIns="0" tIns="0" rIns="0" bIns="0" rtlCol="0" anchor="t"/>
          <a:lstStyle/>
          <a:p>
            <a:pPr algn="ctr" indent="0" marL="0">
              <a:buNone/>
            </a:pPr>
            <a:r>
              <a:rPr lang="en-US" sz="975" b="1" dirty="0">
                <a:solidFill>
                  <a:srgbClr val="241C17"/>
                </a:solidFill>
                <a:latin typeface="Noto Sans TC" pitchFamily="34" charset="0"/>
                <a:ea typeface="Noto Sans TC" pitchFamily="34" charset="-122"/>
                <a:cs typeface="Noto Sans TC" pitchFamily="34" charset="-120"/>
              </a:rPr>
              <a:t>還在忙 😅</a:t>
            </a:r>
            <a:endParaRPr lang="en-US" sz="975" dirty="0"/>
          </a:p>
        </p:txBody>
      </p:sp>
      <p:sp>
        <p:nvSpPr>
          <p:cNvPr id="9" name="Text 6"/>
          <p:cNvSpPr txBox="1"/>
          <p:nvPr/>
        </p:nvSpPr>
        <p:spPr>
          <a:xfrm>
            <a:off x="7587600" y="1449598"/>
            <a:ext cx="550560" cy="171450"/>
          </a:xfrm>
          <a:prstGeom prst="rect">
            <a:avLst/>
          </a:prstGeom>
          <a:noFill/>
          <a:ln/>
        </p:spPr>
        <p:txBody>
          <a:bodyPr wrap="square" lIns="0" tIns="0" rIns="0" bIns="0" rtlCol="0" anchor="t"/>
          <a:lstStyle/>
          <a:p>
            <a:pPr algn="ctr" indent="0" marL="0">
              <a:buNone/>
            </a:pPr>
            <a:r>
              <a:rPr lang="en-US" sz="825" b="1" dirty="0">
                <a:solidFill>
                  <a:srgbClr val="FFFFFF"/>
                </a:solidFill>
                <a:latin typeface="Noto Sans TC" pitchFamily="34" charset="0"/>
                <a:ea typeface="Noto Sans TC" pitchFamily="34" charset="-122"/>
                <a:cs typeface="Noto Sans TC" pitchFamily="34" charset="-120"/>
              </a:rPr>
              <a:t>限時動態</a:t>
            </a:r>
            <a:endParaRPr lang="en-US" sz="825" dirty="0"/>
          </a:p>
        </p:txBody>
      </p:sp>
      <p:sp>
        <p:nvSpPr>
          <p:cNvPr id="10" name="Text 7"/>
          <p:cNvSpPr txBox="1"/>
          <p:nvPr/>
        </p:nvSpPr>
        <p:spPr>
          <a:xfrm>
            <a:off x="7872984" y="4307098"/>
            <a:ext cx="1999061" cy="304770"/>
          </a:xfrm>
          <a:prstGeom prst="rect">
            <a:avLst/>
          </a:prstGeom>
          <a:noFill/>
          <a:ln/>
        </p:spPr>
        <p:txBody>
          <a:bodyPr wrap="square" lIns="0" tIns="0" rIns="0" bIns="0" rtlCol="0" anchor="t"/>
          <a:lstStyle/>
          <a:p>
            <a:pPr algn="ctr" indent="0" marL="0">
              <a:buNone/>
            </a:pPr>
            <a:r>
              <a:rPr lang="en-US" sz="1575" dirty="0">
                <a:solidFill>
                  <a:srgbClr val="241C17"/>
                </a:solidFill>
                <a:latin typeface="Noto Sans TC" pitchFamily="34" charset="0"/>
                <a:ea typeface="Noto Sans TC" pitchFamily="34" charset="-122"/>
                <a:cs typeface="Noto Sans TC" pitchFamily="34" charset="-120"/>
              </a:rPr>
              <a:t>手機隨手拍的工作桌</a:t>
            </a:r>
            <a:endParaRPr lang="en-US" sz="1575" dirty="0"/>
          </a:p>
        </p:txBody>
      </p:sp>
      <p:sp>
        <p:nvSpPr>
          <p:cNvPr id="11" name="Text 8"/>
          <p:cNvSpPr txBox="1"/>
          <p:nvPr/>
        </p:nvSpPr>
        <p:spPr>
          <a:xfrm>
            <a:off x="7893467" y="4792828"/>
            <a:ext cx="1958096" cy="476220"/>
          </a:xfrm>
          <a:prstGeom prst="rect">
            <a:avLst/>
          </a:prstGeom>
          <a:noFill/>
          <a:ln/>
        </p:spPr>
        <p:txBody>
          <a:bodyPr wrap="square" lIns="0" tIns="0" rIns="0" bIns="0" rtlCol="0" anchor="t"/>
          <a:lstStyle/>
          <a:p>
            <a:pPr algn="ctr" indent="0" marL="0">
              <a:buNone/>
            </a:pPr>
            <a:r>
              <a:rPr lang="en-US" sz="1200" dirty="0">
                <a:solidFill>
                  <a:srgbClr val="241C17"/>
                </a:solidFill>
                <a:latin typeface="Noto Sans TC" pitchFamily="34" charset="0"/>
                <a:ea typeface="Noto Sans TC" pitchFamily="34" charset="-122"/>
                <a:cs typeface="Noto Sans TC" pitchFamily="34" charset="-120"/>
              </a:rPr>
              <a:t>放在</a:t>
            </a:r>
            <a:pPr algn="ctr" indent="0" marL="0">
              <a:buNone/>
            </a:pPr>
            <a:r>
              <a:rPr lang="en-US" sz="1200" b="1" dirty="0">
                <a:solidFill>
                  <a:srgbClr val="241C17"/>
                </a:solidFill>
                <a:latin typeface="Noto Sans TC" pitchFamily="34" charset="0"/>
                <a:ea typeface="Noto Sans TC" pitchFamily="34" charset="-122"/>
                <a:cs typeface="Noto Sans TC" pitchFamily="34" charset="-120"/>
              </a:rPr>
              <a:t>限時動態</a:t>
            </a:r>
            <a:pPr algn="ctr" indent="0" marL="0">
              <a:buNone/>
            </a:pPr>
            <a:r>
              <a:rPr lang="en-US" sz="1200" dirty="0">
                <a:solidFill>
                  <a:srgbClr val="241C17"/>
                </a:solidFill>
                <a:latin typeface="Noto Sans TC" pitchFamily="34" charset="0"/>
                <a:ea typeface="Noto Sans TC" pitchFamily="34" charset="-122"/>
                <a:cs typeface="Noto Sans TC" pitchFamily="34" charset="-120"/>
              </a:rPr>
              <a:t>：</a:t>
            </a:r>
            <a:endParaRPr lang="en-US" sz="1200" dirty="0"/>
          </a:p>
          <a:p>
            <a:pPr algn="ctr" indent="0" marL="0">
              <a:buNone/>
            </a:pPr>
            <a:r>
              <a:rPr lang="en-US" sz="1200" dirty="0">
                <a:solidFill>
                  <a:srgbClr val="241C17"/>
                </a:solidFill>
                <a:latin typeface="Noto Sans TC" pitchFamily="34" charset="0"/>
                <a:ea typeface="Noto Sans TC" pitchFamily="34" charset="-122"/>
                <a:cs typeface="Noto Sans TC" pitchFamily="34" charset="-120"/>
              </a:rPr>
              <a:t>只活 24 小時、要的是真實</a:t>
            </a:r>
            <a:endParaRPr lang="en-US" sz="1200" dirty="0"/>
          </a:p>
        </p:txBody>
      </p:sp>
      <p:sp>
        <p:nvSpPr>
          <p:cNvPr id="12" name="Text 9"/>
          <p:cNvSpPr txBox="1"/>
          <p:nvPr/>
        </p:nvSpPr>
        <p:spPr>
          <a:xfrm>
            <a:off x="8578078" y="4792828"/>
            <a:ext cx="741213" cy="247620"/>
          </a:xfrm>
          <a:prstGeom prst="rect">
            <a:avLst/>
          </a:prstGeom>
          <a:noFill/>
          <a:ln/>
        </p:spPr>
        <p:txBody>
          <a:bodyPr wrap="square" lIns="0" tIns="0" rIns="0" bIns="0" rtlCol="0" anchor="t"/>
          <a:lstStyle/>
          <a:p>
            <a:pPr algn="ctr" indent="0" marL="0">
              <a:buNone/>
            </a:pPr>
            <a:r>
              <a:rPr lang="en-US" sz="1200" b="1" dirty="0">
                <a:solidFill>
                  <a:srgbClr val="241C17"/>
                </a:solidFill>
                <a:latin typeface="Noto Sans TC" pitchFamily="34" charset="0"/>
                <a:ea typeface="Noto Sans TC" pitchFamily="34" charset="-122"/>
                <a:cs typeface="Noto Sans TC" pitchFamily="34" charset="-120"/>
              </a:rPr>
              <a:t>限時動態</a:t>
            </a:r>
            <a:endParaRPr lang="en-US" sz="1200" dirty="0"/>
          </a:p>
        </p:txBody>
      </p:sp>
      <p:sp>
        <p:nvSpPr>
          <p:cNvPr id="13" name="Text 10"/>
          <p:cNvSpPr txBox="1"/>
          <p:nvPr/>
        </p:nvSpPr>
        <p:spPr>
          <a:xfrm>
            <a:off x="1533540" y="5792998"/>
            <a:ext cx="2917850" cy="590520"/>
          </a:xfrm>
          <a:prstGeom prst="rect">
            <a:avLst/>
          </a:prstGeom>
          <a:noFill/>
          <a:ln/>
        </p:spPr>
        <p:txBody>
          <a:bodyPr wrap="square" lIns="0" tIns="0" rIns="0" bIns="0" rtlCol="0" anchor="t"/>
          <a:lstStyle/>
          <a:p>
            <a:pPr algn="l" indent="0" marL="0">
              <a:lnSpc>
                <a:spcPts val="2325"/>
              </a:lnSpc>
              <a:buNone/>
            </a:pPr>
            <a:r>
              <a:rPr lang="en-US" sz="1500" b="1" dirty="0">
                <a:solidFill>
                  <a:srgbClr val="4A3C33"/>
                </a:solidFill>
                <a:latin typeface="Noto Sans TC" pitchFamily="34" charset="0"/>
                <a:ea typeface="Noto Sans TC" pitchFamily="34" charset="-122"/>
                <a:cs typeface="Noto Sans TC" pitchFamily="34" charset="-120"/>
              </a:rPr>
              <a:t>很多人反而更喜歡右邊那種，</a:t>
            </a:r>
            <a:endParaRPr lang="en-US" sz="1500" dirty="0"/>
          </a:p>
          <a:p>
            <a:pPr algn="l" indent="0" marL="0">
              <a:lnSpc>
                <a:spcPts val="2325"/>
              </a:lnSpc>
              <a:buNone/>
            </a:pPr>
            <a:r>
              <a:rPr lang="en-US" sz="1500" b="1" dirty="0">
                <a:solidFill>
                  <a:srgbClr val="4A3C33"/>
                </a:solidFill>
                <a:latin typeface="Noto Sans TC" pitchFamily="34" charset="0"/>
                <a:ea typeface="Noto Sans TC" pitchFamily="34" charset="-122"/>
                <a:cs typeface="Noto Sans TC" pitchFamily="34" charset="-120"/>
              </a:rPr>
              <a:t> 因為</a:t>
            </a:r>
            <a:pPr algn="l" indent="0" marL="0">
              <a:lnSpc>
                <a:spcPts val="2325"/>
              </a:lnSpc>
              <a:buNone/>
            </a:pPr>
            <a:r>
              <a:rPr lang="en-US" sz="1500" b="1" dirty="0">
                <a:solidFill>
                  <a:srgbClr val="5F7A63"/>
                </a:solidFill>
                <a:latin typeface="Noto Sans TC" pitchFamily="34" charset="0"/>
                <a:ea typeface="Noto Sans TC" pitchFamily="34" charset="-122"/>
                <a:cs typeface="Noto Sans TC" pitchFamily="34" charset="-120"/>
              </a:rPr>
              <a:t>看得出來是真的人在做事</a:t>
            </a:r>
            <a:pPr algn="l" indent="0" marL="0">
              <a:lnSpc>
                <a:spcPts val="2325"/>
              </a:lnSpc>
              <a:buNone/>
            </a:pPr>
            <a:r>
              <a:rPr lang="en-US" sz="1500" b="1" dirty="0">
                <a:solidFill>
                  <a:srgbClr val="4A3C33"/>
                </a:solidFill>
                <a:latin typeface="Noto Sans TC" pitchFamily="34" charset="0"/>
                <a:ea typeface="Noto Sans TC" pitchFamily="34" charset="-122"/>
                <a:cs typeface="Noto Sans TC" pitchFamily="34" charset="-120"/>
              </a:rPr>
              <a:t>。</a:t>
            </a:r>
            <a:endParaRPr lang="en-US" sz="1500" dirty="0"/>
          </a:p>
        </p:txBody>
      </p:sp>
      <p:sp>
        <p:nvSpPr>
          <p:cNvPr id="14" name="Text 11"/>
          <p:cNvSpPr txBox="1"/>
          <p:nvPr/>
        </p:nvSpPr>
        <p:spPr>
          <a:xfrm>
            <a:off x="1914571" y="6088258"/>
            <a:ext cx="2312060" cy="295260"/>
          </a:xfrm>
          <a:prstGeom prst="rect">
            <a:avLst/>
          </a:prstGeom>
          <a:noFill/>
          <a:ln/>
        </p:spPr>
        <p:txBody>
          <a:bodyPr wrap="square" lIns="0" tIns="0" rIns="0" bIns="0" rtlCol="0" anchor="t"/>
          <a:lstStyle/>
          <a:p>
            <a:pPr algn="l" indent="0" marL="0">
              <a:lnSpc>
                <a:spcPts val="2325"/>
              </a:lnSpc>
              <a:buNone/>
            </a:pPr>
            <a:r>
              <a:rPr lang="en-US" sz="1500" b="1" dirty="0">
                <a:solidFill>
                  <a:srgbClr val="5F7A63"/>
                </a:solidFill>
                <a:latin typeface="Noto Sans TC" pitchFamily="34" charset="0"/>
                <a:ea typeface="Noto Sans TC" pitchFamily="34" charset="-122"/>
                <a:cs typeface="Noto Sans TC" pitchFamily="34" charset="-120"/>
              </a:rPr>
              <a:t>看得出來是真的人在做事</a:t>
            </a:r>
            <a:endParaRPr lang="en-US" sz="1500" dirty="0"/>
          </a:p>
        </p:txBody>
      </p:sp>
      <p:sp>
        <p:nvSpPr>
          <p:cNvPr id="15" name="Text 12"/>
          <p:cNvSpPr txBox="1"/>
          <p:nvPr/>
        </p:nvSpPr>
        <p:spPr>
          <a:xfrm>
            <a:off x="761970" y="6438930"/>
            <a:ext cx="1338042" cy="200071"/>
          </a:xfrm>
          <a:prstGeom prst="rect">
            <a:avLst/>
          </a:prstGeom>
          <a:noFill/>
          <a:ln/>
        </p:spPr>
        <p:txBody>
          <a:bodyPr wrap="square" lIns="0" tIns="0" rIns="0" bIns="0" rtlCol="0" anchor="t"/>
          <a:lstStyle/>
          <a:p>
            <a:pPr algn="l" indent="0" marL="0">
              <a:buNone/>
            </a:pPr>
            <a:r>
              <a:rPr lang="en-US" sz="938" b="1" spc="56" kern="0" dirty="0">
                <a:solidFill>
                  <a:srgbClr val="9C8B7C"/>
                </a:solidFill>
                <a:latin typeface="Noto Sans TC" pitchFamily="34" charset="0"/>
                <a:ea typeface="Noto Sans TC" pitchFamily="34" charset="-122"/>
                <a:cs typeface="Noto Sans TC" pitchFamily="34" charset="-120"/>
              </a:rPr>
              <a:t>PART 7 · 15:00</a:t>
            </a:r>
            <a:endParaRPr lang="en-US" sz="938" dirty="0"/>
          </a:p>
        </p:txBody>
      </p:sp>
      <p:sp>
        <p:nvSpPr>
          <p:cNvPr id="16" name="Text 13"/>
          <p:cNvSpPr txBox="1"/>
          <p:nvPr/>
        </p:nvSpPr>
        <p:spPr>
          <a:xfrm>
            <a:off x="10922599" y="6438930"/>
            <a:ext cx="562630" cy="200071"/>
          </a:xfrm>
          <a:prstGeom prst="rect">
            <a:avLst/>
          </a:prstGeom>
          <a:noFill/>
          <a:ln/>
        </p:spPr>
        <p:txBody>
          <a:bodyPr wrap="square" lIns="0" tIns="0" rIns="0" bIns="0" rtlCol="0" anchor="t"/>
          <a:lstStyle/>
          <a:p>
            <a:pPr algn="l" indent="0" marL="0">
              <a:buNone/>
            </a:pPr>
            <a:r>
              <a:rPr lang="en-US" sz="938" b="1" spc="56" kern="0" dirty="0">
                <a:solidFill>
                  <a:srgbClr val="9C8B7C"/>
                </a:solidFill>
                <a:latin typeface="Noto Sans TC" pitchFamily="34" charset="0"/>
                <a:ea typeface="Noto Sans TC" pitchFamily="34" charset="-122"/>
                <a:cs typeface="Noto Sans TC" pitchFamily="34" charset="-120"/>
              </a:rPr>
              <a:t>56 / 75</a:t>
            </a:r>
            <a:endParaRPr lang="en-US" sz="938"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BF7F1"/>
        </a:solidFill>
      </p:bgPr>
    </p:bg>
    <p:spTree>
      <p:nvGrpSpPr>
        <p:cNvPr id="1" name=""/>
        <p:cNvGrpSpPr/>
        <p:nvPr/>
      </p:nvGrpSpPr>
      <p:grpSpPr>
        <a:xfrm>
          <a:off x="0" y="0"/>
          <a:ext cx="0" cy="0"/>
          <a:chOff x="0" y="0"/>
          <a:chExt cx="0" cy="0"/>
        </a:xfrm>
      </p:grpSpPr>
      <p:pic>
        <p:nvPicPr>
          <p:cNvPr id="2" name="Image 0" descr="/home/user/gogoeveryday/social-course/export-pptx/build/bg/57.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761970" y="1159368"/>
            <a:ext cx="999714" cy="219090"/>
          </a:xfrm>
          <a:prstGeom prst="rect">
            <a:avLst/>
          </a:prstGeom>
          <a:noFill/>
          <a:ln/>
        </p:spPr>
        <p:txBody>
          <a:bodyPr wrap="square" lIns="0" tIns="0" rIns="0" bIns="0" rtlCol="0" anchor="t"/>
          <a:lstStyle/>
          <a:p>
            <a:pPr algn="l" indent="0" marL="0">
              <a:buNone/>
            </a:pPr>
            <a:r>
              <a:rPr lang="en-US" sz="1125" b="1" spc="225" kern="0" dirty="0">
                <a:solidFill>
                  <a:srgbClr val="8A5A6D"/>
                </a:solidFill>
                <a:latin typeface="Noto Sans TC" pitchFamily="34" charset="0"/>
                <a:ea typeface="Noto Sans TC" pitchFamily="34" charset="-122"/>
                <a:cs typeface="Noto Sans TC" pitchFamily="34" charset="-120"/>
              </a:rPr>
              <a:t>一次分清楚</a:t>
            </a:r>
            <a:endParaRPr lang="en-US" sz="1125" dirty="0"/>
          </a:p>
        </p:txBody>
      </p:sp>
      <p:sp>
        <p:nvSpPr>
          <p:cNvPr id="4" name="Text 1"/>
          <p:cNvSpPr txBox="1"/>
          <p:nvPr/>
        </p:nvSpPr>
        <p:spPr>
          <a:xfrm>
            <a:off x="761970" y="1464137"/>
            <a:ext cx="2584369" cy="514350"/>
          </a:xfrm>
          <a:prstGeom prst="rect">
            <a:avLst/>
          </a:prstGeom>
          <a:noFill/>
          <a:ln/>
        </p:spPr>
        <p:txBody>
          <a:bodyPr wrap="square" lIns="0" tIns="0" rIns="0" bIns="0" rtlCol="0" anchor="t"/>
          <a:lstStyle/>
          <a:p>
            <a:pPr algn="l" indent="0" marL="0">
              <a:lnSpc>
                <a:spcPts val="3294"/>
              </a:lnSpc>
              <a:buNone/>
            </a:pPr>
            <a:r>
              <a:rPr lang="en-US" sz="2700" b="1" spc="-54" kern="0" dirty="0">
                <a:solidFill>
                  <a:srgbClr val="241C17"/>
                </a:solidFill>
                <a:latin typeface="Noto Sans TC" pitchFamily="34" charset="0"/>
                <a:ea typeface="Noto Sans TC" pitchFamily="34" charset="-122"/>
                <a:cs typeface="Noto Sans TC" pitchFamily="34" charset="-120"/>
              </a:rPr>
              <a:t>兩個都要發嗎？</a:t>
            </a:r>
            <a:endParaRPr lang="en-US" sz="2700" dirty="0"/>
          </a:p>
        </p:txBody>
      </p:sp>
      <p:sp>
        <p:nvSpPr>
          <p:cNvPr id="5" name="Text 2"/>
          <p:cNvSpPr txBox="1"/>
          <p:nvPr/>
        </p:nvSpPr>
        <p:spPr>
          <a:xfrm>
            <a:off x="1438260" y="2363358"/>
            <a:ext cx="625267" cy="295260"/>
          </a:xfrm>
          <a:prstGeom prst="rect">
            <a:avLst/>
          </a:prstGeom>
          <a:noFill/>
          <a:ln/>
        </p:spPr>
        <p:txBody>
          <a:bodyPr wrap="square" lIns="0" tIns="0" rIns="0" bIns="0" rtlCol="0" anchor="t"/>
          <a:lstStyle/>
          <a:p>
            <a:pPr algn="l" indent="0" marL="0">
              <a:buNone/>
            </a:pPr>
            <a:r>
              <a:rPr lang="en-US" sz="1500" b="1" spc="-15" kern="0" dirty="0">
                <a:solidFill>
                  <a:srgbClr val="241C17"/>
                </a:solidFill>
                <a:latin typeface="Noto Sans TC" pitchFamily="34" charset="0"/>
                <a:ea typeface="Noto Sans TC" pitchFamily="34" charset="-122"/>
                <a:cs typeface="Noto Sans TC" pitchFamily="34" charset="-120"/>
              </a:rPr>
              <a:t>Reels</a:t>
            </a:r>
            <a:endParaRPr lang="en-US" sz="1500" dirty="0"/>
          </a:p>
        </p:txBody>
      </p:sp>
      <p:sp>
        <p:nvSpPr>
          <p:cNvPr id="6" name="Text 3"/>
          <p:cNvSpPr txBox="1"/>
          <p:nvPr/>
        </p:nvSpPr>
        <p:spPr>
          <a:xfrm>
            <a:off x="1000171" y="2749144"/>
            <a:ext cx="1807312" cy="519379"/>
          </a:xfrm>
          <a:prstGeom prst="rect">
            <a:avLst/>
          </a:prstGeom>
          <a:noFill/>
          <a:ln/>
        </p:spPr>
        <p:txBody>
          <a:bodyPr wrap="square" lIns="0" tIns="0" rIns="0" bIns="0" rtlCol="0" anchor="t"/>
          <a:lstStyle/>
          <a:p>
            <a:pPr algn="l" indent="0" marL="0">
              <a:lnSpc>
                <a:spcPts val="2066"/>
              </a:lnSpc>
              <a:buNone/>
            </a:pPr>
            <a:r>
              <a:rPr lang="en-US" sz="1275" dirty="0">
                <a:solidFill>
                  <a:srgbClr val="4A3C33"/>
                </a:solidFill>
                <a:latin typeface="Noto Sans TC" pitchFamily="34" charset="0"/>
                <a:ea typeface="Noto Sans TC" pitchFamily="34" charset="-122"/>
                <a:cs typeface="Noto Sans TC" pitchFamily="34" charset="-120"/>
              </a:rPr>
              <a:t>給</a:t>
            </a:r>
            <a:pPr algn="l" indent="0" marL="0">
              <a:lnSpc>
                <a:spcPts val="2066"/>
              </a:lnSpc>
              <a:buNone/>
            </a:pPr>
            <a:r>
              <a:rPr lang="en-US" sz="1275" b="1" dirty="0">
                <a:solidFill>
                  <a:srgbClr val="4A3C33"/>
                </a:solidFill>
                <a:latin typeface="Noto Sans TC" pitchFamily="34" charset="0"/>
                <a:ea typeface="Noto Sans TC" pitchFamily="34" charset="-122"/>
                <a:cs typeface="Noto Sans TC" pitchFamily="34" charset="-120"/>
              </a:rPr>
              <a:t>還不認識你的人</a:t>
            </a:r>
            <a:pPr algn="l" indent="0" marL="0">
              <a:lnSpc>
                <a:spcPts val="2066"/>
              </a:lnSpc>
              <a:buNone/>
            </a:pPr>
            <a:r>
              <a:rPr lang="en-US" sz="1275" dirty="0">
                <a:solidFill>
                  <a:srgbClr val="4A3C33"/>
                </a:solidFill>
                <a:latin typeface="Noto Sans TC" pitchFamily="34" charset="0"/>
                <a:ea typeface="Noto Sans TC" pitchFamily="34" charset="-122"/>
                <a:cs typeface="Noto Sans TC" pitchFamily="34" charset="-120"/>
              </a:rPr>
              <a:t>看。</a:t>
            </a:r>
            <a:endParaRPr lang="en-US" sz="1275" dirty="0"/>
          </a:p>
          <a:p>
            <a:pPr algn="l" indent="0" marL="0">
              <a:lnSpc>
                <a:spcPts val="2066"/>
              </a:lnSpc>
              <a:buNone/>
            </a:pPr>
            <a:r>
              <a:rPr lang="en-US" sz="1275" dirty="0">
                <a:solidFill>
                  <a:srgbClr val="4A3C33"/>
                </a:solidFill>
                <a:latin typeface="Noto Sans TC" pitchFamily="34" charset="0"/>
                <a:ea typeface="Noto Sans TC" pitchFamily="34" charset="-122"/>
                <a:cs typeface="Noto Sans TC" pitchFamily="34" charset="-120"/>
              </a:rPr>
              <a:t>負責「被看見」。</a:t>
            </a:r>
            <a:endParaRPr lang="en-US" sz="1275" dirty="0"/>
          </a:p>
        </p:txBody>
      </p:sp>
      <p:sp>
        <p:nvSpPr>
          <p:cNvPr id="7" name="Text 4"/>
          <p:cNvSpPr txBox="1"/>
          <p:nvPr/>
        </p:nvSpPr>
        <p:spPr>
          <a:xfrm>
            <a:off x="1162020" y="2749144"/>
            <a:ext cx="1292322" cy="257221"/>
          </a:xfrm>
          <a:prstGeom prst="rect">
            <a:avLst/>
          </a:prstGeom>
          <a:noFill/>
          <a:ln/>
        </p:spPr>
        <p:txBody>
          <a:bodyPr wrap="square" lIns="0" tIns="0" rIns="0" bIns="0" rtlCol="0" anchor="t"/>
          <a:lstStyle/>
          <a:p>
            <a:pPr algn="l" indent="0" marL="0">
              <a:lnSpc>
                <a:spcPts val="2066"/>
              </a:lnSpc>
              <a:buNone/>
            </a:pPr>
            <a:r>
              <a:rPr lang="en-US" sz="1275" b="1" dirty="0">
                <a:solidFill>
                  <a:srgbClr val="4A3C33"/>
                </a:solidFill>
                <a:latin typeface="Noto Sans TC" pitchFamily="34" charset="0"/>
                <a:ea typeface="Noto Sans TC" pitchFamily="34" charset="-122"/>
                <a:cs typeface="Noto Sans TC" pitchFamily="34" charset="-120"/>
              </a:rPr>
              <a:t>還不認識你的人</a:t>
            </a:r>
            <a:endParaRPr lang="en-US" sz="1275" dirty="0"/>
          </a:p>
        </p:txBody>
      </p:sp>
      <p:sp>
        <p:nvSpPr>
          <p:cNvPr id="8" name="Text 5"/>
          <p:cNvSpPr txBox="1"/>
          <p:nvPr/>
        </p:nvSpPr>
        <p:spPr>
          <a:xfrm>
            <a:off x="1438260" y="3878428"/>
            <a:ext cx="890534" cy="295260"/>
          </a:xfrm>
          <a:prstGeom prst="rect">
            <a:avLst/>
          </a:prstGeom>
          <a:noFill/>
          <a:ln/>
        </p:spPr>
        <p:txBody>
          <a:bodyPr wrap="square" lIns="0" tIns="0" rIns="0" bIns="0" rtlCol="0" anchor="t"/>
          <a:lstStyle/>
          <a:p>
            <a:pPr algn="l" indent="0" marL="0">
              <a:buNone/>
            </a:pPr>
            <a:r>
              <a:rPr lang="en-US" sz="1500" b="1" spc="-15" kern="0" dirty="0">
                <a:solidFill>
                  <a:srgbClr val="241C17"/>
                </a:solidFill>
                <a:latin typeface="Noto Sans TC" pitchFamily="34" charset="0"/>
                <a:ea typeface="Noto Sans TC" pitchFamily="34" charset="-122"/>
                <a:cs typeface="Noto Sans TC" pitchFamily="34" charset="-120"/>
              </a:rPr>
              <a:t>限時動態</a:t>
            </a:r>
            <a:endParaRPr lang="en-US" sz="1500" dirty="0"/>
          </a:p>
        </p:txBody>
      </p:sp>
      <p:sp>
        <p:nvSpPr>
          <p:cNvPr id="9" name="Text 6"/>
          <p:cNvSpPr txBox="1"/>
          <p:nvPr/>
        </p:nvSpPr>
        <p:spPr>
          <a:xfrm>
            <a:off x="1000171" y="4264213"/>
            <a:ext cx="2064715" cy="519379"/>
          </a:xfrm>
          <a:prstGeom prst="rect">
            <a:avLst/>
          </a:prstGeom>
          <a:noFill/>
          <a:ln/>
        </p:spPr>
        <p:txBody>
          <a:bodyPr wrap="square" lIns="0" tIns="0" rIns="0" bIns="0" rtlCol="0" anchor="t"/>
          <a:lstStyle/>
          <a:p>
            <a:pPr algn="l" indent="0" marL="0">
              <a:lnSpc>
                <a:spcPts val="2066"/>
              </a:lnSpc>
              <a:buNone/>
            </a:pPr>
            <a:r>
              <a:rPr lang="en-US" sz="1275" dirty="0">
                <a:solidFill>
                  <a:srgbClr val="4A3C33"/>
                </a:solidFill>
                <a:latin typeface="Noto Sans TC" pitchFamily="34" charset="0"/>
                <a:ea typeface="Noto Sans TC" pitchFamily="34" charset="-122"/>
                <a:cs typeface="Noto Sans TC" pitchFamily="34" charset="-120"/>
              </a:rPr>
              <a:t>給</a:t>
            </a:r>
            <a:pPr algn="l" indent="0" marL="0">
              <a:lnSpc>
                <a:spcPts val="2066"/>
              </a:lnSpc>
              <a:buNone/>
            </a:pPr>
            <a:r>
              <a:rPr lang="en-US" sz="1275" b="1" dirty="0">
                <a:solidFill>
                  <a:srgbClr val="4A3C33"/>
                </a:solidFill>
                <a:latin typeface="Noto Sans TC" pitchFamily="34" charset="0"/>
                <a:ea typeface="Noto Sans TC" pitchFamily="34" charset="-122"/>
                <a:cs typeface="Noto Sans TC" pitchFamily="34" charset="-120"/>
              </a:rPr>
              <a:t>已經認識你的人</a:t>
            </a:r>
            <a:pPr algn="l" indent="0" marL="0">
              <a:lnSpc>
                <a:spcPts val="2066"/>
              </a:lnSpc>
              <a:buNone/>
            </a:pPr>
            <a:r>
              <a:rPr lang="en-US" sz="1275" dirty="0">
                <a:solidFill>
                  <a:srgbClr val="4A3C33"/>
                </a:solidFill>
                <a:latin typeface="Noto Sans TC" pitchFamily="34" charset="0"/>
                <a:ea typeface="Noto Sans TC" pitchFamily="34" charset="-122"/>
                <a:cs typeface="Noto Sans TC" pitchFamily="34" charset="-120"/>
              </a:rPr>
              <a:t>看。</a:t>
            </a:r>
            <a:endParaRPr lang="en-US" sz="1275" dirty="0"/>
          </a:p>
          <a:p>
            <a:pPr algn="l" indent="0" marL="0">
              <a:lnSpc>
                <a:spcPts val="2066"/>
              </a:lnSpc>
              <a:buNone/>
            </a:pPr>
            <a:r>
              <a:rPr lang="en-US" sz="1275" dirty="0">
                <a:solidFill>
                  <a:srgbClr val="4A3C33"/>
                </a:solidFill>
                <a:latin typeface="Noto Sans TC" pitchFamily="34" charset="0"/>
                <a:ea typeface="Noto Sans TC" pitchFamily="34" charset="-122"/>
                <a:cs typeface="Noto Sans TC" pitchFamily="34" charset="-120"/>
              </a:rPr>
              <a:t>負責「被喜歡、被信任」。</a:t>
            </a:r>
            <a:endParaRPr lang="en-US" sz="1275" dirty="0"/>
          </a:p>
        </p:txBody>
      </p:sp>
      <p:sp>
        <p:nvSpPr>
          <p:cNvPr id="10" name="Text 7"/>
          <p:cNvSpPr txBox="1"/>
          <p:nvPr/>
        </p:nvSpPr>
        <p:spPr>
          <a:xfrm>
            <a:off x="1162020" y="4264213"/>
            <a:ext cx="1292322" cy="257221"/>
          </a:xfrm>
          <a:prstGeom prst="rect">
            <a:avLst/>
          </a:prstGeom>
          <a:noFill/>
          <a:ln/>
        </p:spPr>
        <p:txBody>
          <a:bodyPr wrap="square" lIns="0" tIns="0" rIns="0" bIns="0" rtlCol="0" anchor="t"/>
          <a:lstStyle/>
          <a:p>
            <a:pPr algn="l" indent="0" marL="0">
              <a:lnSpc>
                <a:spcPts val="2066"/>
              </a:lnSpc>
              <a:buNone/>
            </a:pPr>
            <a:r>
              <a:rPr lang="en-US" sz="1275" b="1" dirty="0">
                <a:solidFill>
                  <a:srgbClr val="4A3C33"/>
                </a:solidFill>
                <a:latin typeface="Noto Sans TC" pitchFamily="34" charset="0"/>
                <a:ea typeface="Noto Sans TC" pitchFamily="34" charset="-122"/>
                <a:cs typeface="Noto Sans TC" pitchFamily="34" charset="-120"/>
              </a:rPr>
              <a:t>已經認識你的人</a:t>
            </a:r>
            <a:endParaRPr lang="en-US" sz="1275" dirty="0"/>
          </a:p>
        </p:txBody>
      </p:sp>
      <p:sp>
        <p:nvSpPr>
          <p:cNvPr id="11" name="Text 8"/>
          <p:cNvSpPr txBox="1"/>
          <p:nvPr/>
        </p:nvSpPr>
        <p:spPr>
          <a:xfrm>
            <a:off x="761970" y="5179253"/>
            <a:ext cx="3826490" cy="228600"/>
          </a:xfrm>
          <a:prstGeom prst="rect">
            <a:avLst/>
          </a:prstGeom>
          <a:noFill/>
          <a:ln/>
        </p:spPr>
        <p:txBody>
          <a:bodyPr wrap="square" lIns="0" tIns="0" rIns="0" bIns="0" rtlCol="0" anchor="t"/>
          <a:lstStyle/>
          <a:p>
            <a:pPr algn="l" indent="0" marL="0">
              <a:lnSpc>
                <a:spcPts val="1802"/>
              </a:lnSpc>
              <a:buNone/>
            </a:pPr>
            <a:r>
              <a:rPr lang="en-US" sz="1163" b="1" dirty="0">
                <a:solidFill>
                  <a:srgbClr val="9C8B7C"/>
                </a:solidFill>
                <a:latin typeface="Noto Sans TC" pitchFamily="34" charset="0"/>
                <a:ea typeface="Noto Sans TC" pitchFamily="34" charset="-122"/>
                <a:cs typeface="Noto Sans TC" pitchFamily="34" charset="-120"/>
              </a:rPr>
              <a:t> 對照早上的漏斗：Reels 在最上面，限時動態在中間。</a:t>
            </a:r>
            <a:endParaRPr lang="en-US" sz="1163" dirty="0"/>
          </a:p>
        </p:txBody>
      </p:sp>
      <p:sp>
        <p:nvSpPr>
          <p:cNvPr id="12" name="Text 9"/>
          <p:cNvSpPr txBox="1"/>
          <p:nvPr/>
        </p:nvSpPr>
        <p:spPr>
          <a:xfrm>
            <a:off x="6881774" y="1647657"/>
            <a:ext cx="636148" cy="209580"/>
          </a:xfrm>
          <a:prstGeom prst="rect">
            <a:avLst/>
          </a:prstGeom>
          <a:noFill/>
          <a:ln/>
        </p:spPr>
        <p:txBody>
          <a:bodyPr wrap="square" lIns="0" tIns="0" rIns="0" bIns="0" rtlCol="0" anchor="t"/>
          <a:lstStyle/>
          <a:p>
            <a:pPr algn="l" indent="0" marL="0">
              <a:buNone/>
            </a:pPr>
            <a:r>
              <a:rPr lang="en-US" sz="1050" b="1" spc="147" kern="0" dirty="0">
                <a:solidFill>
                  <a:srgbClr val="8A5A6D"/>
                </a:solidFill>
                <a:latin typeface="Noto Sans TC" pitchFamily="34" charset="0"/>
                <a:ea typeface="Noto Sans TC" pitchFamily="34" charset="-122"/>
                <a:cs typeface="Noto Sans TC" pitchFamily="34" charset="-120"/>
              </a:rPr>
              <a:t>REELS</a:t>
            </a:r>
            <a:endParaRPr lang="en-US" sz="1050" dirty="0"/>
          </a:p>
        </p:txBody>
      </p:sp>
      <p:sp>
        <p:nvSpPr>
          <p:cNvPr id="13" name="Text 10"/>
          <p:cNvSpPr txBox="1"/>
          <p:nvPr/>
        </p:nvSpPr>
        <p:spPr>
          <a:xfrm>
            <a:off x="9322308" y="1647657"/>
            <a:ext cx="739567" cy="209580"/>
          </a:xfrm>
          <a:prstGeom prst="rect">
            <a:avLst/>
          </a:prstGeom>
          <a:noFill/>
          <a:ln/>
        </p:spPr>
        <p:txBody>
          <a:bodyPr wrap="square" lIns="0" tIns="0" rIns="0" bIns="0" rtlCol="0" anchor="t"/>
          <a:lstStyle/>
          <a:p>
            <a:pPr algn="l" indent="0" marL="0">
              <a:buNone/>
            </a:pPr>
            <a:r>
              <a:rPr lang="en-US" sz="1050" b="1" spc="147" kern="0" dirty="0">
                <a:solidFill>
                  <a:srgbClr val="D99A4E"/>
                </a:solidFill>
                <a:latin typeface="Noto Sans TC" pitchFamily="34" charset="0"/>
                <a:ea typeface="Noto Sans TC" pitchFamily="34" charset="-122"/>
                <a:cs typeface="Noto Sans TC" pitchFamily="34" charset="-120"/>
              </a:rPr>
              <a:t>限時動態</a:t>
            </a:r>
            <a:endParaRPr lang="en-US" sz="1050" dirty="0"/>
          </a:p>
        </p:txBody>
      </p:sp>
      <p:sp>
        <p:nvSpPr>
          <p:cNvPr id="14" name="Text 11"/>
          <p:cNvSpPr txBox="1"/>
          <p:nvPr/>
        </p:nvSpPr>
        <p:spPr>
          <a:xfrm>
            <a:off x="5738774" y="2095348"/>
            <a:ext cx="838139" cy="266730"/>
          </a:xfrm>
          <a:prstGeom prst="rect">
            <a:avLst/>
          </a:prstGeom>
          <a:noFill/>
          <a:ln/>
        </p:spPr>
        <p:txBody>
          <a:bodyPr wrap="square" lIns="0" tIns="0" rIns="0" bIns="0" rtlCol="0" anchor="t"/>
          <a:lstStyle/>
          <a:p>
            <a:pPr algn="l" indent="0" marL="0">
              <a:buNone/>
            </a:pPr>
            <a:r>
              <a:rPr lang="en-US" sz="1388" b="1" dirty="0">
                <a:solidFill>
                  <a:srgbClr val="241C17"/>
                </a:solidFill>
                <a:latin typeface="Noto Sans TC" pitchFamily="34" charset="0"/>
                <a:ea typeface="Noto Sans TC" pitchFamily="34" charset="-122"/>
                <a:cs typeface="Noto Sans TC" pitchFamily="34" charset="-120"/>
              </a:rPr>
              <a:t>觸及對象</a:t>
            </a:r>
            <a:endParaRPr lang="en-US" sz="1388" dirty="0"/>
          </a:p>
        </p:txBody>
      </p:sp>
      <p:sp>
        <p:nvSpPr>
          <p:cNvPr id="15" name="Text 12"/>
          <p:cNvSpPr txBox="1"/>
          <p:nvPr/>
        </p:nvSpPr>
        <p:spPr>
          <a:xfrm>
            <a:off x="6881774" y="2095348"/>
            <a:ext cx="1585295" cy="266730"/>
          </a:xfrm>
          <a:prstGeom prst="rect">
            <a:avLst/>
          </a:prstGeom>
          <a:noFill/>
          <a:ln/>
        </p:spPr>
        <p:txBody>
          <a:bodyPr wrap="square" lIns="0" tIns="0" rIns="0" bIns="0" rtlCol="0" anchor="t"/>
          <a:lstStyle/>
          <a:p>
            <a:pPr algn="l" indent="0" marL="0">
              <a:buNone/>
            </a:pPr>
            <a:r>
              <a:rPr lang="en-US" sz="1388" b="1" dirty="0">
                <a:solidFill>
                  <a:srgbClr val="4A3C33"/>
                </a:solidFill>
                <a:latin typeface="Noto Sans TC" pitchFamily="34" charset="0"/>
                <a:ea typeface="Noto Sans TC" pitchFamily="34" charset="-122"/>
                <a:cs typeface="Noto Sans TC" pitchFamily="34" charset="-120"/>
              </a:rPr>
              <a:t>被更多陌生人看到</a:t>
            </a:r>
            <a:endParaRPr lang="en-US" sz="1388" dirty="0"/>
          </a:p>
        </p:txBody>
      </p:sp>
      <p:sp>
        <p:nvSpPr>
          <p:cNvPr id="16" name="Text 13"/>
          <p:cNvSpPr txBox="1"/>
          <p:nvPr/>
        </p:nvSpPr>
        <p:spPr>
          <a:xfrm>
            <a:off x="9322308" y="2095348"/>
            <a:ext cx="1585295" cy="266730"/>
          </a:xfrm>
          <a:prstGeom prst="rect">
            <a:avLst/>
          </a:prstGeom>
          <a:noFill/>
          <a:ln/>
        </p:spPr>
        <p:txBody>
          <a:bodyPr wrap="square" lIns="0" tIns="0" rIns="0" bIns="0" rtlCol="0" anchor="t"/>
          <a:lstStyle/>
          <a:p>
            <a:pPr algn="l" indent="0" marL="0">
              <a:buNone/>
            </a:pPr>
            <a:r>
              <a:rPr lang="en-US" sz="1388" b="1" dirty="0">
                <a:solidFill>
                  <a:srgbClr val="4A3C33"/>
                </a:solidFill>
                <a:latin typeface="Noto Sans TC" pitchFamily="34" charset="0"/>
                <a:ea typeface="Noto Sans TC" pitchFamily="34" charset="-122"/>
                <a:cs typeface="Noto Sans TC" pitchFamily="34" charset="-120"/>
              </a:rPr>
              <a:t>跟目前的粉絲互動</a:t>
            </a:r>
            <a:endParaRPr lang="en-US" sz="1388" dirty="0"/>
          </a:p>
        </p:txBody>
      </p:sp>
      <p:sp>
        <p:nvSpPr>
          <p:cNvPr id="17" name="Text 14"/>
          <p:cNvSpPr txBox="1"/>
          <p:nvPr/>
        </p:nvSpPr>
        <p:spPr>
          <a:xfrm>
            <a:off x="5738774" y="2638318"/>
            <a:ext cx="838139" cy="266730"/>
          </a:xfrm>
          <a:prstGeom prst="rect">
            <a:avLst/>
          </a:prstGeom>
          <a:noFill/>
          <a:ln/>
        </p:spPr>
        <p:txBody>
          <a:bodyPr wrap="square" lIns="0" tIns="0" rIns="0" bIns="0" rtlCol="0" anchor="t"/>
          <a:lstStyle/>
          <a:p>
            <a:pPr algn="l" indent="0" marL="0">
              <a:buNone/>
            </a:pPr>
            <a:r>
              <a:rPr lang="en-US" sz="1388" b="1" dirty="0">
                <a:solidFill>
                  <a:srgbClr val="241C17"/>
                </a:solidFill>
                <a:latin typeface="Noto Sans TC" pitchFamily="34" charset="0"/>
                <a:ea typeface="Noto Sans TC" pitchFamily="34" charset="-122"/>
                <a:cs typeface="Noto Sans TC" pitchFamily="34" charset="-120"/>
              </a:rPr>
              <a:t>內容重點</a:t>
            </a:r>
            <a:endParaRPr lang="en-US" sz="1388" dirty="0"/>
          </a:p>
        </p:txBody>
      </p:sp>
      <p:sp>
        <p:nvSpPr>
          <p:cNvPr id="18" name="Text 15"/>
          <p:cNvSpPr txBox="1"/>
          <p:nvPr/>
        </p:nvSpPr>
        <p:spPr>
          <a:xfrm>
            <a:off x="6881774" y="2638318"/>
            <a:ext cx="483992" cy="266730"/>
          </a:xfrm>
          <a:prstGeom prst="rect">
            <a:avLst/>
          </a:prstGeom>
          <a:noFill/>
          <a:ln/>
        </p:spPr>
        <p:txBody>
          <a:bodyPr wrap="square" lIns="0" tIns="0" rIns="0" bIns="0" rtlCol="0" anchor="t"/>
          <a:lstStyle/>
          <a:p>
            <a:pPr algn="l" indent="0" marL="0">
              <a:buNone/>
            </a:pPr>
            <a:r>
              <a:rPr lang="en-US" sz="1388" b="1" dirty="0">
                <a:solidFill>
                  <a:srgbClr val="4A3C33"/>
                </a:solidFill>
                <a:latin typeface="Noto Sans TC" pitchFamily="34" charset="0"/>
                <a:ea typeface="Noto Sans TC" pitchFamily="34" charset="-122"/>
                <a:cs typeface="Noto Sans TC" pitchFamily="34" charset="-120"/>
              </a:rPr>
              <a:t>過程</a:t>
            </a:r>
            <a:endParaRPr lang="en-US" sz="1388" dirty="0"/>
          </a:p>
        </p:txBody>
      </p:sp>
      <p:sp>
        <p:nvSpPr>
          <p:cNvPr id="19" name="Text 16"/>
          <p:cNvSpPr txBox="1"/>
          <p:nvPr/>
        </p:nvSpPr>
        <p:spPr>
          <a:xfrm>
            <a:off x="9322308" y="2638318"/>
            <a:ext cx="483992" cy="266730"/>
          </a:xfrm>
          <a:prstGeom prst="rect">
            <a:avLst/>
          </a:prstGeom>
          <a:noFill/>
          <a:ln/>
        </p:spPr>
        <p:txBody>
          <a:bodyPr wrap="square" lIns="0" tIns="0" rIns="0" bIns="0" rtlCol="0" anchor="t"/>
          <a:lstStyle/>
          <a:p>
            <a:pPr algn="l" indent="0" marL="0">
              <a:buNone/>
            </a:pPr>
            <a:r>
              <a:rPr lang="en-US" sz="1388" b="1" dirty="0">
                <a:solidFill>
                  <a:srgbClr val="4A3C33"/>
                </a:solidFill>
                <a:latin typeface="Noto Sans TC" pitchFamily="34" charset="0"/>
                <a:ea typeface="Noto Sans TC" pitchFamily="34" charset="-122"/>
                <a:cs typeface="Noto Sans TC" pitchFamily="34" charset="-120"/>
              </a:rPr>
              <a:t>即時</a:t>
            </a:r>
            <a:endParaRPr lang="en-US" sz="1388" dirty="0"/>
          </a:p>
        </p:txBody>
      </p:sp>
      <p:sp>
        <p:nvSpPr>
          <p:cNvPr id="20" name="Text 17"/>
          <p:cNvSpPr txBox="1"/>
          <p:nvPr/>
        </p:nvSpPr>
        <p:spPr>
          <a:xfrm>
            <a:off x="5738774" y="3181198"/>
            <a:ext cx="660197" cy="266730"/>
          </a:xfrm>
          <a:prstGeom prst="rect">
            <a:avLst/>
          </a:prstGeom>
          <a:noFill/>
          <a:ln/>
        </p:spPr>
        <p:txBody>
          <a:bodyPr wrap="square" lIns="0" tIns="0" rIns="0" bIns="0" rtlCol="0" anchor="t"/>
          <a:lstStyle/>
          <a:p>
            <a:pPr algn="l" indent="0" marL="0">
              <a:buNone/>
            </a:pPr>
            <a:r>
              <a:rPr lang="en-US" sz="1388" b="1" dirty="0">
                <a:solidFill>
                  <a:srgbClr val="241C17"/>
                </a:solidFill>
                <a:latin typeface="Noto Sans TC" pitchFamily="34" charset="0"/>
                <a:ea typeface="Noto Sans TC" pitchFamily="34" charset="-122"/>
                <a:cs typeface="Noto Sans TC" pitchFamily="34" charset="-120"/>
              </a:rPr>
              <a:t>適合放</a:t>
            </a:r>
            <a:endParaRPr lang="en-US" sz="1388" dirty="0"/>
          </a:p>
        </p:txBody>
      </p:sp>
      <p:sp>
        <p:nvSpPr>
          <p:cNvPr id="21" name="Text 18"/>
          <p:cNvSpPr txBox="1"/>
          <p:nvPr/>
        </p:nvSpPr>
        <p:spPr>
          <a:xfrm>
            <a:off x="6881774" y="3181198"/>
            <a:ext cx="1772107" cy="266730"/>
          </a:xfrm>
          <a:prstGeom prst="rect">
            <a:avLst/>
          </a:prstGeom>
          <a:noFill/>
          <a:ln/>
        </p:spPr>
        <p:txBody>
          <a:bodyPr wrap="square" lIns="0" tIns="0" rIns="0" bIns="0" rtlCol="0" anchor="t"/>
          <a:lstStyle/>
          <a:p>
            <a:pPr algn="l" indent="0" marL="0">
              <a:buNone/>
            </a:pPr>
            <a:r>
              <a:rPr lang="en-US" sz="1388" b="1" dirty="0">
                <a:solidFill>
                  <a:srgbClr val="4A3C33"/>
                </a:solidFill>
                <a:latin typeface="Noto Sans TC" pitchFamily="34" charset="0"/>
                <a:ea typeface="Noto Sans TC" pitchFamily="34" charset="-122"/>
                <a:cs typeface="Noto Sans TC" pitchFamily="34" charset="-120"/>
              </a:rPr>
              <a:t>商品展示、製作過程</a:t>
            </a:r>
            <a:endParaRPr lang="en-US" sz="1388" dirty="0"/>
          </a:p>
        </p:txBody>
      </p:sp>
      <p:sp>
        <p:nvSpPr>
          <p:cNvPr id="22" name="Text 19"/>
          <p:cNvSpPr txBox="1"/>
          <p:nvPr/>
        </p:nvSpPr>
        <p:spPr>
          <a:xfrm>
            <a:off x="9322308" y="3181198"/>
            <a:ext cx="1025042" cy="266730"/>
          </a:xfrm>
          <a:prstGeom prst="rect">
            <a:avLst/>
          </a:prstGeom>
          <a:noFill/>
          <a:ln/>
        </p:spPr>
        <p:txBody>
          <a:bodyPr wrap="square" lIns="0" tIns="0" rIns="0" bIns="0" rtlCol="0" anchor="t"/>
          <a:lstStyle/>
          <a:p>
            <a:pPr algn="l" indent="0" marL="0">
              <a:buNone/>
            </a:pPr>
            <a:r>
              <a:rPr lang="en-US" sz="1388" b="1" dirty="0">
                <a:solidFill>
                  <a:srgbClr val="4A3C33"/>
                </a:solidFill>
                <a:latin typeface="Noto Sans TC" pitchFamily="34" charset="0"/>
                <a:ea typeface="Noto Sans TC" pitchFamily="34" charset="-122"/>
                <a:cs typeface="Noto Sans TC" pitchFamily="34" charset="-120"/>
              </a:rPr>
              <a:t>今天的狀況</a:t>
            </a:r>
            <a:endParaRPr lang="en-US" sz="1388" dirty="0"/>
          </a:p>
        </p:txBody>
      </p:sp>
      <p:sp>
        <p:nvSpPr>
          <p:cNvPr id="23" name="Text 20"/>
          <p:cNvSpPr txBox="1"/>
          <p:nvPr/>
        </p:nvSpPr>
        <p:spPr>
          <a:xfrm>
            <a:off x="5738774" y="3724168"/>
            <a:ext cx="483992" cy="266730"/>
          </a:xfrm>
          <a:prstGeom prst="rect">
            <a:avLst/>
          </a:prstGeom>
          <a:noFill/>
          <a:ln/>
        </p:spPr>
        <p:txBody>
          <a:bodyPr wrap="square" lIns="0" tIns="0" rIns="0" bIns="0" rtlCol="0" anchor="t"/>
          <a:lstStyle/>
          <a:p>
            <a:pPr algn="l" indent="0" marL="0">
              <a:buNone/>
            </a:pPr>
            <a:r>
              <a:rPr lang="en-US" sz="1388" b="1" dirty="0">
                <a:solidFill>
                  <a:srgbClr val="241C17"/>
                </a:solidFill>
                <a:latin typeface="Noto Sans TC" pitchFamily="34" charset="0"/>
                <a:ea typeface="Noto Sans TC" pitchFamily="34" charset="-122"/>
                <a:cs typeface="Noto Sans TC" pitchFamily="34" charset="-120"/>
              </a:rPr>
              <a:t>氣質</a:t>
            </a:r>
            <a:endParaRPr lang="en-US" sz="1388" dirty="0"/>
          </a:p>
        </p:txBody>
      </p:sp>
      <p:sp>
        <p:nvSpPr>
          <p:cNvPr id="24" name="Text 21"/>
          <p:cNvSpPr txBox="1"/>
          <p:nvPr/>
        </p:nvSpPr>
        <p:spPr>
          <a:xfrm>
            <a:off x="6881774" y="3724168"/>
            <a:ext cx="1211763" cy="266730"/>
          </a:xfrm>
          <a:prstGeom prst="rect">
            <a:avLst/>
          </a:prstGeom>
          <a:noFill/>
          <a:ln/>
        </p:spPr>
        <p:txBody>
          <a:bodyPr wrap="square" lIns="0" tIns="0" rIns="0" bIns="0" rtlCol="0" anchor="t"/>
          <a:lstStyle/>
          <a:p>
            <a:pPr algn="l" indent="0" marL="0">
              <a:buNone/>
            </a:pPr>
            <a:r>
              <a:rPr lang="en-US" sz="1388" b="1" dirty="0">
                <a:solidFill>
                  <a:srgbClr val="4A3C33"/>
                </a:solidFill>
                <a:latin typeface="Noto Sans TC" pitchFamily="34" charset="0"/>
                <a:ea typeface="Noto Sans TC" pitchFamily="34" charset="-122"/>
                <a:cs typeface="Noto Sans TC" pitchFamily="34" charset="-120"/>
              </a:rPr>
              <a:t>幕後、有故事</a:t>
            </a:r>
            <a:endParaRPr lang="en-US" sz="1388" dirty="0"/>
          </a:p>
        </p:txBody>
      </p:sp>
      <p:sp>
        <p:nvSpPr>
          <p:cNvPr id="25" name="Text 22"/>
          <p:cNvSpPr txBox="1"/>
          <p:nvPr/>
        </p:nvSpPr>
        <p:spPr>
          <a:xfrm>
            <a:off x="9322308" y="3724168"/>
            <a:ext cx="1025042" cy="266730"/>
          </a:xfrm>
          <a:prstGeom prst="rect">
            <a:avLst/>
          </a:prstGeom>
          <a:noFill/>
          <a:ln/>
        </p:spPr>
        <p:txBody>
          <a:bodyPr wrap="square" lIns="0" tIns="0" rIns="0" bIns="0" rtlCol="0" anchor="t"/>
          <a:lstStyle/>
          <a:p>
            <a:pPr algn="l" indent="0" marL="0">
              <a:buNone/>
            </a:pPr>
            <a:r>
              <a:rPr lang="en-US" sz="1388" b="1" dirty="0">
                <a:solidFill>
                  <a:srgbClr val="4A3C33"/>
                </a:solidFill>
                <a:latin typeface="Noto Sans TC" pitchFamily="34" charset="0"/>
                <a:ea typeface="Noto Sans TC" pitchFamily="34" charset="-122"/>
                <a:cs typeface="Noto Sans TC" pitchFamily="34" charset="-120"/>
              </a:rPr>
              <a:t>提醒、閒聊</a:t>
            </a:r>
            <a:endParaRPr lang="en-US" sz="1388" dirty="0"/>
          </a:p>
        </p:txBody>
      </p:sp>
      <p:sp>
        <p:nvSpPr>
          <p:cNvPr id="26" name="Text 23"/>
          <p:cNvSpPr txBox="1"/>
          <p:nvPr/>
        </p:nvSpPr>
        <p:spPr>
          <a:xfrm>
            <a:off x="5738774" y="4267048"/>
            <a:ext cx="483992" cy="266730"/>
          </a:xfrm>
          <a:prstGeom prst="rect">
            <a:avLst/>
          </a:prstGeom>
          <a:noFill/>
          <a:ln/>
        </p:spPr>
        <p:txBody>
          <a:bodyPr wrap="square" lIns="0" tIns="0" rIns="0" bIns="0" rtlCol="0" anchor="t"/>
          <a:lstStyle/>
          <a:p>
            <a:pPr algn="l" indent="0" marL="0">
              <a:buNone/>
            </a:pPr>
            <a:r>
              <a:rPr lang="en-US" sz="1388" b="1" dirty="0">
                <a:solidFill>
                  <a:srgbClr val="241C17"/>
                </a:solidFill>
                <a:latin typeface="Noto Sans TC" pitchFamily="34" charset="0"/>
                <a:ea typeface="Noto Sans TC" pitchFamily="34" charset="-122"/>
                <a:cs typeface="Noto Sans TC" pitchFamily="34" charset="-120"/>
              </a:rPr>
              <a:t>壽命</a:t>
            </a:r>
            <a:endParaRPr lang="en-US" sz="1388" dirty="0"/>
          </a:p>
        </p:txBody>
      </p:sp>
      <p:sp>
        <p:nvSpPr>
          <p:cNvPr id="27" name="Text 24"/>
          <p:cNvSpPr txBox="1"/>
          <p:nvPr/>
        </p:nvSpPr>
        <p:spPr>
          <a:xfrm>
            <a:off x="6881774" y="4267048"/>
            <a:ext cx="1025042" cy="266730"/>
          </a:xfrm>
          <a:prstGeom prst="rect">
            <a:avLst/>
          </a:prstGeom>
          <a:noFill/>
          <a:ln/>
        </p:spPr>
        <p:txBody>
          <a:bodyPr wrap="square" lIns="0" tIns="0" rIns="0" bIns="0" rtlCol="0" anchor="t"/>
          <a:lstStyle/>
          <a:p>
            <a:pPr algn="l" indent="0" marL="0">
              <a:buNone/>
            </a:pPr>
            <a:r>
              <a:rPr lang="en-US" sz="1388" b="1" dirty="0">
                <a:solidFill>
                  <a:srgbClr val="4A3C33"/>
                </a:solidFill>
                <a:latin typeface="Noto Sans TC" pitchFamily="34" charset="0"/>
                <a:ea typeface="Noto Sans TC" pitchFamily="34" charset="-122"/>
                <a:cs typeface="Noto Sans TC" pitchFamily="34" charset="-120"/>
              </a:rPr>
              <a:t>會一直留著</a:t>
            </a:r>
            <a:endParaRPr lang="en-US" sz="1388" dirty="0"/>
          </a:p>
        </p:txBody>
      </p:sp>
      <p:sp>
        <p:nvSpPr>
          <p:cNvPr id="28" name="Text 25"/>
          <p:cNvSpPr txBox="1"/>
          <p:nvPr/>
        </p:nvSpPr>
        <p:spPr>
          <a:xfrm>
            <a:off x="9322308" y="4267048"/>
            <a:ext cx="1287658" cy="266730"/>
          </a:xfrm>
          <a:prstGeom prst="rect">
            <a:avLst/>
          </a:prstGeom>
          <a:noFill/>
          <a:ln/>
        </p:spPr>
        <p:txBody>
          <a:bodyPr wrap="square" lIns="0" tIns="0" rIns="0" bIns="0" rtlCol="0" anchor="t"/>
          <a:lstStyle/>
          <a:p>
            <a:pPr algn="l" indent="0" marL="0">
              <a:buNone/>
            </a:pPr>
            <a:r>
              <a:rPr lang="en-US" sz="1388" b="1" dirty="0">
                <a:solidFill>
                  <a:srgbClr val="4A3C33"/>
                </a:solidFill>
                <a:latin typeface="Noto Sans TC" pitchFamily="34" charset="0"/>
                <a:ea typeface="Noto Sans TC" pitchFamily="34" charset="-122"/>
                <a:cs typeface="Noto Sans TC" pitchFamily="34" charset="-120"/>
              </a:rPr>
              <a:t>24 小時後消失</a:t>
            </a:r>
            <a:endParaRPr lang="en-US" sz="1388" dirty="0"/>
          </a:p>
        </p:txBody>
      </p:sp>
      <p:sp>
        <p:nvSpPr>
          <p:cNvPr id="29" name="Text 26"/>
          <p:cNvSpPr txBox="1"/>
          <p:nvPr/>
        </p:nvSpPr>
        <p:spPr>
          <a:xfrm>
            <a:off x="5738774" y="4810018"/>
            <a:ext cx="483992" cy="266730"/>
          </a:xfrm>
          <a:prstGeom prst="rect">
            <a:avLst/>
          </a:prstGeom>
          <a:noFill/>
          <a:ln/>
        </p:spPr>
        <p:txBody>
          <a:bodyPr wrap="square" lIns="0" tIns="0" rIns="0" bIns="0" rtlCol="0" anchor="t"/>
          <a:lstStyle/>
          <a:p>
            <a:pPr algn="l" indent="0" marL="0">
              <a:buNone/>
            </a:pPr>
            <a:r>
              <a:rPr lang="en-US" sz="1388" b="1" dirty="0">
                <a:solidFill>
                  <a:srgbClr val="241C17"/>
                </a:solidFill>
                <a:latin typeface="Noto Sans TC" pitchFamily="34" charset="0"/>
                <a:ea typeface="Noto Sans TC" pitchFamily="34" charset="-122"/>
                <a:cs typeface="Noto Sans TC" pitchFamily="34" charset="-120"/>
              </a:rPr>
              <a:t>要求</a:t>
            </a:r>
            <a:endParaRPr lang="en-US" sz="1388" dirty="0"/>
          </a:p>
        </p:txBody>
      </p:sp>
      <p:sp>
        <p:nvSpPr>
          <p:cNvPr id="30" name="Text 27"/>
          <p:cNvSpPr txBox="1"/>
          <p:nvPr/>
        </p:nvSpPr>
        <p:spPr>
          <a:xfrm>
            <a:off x="6881774" y="4810018"/>
            <a:ext cx="1025042" cy="266730"/>
          </a:xfrm>
          <a:prstGeom prst="rect">
            <a:avLst/>
          </a:prstGeom>
          <a:noFill/>
          <a:ln/>
        </p:spPr>
        <p:txBody>
          <a:bodyPr wrap="square" lIns="0" tIns="0" rIns="0" bIns="0" rtlCol="0" anchor="t"/>
          <a:lstStyle/>
          <a:p>
            <a:pPr algn="l" indent="0" marL="0">
              <a:buNone/>
            </a:pPr>
            <a:r>
              <a:rPr lang="en-US" sz="1388" b="1" dirty="0">
                <a:solidFill>
                  <a:srgbClr val="4A3C33"/>
                </a:solidFill>
                <a:latin typeface="Noto Sans TC" pitchFamily="34" charset="0"/>
                <a:ea typeface="Noto Sans TC" pitchFamily="34" charset="-122"/>
                <a:cs typeface="Noto Sans TC" pitchFamily="34" charset="-120"/>
              </a:rPr>
              <a:t>稍微想一下</a:t>
            </a:r>
            <a:endParaRPr lang="en-US" sz="1388" dirty="0"/>
          </a:p>
        </p:txBody>
      </p:sp>
      <p:sp>
        <p:nvSpPr>
          <p:cNvPr id="31" name="Text 28"/>
          <p:cNvSpPr txBox="1"/>
          <p:nvPr/>
        </p:nvSpPr>
        <p:spPr>
          <a:xfrm>
            <a:off x="9322308" y="4810018"/>
            <a:ext cx="1025042" cy="266730"/>
          </a:xfrm>
          <a:prstGeom prst="rect">
            <a:avLst/>
          </a:prstGeom>
          <a:noFill/>
          <a:ln/>
        </p:spPr>
        <p:txBody>
          <a:bodyPr wrap="square" lIns="0" tIns="0" rIns="0" bIns="0" rtlCol="0" anchor="t"/>
          <a:lstStyle/>
          <a:p>
            <a:pPr algn="l" indent="0" marL="0">
              <a:buNone/>
            </a:pPr>
            <a:r>
              <a:rPr lang="en-US" sz="1388" b="1" dirty="0">
                <a:solidFill>
                  <a:srgbClr val="4A3C33"/>
                </a:solidFill>
                <a:latin typeface="Noto Sans TC" pitchFamily="34" charset="0"/>
                <a:ea typeface="Noto Sans TC" pitchFamily="34" charset="-122"/>
                <a:cs typeface="Noto Sans TC" pitchFamily="34" charset="-120"/>
              </a:rPr>
              <a:t>隨手拍就好</a:t>
            </a:r>
            <a:endParaRPr lang="en-US" sz="1388" dirty="0"/>
          </a:p>
        </p:txBody>
      </p:sp>
      <p:sp>
        <p:nvSpPr>
          <p:cNvPr id="32" name="Text 29"/>
          <p:cNvSpPr txBox="1"/>
          <p:nvPr/>
        </p:nvSpPr>
        <p:spPr>
          <a:xfrm>
            <a:off x="761970" y="6438930"/>
            <a:ext cx="1338042" cy="200071"/>
          </a:xfrm>
          <a:prstGeom prst="rect">
            <a:avLst/>
          </a:prstGeom>
          <a:noFill/>
          <a:ln/>
        </p:spPr>
        <p:txBody>
          <a:bodyPr wrap="square" lIns="0" tIns="0" rIns="0" bIns="0" rtlCol="0" anchor="t"/>
          <a:lstStyle/>
          <a:p>
            <a:pPr algn="l" indent="0" marL="0">
              <a:buNone/>
            </a:pPr>
            <a:r>
              <a:rPr lang="en-US" sz="938" b="1" spc="56" kern="0" dirty="0">
                <a:solidFill>
                  <a:srgbClr val="9C8B7C"/>
                </a:solidFill>
                <a:latin typeface="Noto Sans TC" pitchFamily="34" charset="0"/>
                <a:ea typeface="Noto Sans TC" pitchFamily="34" charset="-122"/>
                <a:cs typeface="Noto Sans TC" pitchFamily="34" charset="-120"/>
              </a:rPr>
              <a:t>PART 7 · 15:02</a:t>
            </a:r>
            <a:endParaRPr lang="en-US" sz="938" dirty="0"/>
          </a:p>
        </p:txBody>
      </p:sp>
      <p:sp>
        <p:nvSpPr>
          <p:cNvPr id="33" name="Text 30"/>
          <p:cNvSpPr txBox="1"/>
          <p:nvPr/>
        </p:nvSpPr>
        <p:spPr>
          <a:xfrm>
            <a:off x="10922599" y="6438930"/>
            <a:ext cx="562630" cy="200071"/>
          </a:xfrm>
          <a:prstGeom prst="rect">
            <a:avLst/>
          </a:prstGeom>
          <a:noFill/>
          <a:ln/>
        </p:spPr>
        <p:txBody>
          <a:bodyPr wrap="square" lIns="0" tIns="0" rIns="0" bIns="0" rtlCol="0" anchor="t"/>
          <a:lstStyle/>
          <a:p>
            <a:pPr algn="l" indent="0" marL="0">
              <a:buNone/>
            </a:pPr>
            <a:r>
              <a:rPr lang="en-US" sz="938" b="1" spc="56" kern="0" dirty="0">
                <a:solidFill>
                  <a:srgbClr val="9C8B7C"/>
                </a:solidFill>
                <a:latin typeface="Noto Sans TC" pitchFamily="34" charset="0"/>
                <a:ea typeface="Noto Sans TC" pitchFamily="34" charset="-122"/>
                <a:cs typeface="Noto Sans TC" pitchFamily="34" charset="-120"/>
              </a:rPr>
              <a:t>57 / 75</a:t>
            </a:r>
            <a:endParaRPr lang="en-US" sz="938"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BF7F1"/>
        </a:solidFill>
      </p:bgPr>
    </p:bg>
    <p:spTree>
      <p:nvGrpSpPr>
        <p:cNvPr id="1" name=""/>
        <p:cNvGrpSpPr/>
        <p:nvPr/>
      </p:nvGrpSpPr>
      <p:grpSpPr>
        <a:xfrm>
          <a:off x="0" y="0"/>
          <a:ext cx="0" cy="0"/>
          <a:chOff x="0" y="0"/>
          <a:chExt cx="0" cy="0"/>
        </a:xfrm>
      </p:grpSpPr>
      <p:pic>
        <p:nvPicPr>
          <p:cNvPr id="2" name="Image 0" descr="/home/user/gogoeveryday/social-course/export-pptx/build/bg/58.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876270" y="1373520"/>
            <a:ext cx="2230862" cy="209580"/>
          </a:xfrm>
          <a:prstGeom prst="rect">
            <a:avLst/>
          </a:prstGeom>
          <a:noFill/>
          <a:ln/>
        </p:spPr>
        <p:txBody>
          <a:bodyPr wrap="square" lIns="0" tIns="0" rIns="0" bIns="0" rtlCol="0" anchor="t"/>
          <a:lstStyle/>
          <a:p>
            <a:pPr algn="l" indent="0" marL="0">
              <a:buNone/>
            </a:pPr>
            <a:r>
              <a:rPr lang="en-US" sz="1050" b="1" spc="189" kern="0" dirty="0">
                <a:solidFill>
                  <a:srgbClr val="D99A4E"/>
                </a:solidFill>
                <a:latin typeface="Noto Sans TC" pitchFamily="34" charset="0"/>
                <a:ea typeface="Noto Sans TC" pitchFamily="34" charset="-122"/>
                <a:cs typeface="Noto Sans TC" pitchFamily="34" charset="-120"/>
              </a:rPr>
              <a:t>15:05 – 15:35 ｜ PART 8</a:t>
            </a:r>
            <a:endParaRPr lang="en-US" sz="1050" dirty="0"/>
          </a:p>
        </p:txBody>
      </p:sp>
      <p:sp>
        <p:nvSpPr>
          <p:cNvPr id="4" name="Text 1"/>
          <p:cNvSpPr txBox="1"/>
          <p:nvPr/>
        </p:nvSpPr>
        <p:spPr>
          <a:xfrm>
            <a:off x="876270" y="1487820"/>
            <a:ext cx="1726662" cy="2086021"/>
          </a:xfrm>
          <a:prstGeom prst="rect">
            <a:avLst/>
          </a:prstGeom>
          <a:noFill/>
          <a:ln/>
        </p:spPr>
        <p:txBody>
          <a:bodyPr wrap="square" lIns="0" tIns="0" rIns="0" bIns="0" rtlCol="0" anchor="t"/>
          <a:lstStyle/>
          <a:p>
            <a:pPr algn="l" indent="0" marL="0">
              <a:lnSpc>
                <a:spcPts val="11250"/>
              </a:lnSpc>
              <a:buNone/>
            </a:pPr>
            <a:r>
              <a:rPr lang="en-US" sz="11250" b="1" spc="-563" kern="0" dirty="0">
                <a:solidFill>
                  <a:srgbClr val="FFFFFF"/>
                </a:solidFill>
                <a:latin typeface="Noto Sans TC" pitchFamily="34" charset="0"/>
                <a:ea typeface="Noto Sans TC" pitchFamily="34" charset="-122"/>
                <a:cs typeface="Noto Sans TC" pitchFamily="34" charset="-120"/>
              </a:rPr>
              <a:t>08</a:t>
            </a:r>
            <a:endParaRPr lang="en-US" sz="11250" dirty="0"/>
          </a:p>
        </p:txBody>
      </p:sp>
      <p:sp>
        <p:nvSpPr>
          <p:cNvPr id="5" name="Text 2"/>
          <p:cNvSpPr txBox="1"/>
          <p:nvPr/>
        </p:nvSpPr>
        <p:spPr>
          <a:xfrm>
            <a:off x="876270" y="3030870"/>
            <a:ext cx="3612794" cy="1562070"/>
          </a:xfrm>
          <a:prstGeom prst="rect">
            <a:avLst/>
          </a:prstGeom>
          <a:noFill/>
          <a:ln/>
        </p:spPr>
        <p:txBody>
          <a:bodyPr wrap="square" lIns="0" tIns="0" rIns="0" bIns="0" rtlCol="0" anchor="t"/>
          <a:lstStyle/>
          <a:p>
            <a:pPr algn="l" indent="0" marL="0">
              <a:buNone/>
            </a:pPr>
            <a:r>
              <a:rPr lang="en-US" sz="4200" b="1" spc="-126" kern="0" dirty="0">
                <a:solidFill>
                  <a:srgbClr val="FFFFFF"/>
                </a:solidFill>
                <a:latin typeface="Noto Sans TC" pitchFamily="34" charset="0"/>
                <a:ea typeface="Noto Sans TC" pitchFamily="34" charset="-122"/>
                <a:cs typeface="Noto Sans TC" pitchFamily="34" charset="-120"/>
              </a:rPr>
              <a:t>LINE 官方帳號</a:t>
            </a:r>
            <a:endParaRPr lang="en-US" sz="4200" dirty="0"/>
          </a:p>
          <a:p>
            <a:pPr algn="l" indent="0" marL="0">
              <a:buNone/>
            </a:pPr>
            <a:r>
              <a:rPr lang="en-US" sz="4200" b="1" spc="-126" kern="0" dirty="0">
                <a:solidFill>
                  <a:srgbClr val="FFFFFF"/>
                </a:solidFill>
                <a:latin typeface="Noto Sans TC" pitchFamily="34" charset="0"/>
                <a:ea typeface="Noto Sans TC" pitchFamily="34" charset="-122"/>
                <a:cs typeface="Noto Sans TC" pitchFamily="34" charset="-120"/>
              </a:rPr>
              <a:t>與顧客承接</a:t>
            </a:r>
            <a:endParaRPr lang="en-US" sz="4200" dirty="0"/>
          </a:p>
        </p:txBody>
      </p:sp>
      <p:sp>
        <p:nvSpPr>
          <p:cNvPr id="6" name="Text 3"/>
          <p:cNvSpPr txBox="1"/>
          <p:nvPr/>
        </p:nvSpPr>
        <p:spPr>
          <a:xfrm>
            <a:off x="876270" y="4954951"/>
            <a:ext cx="4021897" cy="304770"/>
          </a:xfrm>
          <a:prstGeom prst="rect">
            <a:avLst/>
          </a:prstGeom>
          <a:noFill/>
          <a:ln/>
        </p:spPr>
        <p:txBody>
          <a:bodyPr wrap="square" lIns="0" tIns="0" rIns="0" bIns="0" rtlCol="0" anchor="t"/>
          <a:lstStyle/>
          <a:p>
            <a:pPr algn="l" indent="0" marL="0">
              <a:lnSpc>
                <a:spcPts val="2520"/>
              </a:lnSpc>
              <a:buNone/>
            </a:pPr>
            <a:r>
              <a:rPr lang="en-US" sz="1575" dirty="0">
                <a:solidFill>
                  <a:srgbClr val="FFFFFF"/>
                </a:solidFill>
                <a:latin typeface="Noto Sans TC" pitchFamily="34" charset="0"/>
                <a:ea typeface="Noto Sans TC" pitchFamily="34" charset="-122"/>
                <a:cs typeface="Noto Sans TC" pitchFamily="34" charset="-120"/>
              </a:rPr>
              <a:t>FB、IG 把人帶來，這裡負責把人留下來。</a:t>
            </a:r>
            <a:endParaRPr lang="en-US" sz="1575" dirty="0"/>
          </a:p>
        </p:txBody>
      </p:sp>
      <p:sp>
        <p:nvSpPr>
          <p:cNvPr id="7" name="Text 4"/>
          <p:cNvSpPr txBox="1"/>
          <p:nvPr/>
        </p:nvSpPr>
        <p:spPr>
          <a:xfrm>
            <a:off x="761970" y="6438930"/>
            <a:ext cx="1791035" cy="200071"/>
          </a:xfrm>
          <a:prstGeom prst="rect">
            <a:avLst/>
          </a:prstGeom>
          <a:noFill/>
          <a:ln/>
        </p:spPr>
        <p:txBody>
          <a:bodyPr wrap="square" lIns="0" tIns="0" rIns="0" bIns="0" rtlCol="0" anchor="t"/>
          <a:lstStyle/>
          <a:p>
            <a:pPr algn="l" indent="0" marL="0">
              <a:buNone/>
            </a:pPr>
            <a:r>
              <a:rPr lang="en-US" sz="938" b="1" spc="56" kern="0" dirty="0">
                <a:solidFill>
                  <a:srgbClr val="FFFFFF"/>
                </a:solidFill>
                <a:latin typeface="Noto Sans TC" pitchFamily="34" charset="0"/>
                <a:ea typeface="Noto Sans TC" pitchFamily="34" charset="-122"/>
                <a:cs typeface="Noto Sans TC" pitchFamily="34" charset="-120"/>
              </a:rPr>
              <a:t>PART 8 · 15:05–15:35</a:t>
            </a:r>
            <a:endParaRPr lang="en-US" sz="938" dirty="0"/>
          </a:p>
        </p:txBody>
      </p:sp>
      <p:sp>
        <p:nvSpPr>
          <p:cNvPr id="8" name="Text 5"/>
          <p:cNvSpPr txBox="1"/>
          <p:nvPr/>
        </p:nvSpPr>
        <p:spPr>
          <a:xfrm>
            <a:off x="10922599" y="6438930"/>
            <a:ext cx="562630" cy="200071"/>
          </a:xfrm>
          <a:prstGeom prst="rect">
            <a:avLst/>
          </a:prstGeom>
          <a:noFill/>
          <a:ln/>
        </p:spPr>
        <p:txBody>
          <a:bodyPr wrap="square" lIns="0" tIns="0" rIns="0" bIns="0" rtlCol="0" anchor="t"/>
          <a:lstStyle/>
          <a:p>
            <a:pPr algn="l" indent="0" marL="0">
              <a:buNone/>
            </a:pPr>
            <a:r>
              <a:rPr lang="en-US" sz="938" b="1" spc="56" kern="0" dirty="0">
                <a:solidFill>
                  <a:srgbClr val="FFFFFF"/>
                </a:solidFill>
                <a:latin typeface="Noto Sans TC" pitchFamily="34" charset="0"/>
                <a:ea typeface="Noto Sans TC" pitchFamily="34" charset="-122"/>
                <a:cs typeface="Noto Sans TC" pitchFamily="34" charset="-120"/>
              </a:rPr>
              <a:t>58 / 75</a:t>
            </a:r>
            <a:endParaRPr lang="en-US" sz="938"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BF7F1"/>
        </a:solidFill>
      </p:bgPr>
    </p:bg>
    <p:spTree>
      <p:nvGrpSpPr>
        <p:cNvPr id="1" name=""/>
        <p:cNvGrpSpPr/>
        <p:nvPr/>
      </p:nvGrpSpPr>
      <p:grpSpPr>
        <a:xfrm>
          <a:off x="0" y="0"/>
          <a:ext cx="0" cy="0"/>
          <a:chOff x="0" y="0"/>
          <a:chExt cx="0" cy="0"/>
        </a:xfrm>
      </p:grpSpPr>
      <p:pic>
        <p:nvPicPr>
          <p:cNvPr id="2" name="Image 0" descr="/home/user/gogoeveryday/social-course/export-pptx/build/bg/59.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761970" y="883859"/>
            <a:ext cx="984352" cy="219090"/>
          </a:xfrm>
          <a:prstGeom prst="rect">
            <a:avLst/>
          </a:prstGeom>
          <a:noFill/>
          <a:ln/>
        </p:spPr>
        <p:txBody>
          <a:bodyPr wrap="square" lIns="0" tIns="0" rIns="0" bIns="0" rtlCol="0" anchor="t"/>
          <a:lstStyle/>
          <a:p>
            <a:pPr algn="l" indent="0" marL="0">
              <a:buNone/>
            </a:pPr>
            <a:r>
              <a:rPr lang="en-US" sz="1125" b="1" spc="225" kern="0" dirty="0">
                <a:solidFill>
                  <a:srgbClr val="C05F3C"/>
                </a:solidFill>
                <a:latin typeface="Noto Sans TC" pitchFamily="34" charset="0"/>
                <a:ea typeface="Noto Sans TC" pitchFamily="34" charset="-122"/>
                <a:cs typeface="Noto Sans TC" pitchFamily="34" charset="-120"/>
              </a:rPr>
              <a:t>私人 LINE</a:t>
            </a:r>
            <a:endParaRPr lang="en-US" sz="1125" dirty="0"/>
          </a:p>
        </p:txBody>
      </p:sp>
      <p:sp>
        <p:nvSpPr>
          <p:cNvPr id="4" name="Text 1"/>
          <p:cNvSpPr txBox="1"/>
          <p:nvPr/>
        </p:nvSpPr>
        <p:spPr>
          <a:xfrm>
            <a:off x="1038210" y="1512509"/>
            <a:ext cx="2489820" cy="352410"/>
          </a:xfrm>
          <a:prstGeom prst="rect">
            <a:avLst/>
          </a:prstGeom>
          <a:noFill/>
          <a:ln/>
        </p:spPr>
        <p:txBody>
          <a:bodyPr wrap="square" lIns="0" tIns="0" rIns="0" bIns="0" rtlCol="0" anchor="t"/>
          <a:lstStyle/>
          <a:p>
            <a:pPr algn="l" indent="0" marL="0">
              <a:buNone/>
            </a:pPr>
            <a:r>
              <a:rPr lang="en-US" sz="1800" b="1" spc="-18" kern="0" dirty="0">
                <a:solidFill>
                  <a:srgbClr val="241C17"/>
                </a:solidFill>
                <a:latin typeface="Noto Sans TC" pitchFamily="34" charset="0"/>
                <a:ea typeface="Noto Sans TC" pitchFamily="34" charset="-122"/>
                <a:cs typeface="Noto Sans TC" pitchFamily="34" charset="-120"/>
              </a:rPr>
              <a:t>家人、朋友、個人聯絡</a:t>
            </a:r>
            <a:endParaRPr lang="en-US" sz="1800" dirty="0"/>
          </a:p>
        </p:txBody>
      </p:sp>
      <p:sp>
        <p:nvSpPr>
          <p:cNvPr id="5" name="Text 2"/>
          <p:cNvSpPr txBox="1"/>
          <p:nvPr/>
        </p:nvSpPr>
        <p:spPr>
          <a:xfrm>
            <a:off x="1038210" y="3312780"/>
            <a:ext cx="283830" cy="276240"/>
          </a:xfrm>
          <a:prstGeom prst="rect">
            <a:avLst/>
          </a:prstGeom>
          <a:noFill/>
          <a:ln/>
        </p:spPr>
        <p:txBody>
          <a:bodyPr wrap="square" lIns="0" tIns="0" rIns="0" bIns="0" rtlCol="0" anchor="t"/>
          <a:lstStyle/>
          <a:p>
            <a:pPr algn="l" indent="0" marL="0">
              <a:lnSpc>
                <a:spcPts val="2066"/>
              </a:lnSpc>
              <a:buNone/>
            </a:pPr>
            <a:r>
              <a:rPr lang="en-US" sz="1425" b="1" dirty="0">
                <a:solidFill>
                  <a:srgbClr val="C05F3C"/>
                </a:solidFill>
                <a:latin typeface="Noto Sans TC" pitchFamily="34" charset="0"/>
                <a:ea typeface="Noto Sans TC" pitchFamily="34" charset="-122"/>
                <a:cs typeface="Noto Sans TC" pitchFamily="34" charset="-120"/>
              </a:rPr>
              <a:t>✕</a:t>
            </a:r>
            <a:endParaRPr lang="en-US" sz="1425" dirty="0"/>
          </a:p>
        </p:txBody>
      </p:sp>
      <p:sp>
        <p:nvSpPr>
          <p:cNvPr id="6" name="Text 3"/>
          <p:cNvSpPr txBox="1"/>
          <p:nvPr/>
        </p:nvSpPr>
        <p:spPr>
          <a:xfrm>
            <a:off x="1304940" y="3312780"/>
            <a:ext cx="2150577" cy="257221"/>
          </a:xfrm>
          <a:prstGeom prst="rect">
            <a:avLst/>
          </a:prstGeom>
          <a:noFill/>
          <a:ln/>
        </p:spPr>
        <p:txBody>
          <a:bodyPr wrap="square" lIns="0" tIns="0" rIns="0" bIns="0" rtlCol="0" anchor="t"/>
          <a:lstStyle/>
          <a:p>
            <a:pPr algn="l" indent="0" marL="0">
              <a:lnSpc>
                <a:spcPts val="1913"/>
              </a:lnSpc>
              <a:buNone/>
            </a:pPr>
            <a:r>
              <a:rPr lang="en-US" sz="1275" b="1" dirty="0">
                <a:solidFill>
                  <a:srgbClr val="4A3C33"/>
                </a:solidFill>
                <a:latin typeface="Noto Sans TC" pitchFamily="34" charset="0"/>
                <a:ea typeface="Noto Sans TC" pitchFamily="34" charset="-122"/>
                <a:cs typeface="Noto Sans TC" pitchFamily="34" charset="-120"/>
              </a:rPr>
              <a:t>客人訊息會被家人群組洗掉</a:t>
            </a:r>
            <a:endParaRPr lang="en-US" sz="1275" dirty="0"/>
          </a:p>
        </p:txBody>
      </p:sp>
      <p:sp>
        <p:nvSpPr>
          <p:cNvPr id="7" name="Text 4"/>
          <p:cNvSpPr txBox="1"/>
          <p:nvPr/>
        </p:nvSpPr>
        <p:spPr>
          <a:xfrm>
            <a:off x="1038210" y="3689421"/>
            <a:ext cx="283830" cy="276240"/>
          </a:xfrm>
          <a:prstGeom prst="rect">
            <a:avLst/>
          </a:prstGeom>
          <a:noFill/>
          <a:ln/>
        </p:spPr>
        <p:txBody>
          <a:bodyPr wrap="square" lIns="0" tIns="0" rIns="0" bIns="0" rtlCol="0" anchor="t"/>
          <a:lstStyle/>
          <a:p>
            <a:pPr algn="l" indent="0" marL="0">
              <a:lnSpc>
                <a:spcPts val="2066"/>
              </a:lnSpc>
              <a:buNone/>
            </a:pPr>
            <a:r>
              <a:rPr lang="en-US" sz="1425" b="1" dirty="0">
                <a:solidFill>
                  <a:srgbClr val="C05F3C"/>
                </a:solidFill>
                <a:latin typeface="Noto Sans TC" pitchFamily="34" charset="0"/>
                <a:ea typeface="Noto Sans TC" pitchFamily="34" charset="-122"/>
                <a:cs typeface="Noto Sans TC" pitchFamily="34" charset="-120"/>
              </a:rPr>
              <a:t>✕</a:t>
            </a:r>
            <a:endParaRPr lang="en-US" sz="1425" dirty="0"/>
          </a:p>
        </p:txBody>
      </p:sp>
      <p:sp>
        <p:nvSpPr>
          <p:cNvPr id="8" name="Text 5"/>
          <p:cNvSpPr txBox="1"/>
          <p:nvPr/>
        </p:nvSpPr>
        <p:spPr>
          <a:xfrm>
            <a:off x="1304940" y="3689421"/>
            <a:ext cx="2150577" cy="257221"/>
          </a:xfrm>
          <a:prstGeom prst="rect">
            <a:avLst/>
          </a:prstGeom>
          <a:noFill/>
          <a:ln/>
        </p:spPr>
        <p:txBody>
          <a:bodyPr wrap="square" lIns="0" tIns="0" rIns="0" bIns="0" rtlCol="0" anchor="t"/>
          <a:lstStyle/>
          <a:p>
            <a:pPr algn="l" indent="0" marL="0">
              <a:lnSpc>
                <a:spcPts val="1913"/>
              </a:lnSpc>
              <a:buNone/>
            </a:pPr>
            <a:r>
              <a:rPr lang="en-US" sz="1275" b="1" dirty="0">
                <a:solidFill>
                  <a:srgbClr val="4A3C33"/>
                </a:solidFill>
                <a:latin typeface="Noto Sans TC" pitchFamily="34" charset="0"/>
                <a:ea typeface="Noto Sans TC" pitchFamily="34" charset="-122"/>
                <a:cs typeface="Noto Sans TC" pitchFamily="34" charset="-120"/>
              </a:rPr>
              <a:t>分不清誰是客人、誰是朋友</a:t>
            </a:r>
            <a:endParaRPr lang="en-US" sz="1275" dirty="0"/>
          </a:p>
        </p:txBody>
      </p:sp>
      <p:sp>
        <p:nvSpPr>
          <p:cNvPr id="9" name="Text 6"/>
          <p:cNvSpPr txBox="1"/>
          <p:nvPr/>
        </p:nvSpPr>
        <p:spPr>
          <a:xfrm>
            <a:off x="1038210" y="4066154"/>
            <a:ext cx="283830" cy="276240"/>
          </a:xfrm>
          <a:prstGeom prst="rect">
            <a:avLst/>
          </a:prstGeom>
          <a:noFill/>
          <a:ln/>
        </p:spPr>
        <p:txBody>
          <a:bodyPr wrap="square" lIns="0" tIns="0" rIns="0" bIns="0" rtlCol="0" anchor="t"/>
          <a:lstStyle/>
          <a:p>
            <a:pPr algn="l" indent="0" marL="0">
              <a:lnSpc>
                <a:spcPts val="2066"/>
              </a:lnSpc>
              <a:buNone/>
            </a:pPr>
            <a:r>
              <a:rPr lang="en-US" sz="1425" b="1" dirty="0">
                <a:solidFill>
                  <a:srgbClr val="C05F3C"/>
                </a:solidFill>
                <a:latin typeface="Noto Sans TC" pitchFamily="34" charset="0"/>
                <a:ea typeface="Noto Sans TC" pitchFamily="34" charset="-122"/>
                <a:cs typeface="Noto Sans TC" pitchFamily="34" charset="-120"/>
              </a:rPr>
              <a:t>✕</a:t>
            </a:r>
            <a:endParaRPr lang="en-US" sz="1425" dirty="0"/>
          </a:p>
        </p:txBody>
      </p:sp>
      <p:sp>
        <p:nvSpPr>
          <p:cNvPr id="10" name="Text 7"/>
          <p:cNvSpPr txBox="1"/>
          <p:nvPr/>
        </p:nvSpPr>
        <p:spPr>
          <a:xfrm>
            <a:off x="1304940" y="4066154"/>
            <a:ext cx="1635679" cy="257221"/>
          </a:xfrm>
          <a:prstGeom prst="rect">
            <a:avLst/>
          </a:prstGeom>
          <a:noFill/>
          <a:ln/>
        </p:spPr>
        <p:txBody>
          <a:bodyPr wrap="square" lIns="0" tIns="0" rIns="0" bIns="0" rtlCol="0" anchor="t"/>
          <a:lstStyle/>
          <a:p>
            <a:pPr algn="l" indent="0" marL="0">
              <a:lnSpc>
                <a:spcPts val="1913"/>
              </a:lnSpc>
              <a:buNone/>
            </a:pPr>
            <a:r>
              <a:rPr lang="en-US" sz="1275" b="1" dirty="0">
                <a:solidFill>
                  <a:srgbClr val="4A3C33"/>
                </a:solidFill>
                <a:latin typeface="Noto Sans TC" pitchFamily="34" charset="0"/>
                <a:ea typeface="Noto Sans TC" pitchFamily="34" charset="-122"/>
                <a:cs typeface="Noto Sans TC" pitchFamily="34" charset="-120"/>
              </a:rPr>
              <a:t>沒辦法群發新品通知</a:t>
            </a:r>
            <a:endParaRPr lang="en-US" sz="1275" dirty="0"/>
          </a:p>
        </p:txBody>
      </p:sp>
      <p:sp>
        <p:nvSpPr>
          <p:cNvPr id="11" name="Text 8"/>
          <p:cNvSpPr txBox="1"/>
          <p:nvPr/>
        </p:nvSpPr>
        <p:spPr>
          <a:xfrm>
            <a:off x="1038210" y="4442795"/>
            <a:ext cx="283830" cy="276240"/>
          </a:xfrm>
          <a:prstGeom prst="rect">
            <a:avLst/>
          </a:prstGeom>
          <a:noFill/>
          <a:ln/>
        </p:spPr>
        <p:txBody>
          <a:bodyPr wrap="square" lIns="0" tIns="0" rIns="0" bIns="0" rtlCol="0" anchor="t"/>
          <a:lstStyle/>
          <a:p>
            <a:pPr algn="l" indent="0" marL="0">
              <a:lnSpc>
                <a:spcPts val="2066"/>
              </a:lnSpc>
              <a:buNone/>
            </a:pPr>
            <a:r>
              <a:rPr lang="en-US" sz="1425" b="1" dirty="0">
                <a:solidFill>
                  <a:srgbClr val="C05F3C"/>
                </a:solidFill>
                <a:latin typeface="Noto Sans TC" pitchFamily="34" charset="0"/>
                <a:ea typeface="Noto Sans TC" pitchFamily="34" charset="-122"/>
                <a:cs typeface="Noto Sans TC" pitchFamily="34" charset="-120"/>
              </a:rPr>
              <a:t>✕</a:t>
            </a:r>
            <a:endParaRPr lang="en-US" sz="1425" dirty="0"/>
          </a:p>
        </p:txBody>
      </p:sp>
      <p:sp>
        <p:nvSpPr>
          <p:cNvPr id="12" name="Text 9"/>
          <p:cNvSpPr txBox="1"/>
          <p:nvPr/>
        </p:nvSpPr>
        <p:spPr>
          <a:xfrm>
            <a:off x="1304940" y="4442795"/>
            <a:ext cx="2322119" cy="257221"/>
          </a:xfrm>
          <a:prstGeom prst="rect">
            <a:avLst/>
          </a:prstGeom>
          <a:noFill/>
          <a:ln/>
        </p:spPr>
        <p:txBody>
          <a:bodyPr wrap="square" lIns="0" tIns="0" rIns="0" bIns="0" rtlCol="0" anchor="t"/>
          <a:lstStyle/>
          <a:p>
            <a:pPr algn="l" indent="0" marL="0">
              <a:lnSpc>
                <a:spcPts val="1913"/>
              </a:lnSpc>
              <a:buNone/>
            </a:pPr>
            <a:r>
              <a:rPr lang="en-US" sz="1275" b="1" dirty="0">
                <a:solidFill>
                  <a:srgbClr val="4A3C33"/>
                </a:solidFill>
                <a:latin typeface="Noto Sans TC" pitchFamily="34" charset="0"/>
                <a:ea typeface="Noto Sans TC" pitchFamily="34" charset="-122"/>
                <a:cs typeface="Noto Sans TC" pitchFamily="34" charset="-120"/>
              </a:rPr>
              <a:t>別人加你＝看到你的私人生活</a:t>
            </a:r>
            <a:endParaRPr lang="en-US" sz="1275" dirty="0"/>
          </a:p>
        </p:txBody>
      </p:sp>
      <p:sp>
        <p:nvSpPr>
          <p:cNvPr id="13" name="Text 10"/>
          <p:cNvSpPr txBox="1"/>
          <p:nvPr/>
        </p:nvSpPr>
        <p:spPr>
          <a:xfrm>
            <a:off x="1038210" y="4819528"/>
            <a:ext cx="283830" cy="276240"/>
          </a:xfrm>
          <a:prstGeom prst="rect">
            <a:avLst/>
          </a:prstGeom>
          <a:noFill/>
          <a:ln/>
        </p:spPr>
        <p:txBody>
          <a:bodyPr wrap="square" lIns="0" tIns="0" rIns="0" bIns="0" rtlCol="0" anchor="t"/>
          <a:lstStyle/>
          <a:p>
            <a:pPr algn="l" indent="0" marL="0">
              <a:lnSpc>
                <a:spcPts val="2066"/>
              </a:lnSpc>
              <a:buNone/>
            </a:pPr>
            <a:r>
              <a:rPr lang="en-US" sz="1425" b="1" dirty="0">
                <a:solidFill>
                  <a:srgbClr val="C05F3C"/>
                </a:solidFill>
                <a:latin typeface="Noto Sans TC" pitchFamily="34" charset="0"/>
                <a:ea typeface="Noto Sans TC" pitchFamily="34" charset="-122"/>
                <a:cs typeface="Noto Sans TC" pitchFamily="34" charset="-120"/>
              </a:rPr>
              <a:t>✕</a:t>
            </a:r>
            <a:endParaRPr lang="en-US" sz="1425" dirty="0"/>
          </a:p>
        </p:txBody>
      </p:sp>
      <p:sp>
        <p:nvSpPr>
          <p:cNvPr id="14" name="Text 11"/>
          <p:cNvSpPr txBox="1"/>
          <p:nvPr/>
        </p:nvSpPr>
        <p:spPr>
          <a:xfrm>
            <a:off x="1304940" y="4819528"/>
            <a:ext cx="2322119" cy="257221"/>
          </a:xfrm>
          <a:prstGeom prst="rect">
            <a:avLst/>
          </a:prstGeom>
          <a:noFill/>
          <a:ln/>
        </p:spPr>
        <p:txBody>
          <a:bodyPr wrap="square" lIns="0" tIns="0" rIns="0" bIns="0" rtlCol="0" anchor="t"/>
          <a:lstStyle/>
          <a:p>
            <a:pPr algn="l" indent="0" marL="0">
              <a:lnSpc>
                <a:spcPts val="1913"/>
              </a:lnSpc>
              <a:buNone/>
            </a:pPr>
            <a:r>
              <a:rPr lang="en-US" sz="1275" b="1" dirty="0">
                <a:solidFill>
                  <a:srgbClr val="4A3C33"/>
                </a:solidFill>
                <a:latin typeface="Noto Sans TC" pitchFamily="34" charset="0"/>
                <a:ea typeface="Noto Sans TC" pitchFamily="34" charset="-122"/>
                <a:cs typeface="Noto Sans TC" pitchFamily="34" charset="-120"/>
              </a:rPr>
              <a:t>沒有數據，不知道有幾個客人</a:t>
            </a:r>
            <a:endParaRPr lang="en-US" sz="1275" dirty="0"/>
          </a:p>
        </p:txBody>
      </p:sp>
      <p:sp>
        <p:nvSpPr>
          <p:cNvPr id="15" name="Text 12"/>
          <p:cNvSpPr txBox="1"/>
          <p:nvPr/>
        </p:nvSpPr>
        <p:spPr>
          <a:xfrm>
            <a:off x="6286500" y="883859"/>
            <a:ext cx="1347826" cy="219090"/>
          </a:xfrm>
          <a:prstGeom prst="rect">
            <a:avLst/>
          </a:prstGeom>
          <a:noFill/>
          <a:ln/>
        </p:spPr>
        <p:txBody>
          <a:bodyPr wrap="square" lIns="0" tIns="0" rIns="0" bIns="0" rtlCol="0" anchor="t"/>
          <a:lstStyle/>
          <a:p>
            <a:pPr algn="l" indent="0" marL="0">
              <a:buNone/>
            </a:pPr>
            <a:r>
              <a:rPr lang="en-US" sz="1125" b="1" spc="225" kern="0" dirty="0">
                <a:solidFill>
                  <a:srgbClr val="5F7A63"/>
                </a:solidFill>
                <a:latin typeface="Noto Sans TC" pitchFamily="34" charset="0"/>
                <a:ea typeface="Noto Sans TC" pitchFamily="34" charset="-122"/>
                <a:cs typeface="Noto Sans TC" pitchFamily="34" charset="-120"/>
              </a:rPr>
              <a:t>LINE 官方帳號</a:t>
            </a:r>
            <a:endParaRPr lang="en-US" sz="1125" dirty="0"/>
          </a:p>
        </p:txBody>
      </p:sp>
      <p:sp>
        <p:nvSpPr>
          <p:cNvPr id="16" name="Text 13"/>
          <p:cNvSpPr txBox="1"/>
          <p:nvPr/>
        </p:nvSpPr>
        <p:spPr>
          <a:xfrm>
            <a:off x="6562740" y="1512509"/>
            <a:ext cx="2729667" cy="352410"/>
          </a:xfrm>
          <a:prstGeom prst="rect">
            <a:avLst/>
          </a:prstGeom>
          <a:noFill/>
          <a:ln/>
        </p:spPr>
        <p:txBody>
          <a:bodyPr wrap="square" lIns="0" tIns="0" rIns="0" bIns="0" rtlCol="0" anchor="t"/>
          <a:lstStyle/>
          <a:p>
            <a:pPr algn="l" indent="0" marL="0">
              <a:buNone/>
            </a:pPr>
            <a:r>
              <a:rPr lang="en-US" sz="1800" b="1" spc="-18" kern="0" dirty="0">
                <a:solidFill>
                  <a:srgbClr val="241C17"/>
                </a:solidFill>
                <a:latin typeface="Noto Sans TC" pitchFamily="34" charset="0"/>
                <a:ea typeface="Noto Sans TC" pitchFamily="34" charset="-122"/>
                <a:cs typeface="Noto Sans TC" pitchFamily="34" charset="-120"/>
              </a:rPr>
              <a:t>顧客、會員、接單、活動</a:t>
            </a:r>
            <a:endParaRPr lang="en-US" sz="1800" dirty="0"/>
          </a:p>
        </p:txBody>
      </p:sp>
      <p:sp>
        <p:nvSpPr>
          <p:cNvPr id="17" name="Text 14"/>
          <p:cNvSpPr txBox="1"/>
          <p:nvPr/>
        </p:nvSpPr>
        <p:spPr>
          <a:xfrm>
            <a:off x="6562740" y="3776198"/>
            <a:ext cx="262433" cy="276240"/>
          </a:xfrm>
          <a:prstGeom prst="rect">
            <a:avLst/>
          </a:prstGeom>
          <a:noFill/>
          <a:ln/>
        </p:spPr>
        <p:txBody>
          <a:bodyPr wrap="square" lIns="0" tIns="0" rIns="0" bIns="0" rtlCol="0" anchor="t"/>
          <a:lstStyle/>
          <a:p>
            <a:pPr algn="l" indent="0" marL="0">
              <a:lnSpc>
                <a:spcPts val="2066"/>
              </a:lnSpc>
              <a:buNone/>
            </a:pPr>
            <a:r>
              <a:rPr lang="en-US" sz="1425" b="1" dirty="0">
                <a:solidFill>
                  <a:srgbClr val="5F7A63"/>
                </a:solidFill>
                <a:latin typeface="Noto Sans TC" pitchFamily="34" charset="0"/>
                <a:ea typeface="Noto Sans TC" pitchFamily="34" charset="-122"/>
                <a:cs typeface="Noto Sans TC" pitchFamily="34" charset="-120"/>
              </a:rPr>
              <a:t>✓</a:t>
            </a:r>
            <a:endParaRPr lang="en-US" sz="1425" dirty="0"/>
          </a:p>
        </p:txBody>
      </p:sp>
      <p:sp>
        <p:nvSpPr>
          <p:cNvPr id="18" name="Text 15"/>
          <p:cNvSpPr txBox="1"/>
          <p:nvPr/>
        </p:nvSpPr>
        <p:spPr>
          <a:xfrm>
            <a:off x="6807982" y="3776198"/>
            <a:ext cx="2493843" cy="257221"/>
          </a:xfrm>
          <a:prstGeom prst="rect">
            <a:avLst/>
          </a:prstGeom>
          <a:noFill/>
          <a:ln/>
        </p:spPr>
        <p:txBody>
          <a:bodyPr wrap="square" lIns="0" tIns="0" rIns="0" bIns="0" rtlCol="0" anchor="t"/>
          <a:lstStyle/>
          <a:p>
            <a:pPr algn="l" indent="0" marL="0">
              <a:lnSpc>
                <a:spcPts val="1913"/>
              </a:lnSpc>
              <a:buNone/>
            </a:pPr>
            <a:r>
              <a:rPr lang="en-US" sz="1275" b="1" dirty="0">
                <a:solidFill>
                  <a:srgbClr val="4A3C33"/>
                </a:solidFill>
                <a:latin typeface="Noto Sans TC" pitchFamily="34" charset="0"/>
                <a:ea typeface="Noto Sans TC" pitchFamily="34" charset="-122"/>
                <a:cs typeface="Noto Sans TC" pitchFamily="34" charset="-120"/>
              </a:rPr>
              <a:t>客人訊息獨立一個地方，不會漏</a:t>
            </a:r>
            <a:endParaRPr lang="en-US" sz="1275" dirty="0"/>
          </a:p>
        </p:txBody>
      </p:sp>
      <p:sp>
        <p:nvSpPr>
          <p:cNvPr id="19" name="Text 16"/>
          <p:cNvSpPr txBox="1"/>
          <p:nvPr/>
        </p:nvSpPr>
        <p:spPr>
          <a:xfrm>
            <a:off x="6562740" y="4152930"/>
            <a:ext cx="262433" cy="276240"/>
          </a:xfrm>
          <a:prstGeom prst="rect">
            <a:avLst/>
          </a:prstGeom>
          <a:noFill/>
          <a:ln/>
        </p:spPr>
        <p:txBody>
          <a:bodyPr wrap="square" lIns="0" tIns="0" rIns="0" bIns="0" rtlCol="0" anchor="t"/>
          <a:lstStyle/>
          <a:p>
            <a:pPr algn="l" indent="0" marL="0">
              <a:lnSpc>
                <a:spcPts val="2066"/>
              </a:lnSpc>
              <a:buNone/>
            </a:pPr>
            <a:r>
              <a:rPr lang="en-US" sz="1425" b="1" dirty="0">
                <a:solidFill>
                  <a:srgbClr val="5F7A63"/>
                </a:solidFill>
                <a:latin typeface="Noto Sans TC" pitchFamily="34" charset="0"/>
                <a:ea typeface="Noto Sans TC" pitchFamily="34" charset="-122"/>
                <a:cs typeface="Noto Sans TC" pitchFamily="34" charset="-120"/>
              </a:rPr>
              <a:t>✓</a:t>
            </a:r>
            <a:endParaRPr lang="en-US" sz="1425" dirty="0"/>
          </a:p>
        </p:txBody>
      </p:sp>
      <p:sp>
        <p:nvSpPr>
          <p:cNvPr id="20" name="Text 17"/>
          <p:cNvSpPr txBox="1"/>
          <p:nvPr/>
        </p:nvSpPr>
        <p:spPr>
          <a:xfrm>
            <a:off x="6807982" y="4152930"/>
            <a:ext cx="1978944" cy="257221"/>
          </a:xfrm>
          <a:prstGeom prst="rect">
            <a:avLst/>
          </a:prstGeom>
          <a:noFill/>
          <a:ln/>
        </p:spPr>
        <p:txBody>
          <a:bodyPr wrap="square" lIns="0" tIns="0" rIns="0" bIns="0" rtlCol="0" anchor="t"/>
          <a:lstStyle/>
          <a:p>
            <a:pPr algn="l" indent="0" marL="0">
              <a:lnSpc>
                <a:spcPts val="1913"/>
              </a:lnSpc>
              <a:buNone/>
            </a:pPr>
            <a:r>
              <a:rPr lang="en-US" sz="1275" b="1" dirty="0">
                <a:solidFill>
                  <a:srgbClr val="4A3C33"/>
                </a:solidFill>
                <a:latin typeface="Noto Sans TC" pitchFamily="34" charset="0"/>
                <a:ea typeface="Noto Sans TC" pitchFamily="34" charset="-122"/>
                <a:cs typeface="Noto Sans TC" pitchFamily="34" charset="-120"/>
              </a:rPr>
              <a:t>可以一次群發給所有好友</a:t>
            </a:r>
            <a:endParaRPr lang="en-US" sz="1275" dirty="0"/>
          </a:p>
        </p:txBody>
      </p:sp>
      <p:sp>
        <p:nvSpPr>
          <p:cNvPr id="21" name="Text 18"/>
          <p:cNvSpPr txBox="1"/>
          <p:nvPr/>
        </p:nvSpPr>
        <p:spPr>
          <a:xfrm>
            <a:off x="6562740" y="4529572"/>
            <a:ext cx="262433" cy="276240"/>
          </a:xfrm>
          <a:prstGeom prst="rect">
            <a:avLst/>
          </a:prstGeom>
          <a:noFill/>
          <a:ln/>
        </p:spPr>
        <p:txBody>
          <a:bodyPr wrap="square" lIns="0" tIns="0" rIns="0" bIns="0" rtlCol="0" anchor="t"/>
          <a:lstStyle/>
          <a:p>
            <a:pPr algn="l" indent="0" marL="0">
              <a:lnSpc>
                <a:spcPts val="2066"/>
              </a:lnSpc>
              <a:buNone/>
            </a:pPr>
            <a:r>
              <a:rPr lang="en-US" sz="1425" b="1" dirty="0">
                <a:solidFill>
                  <a:srgbClr val="5F7A63"/>
                </a:solidFill>
                <a:latin typeface="Noto Sans TC" pitchFamily="34" charset="0"/>
                <a:ea typeface="Noto Sans TC" pitchFamily="34" charset="-122"/>
                <a:cs typeface="Noto Sans TC" pitchFamily="34" charset="-120"/>
              </a:rPr>
              <a:t>✓</a:t>
            </a:r>
            <a:endParaRPr lang="en-US" sz="1425" dirty="0"/>
          </a:p>
        </p:txBody>
      </p:sp>
      <p:sp>
        <p:nvSpPr>
          <p:cNvPr id="22" name="Text 19"/>
          <p:cNvSpPr txBox="1"/>
          <p:nvPr/>
        </p:nvSpPr>
        <p:spPr>
          <a:xfrm>
            <a:off x="6807982" y="4529572"/>
            <a:ext cx="2837109" cy="257221"/>
          </a:xfrm>
          <a:prstGeom prst="rect">
            <a:avLst/>
          </a:prstGeom>
          <a:noFill/>
          <a:ln/>
        </p:spPr>
        <p:txBody>
          <a:bodyPr wrap="square" lIns="0" tIns="0" rIns="0" bIns="0" rtlCol="0" anchor="t"/>
          <a:lstStyle/>
          <a:p>
            <a:pPr algn="l" indent="0" marL="0">
              <a:lnSpc>
                <a:spcPts val="1913"/>
              </a:lnSpc>
              <a:buNone/>
            </a:pPr>
            <a:r>
              <a:rPr lang="en-US" sz="1275" b="1" dirty="0">
                <a:solidFill>
                  <a:srgbClr val="4A3C33"/>
                </a:solidFill>
                <a:latin typeface="Noto Sans TC" pitchFamily="34" charset="0"/>
                <a:ea typeface="Noto Sans TC" pitchFamily="34" charset="-122"/>
                <a:cs typeface="Noto Sans TC" pitchFamily="34" charset="-120"/>
              </a:rPr>
              <a:t>可以看到有幾個人加入、幾個人看了</a:t>
            </a:r>
            <a:endParaRPr lang="en-US" sz="1275" dirty="0"/>
          </a:p>
        </p:txBody>
      </p:sp>
      <p:sp>
        <p:nvSpPr>
          <p:cNvPr id="23" name="Text 20"/>
          <p:cNvSpPr txBox="1"/>
          <p:nvPr/>
        </p:nvSpPr>
        <p:spPr>
          <a:xfrm>
            <a:off x="6562740" y="4906305"/>
            <a:ext cx="262433" cy="276240"/>
          </a:xfrm>
          <a:prstGeom prst="rect">
            <a:avLst/>
          </a:prstGeom>
          <a:noFill/>
          <a:ln/>
        </p:spPr>
        <p:txBody>
          <a:bodyPr wrap="square" lIns="0" tIns="0" rIns="0" bIns="0" rtlCol="0" anchor="t"/>
          <a:lstStyle/>
          <a:p>
            <a:pPr algn="l" indent="0" marL="0">
              <a:lnSpc>
                <a:spcPts val="2066"/>
              </a:lnSpc>
              <a:buNone/>
            </a:pPr>
            <a:r>
              <a:rPr lang="en-US" sz="1425" b="1" dirty="0">
                <a:solidFill>
                  <a:srgbClr val="5F7A63"/>
                </a:solidFill>
                <a:latin typeface="Noto Sans TC" pitchFamily="34" charset="0"/>
                <a:ea typeface="Noto Sans TC" pitchFamily="34" charset="-122"/>
                <a:cs typeface="Noto Sans TC" pitchFamily="34" charset="-120"/>
              </a:rPr>
              <a:t>✓</a:t>
            </a:r>
            <a:endParaRPr lang="en-US" sz="1425" dirty="0"/>
          </a:p>
        </p:txBody>
      </p:sp>
      <p:sp>
        <p:nvSpPr>
          <p:cNvPr id="24" name="Text 21"/>
          <p:cNvSpPr txBox="1"/>
          <p:nvPr/>
        </p:nvSpPr>
        <p:spPr>
          <a:xfrm>
            <a:off x="6807982" y="4906305"/>
            <a:ext cx="1807312" cy="257221"/>
          </a:xfrm>
          <a:prstGeom prst="rect">
            <a:avLst/>
          </a:prstGeom>
          <a:noFill/>
          <a:ln/>
        </p:spPr>
        <p:txBody>
          <a:bodyPr wrap="square" lIns="0" tIns="0" rIns="0" bIns="0" rtlCol="0" anchor="t"/>
          <a:lstStyle/>
          <a:p>
            <a:pPr algn="l" indent="0" marL="0">
              <a:lnSpc>
                <a:spcPts val="1913"/>
              </a:lnSpc>
              <a:buNone/>
            </a:pPr>
            <a:r>
              <a:rPr lang="en-US" sz="1275" b="1" dirty="0">
                <a:solidFill>
                  <a:srgbClr val="4A3C33"/>
                </a:solidFill>
                <a:latin typeface="Noto Sans TC" pitchFamily="34" charset="0"/>
                <a:ea typeface="Noto Sans TC" pitchFamily="34" charset="-122"/>
                <a:cs typeface="Noto Sans TC" pitchFamily="34" charset="-120"/>
              </a:rPr>
              <a:t>不會暴露你的私人生活</a:t>
            </a:r>
            <a:endParaRPr lang="en-US" sz="1275" dirty="0"/>
          </a:p>
        </p:txBody>
      </p:sp>
      <p:sp>
        <p:nvSpPr>
          <p:cNvPr id="25" name="Text 22"/>
          <p:cNvSpPr txBox="1"/>
          <p:nvPr/>
        </p:nvSpPr>
        <p:spPr>
          <a:xfrm>
            <a:off x="6562740" y="5282946"/>
            <a:ext cx="262433" cy="276240"/>
          </a:xfrm>
          <a:prstGeom prst="rect">
            <a:avLst/>
          </a:prstGeom>
          <a:noFill/>
          <a:ln/>
        </p:spPr>
        <p:txBody>
          <a:bodyPr wrap="square" lIns="0" tIns="0" rIns="0" bIns="0" rtlCol="0" anchor="t"/>
          <a:lstStyle/>
          <a:p>
            <a:pPr algn="l" indent="0" marL="0">
              <a:lnSpc>
                <a:spcPts val="2066"/>
              </a:lnSpc>
              <a:buNone/>
            </a:pPr>
            <a:r>
              <a:rPr lang="en-US" sz="1425" b="1" dirty="0">
                <a:solidFill>
                  <a:srgbClr val="5F7A63"/>
                </a:solidFill>
                <a:latin typeface="Noto Sans TC" pitchFamily="34" charset="0"/>
                <a:ea typeface="Noto Sans TC" pitchFamily="34" charset="-122"/>
                <a:cs typeface="Noto Sans TC" pitchFamily="34" charset="-120"/>
              </a:rPr>
              <a:t>✓</a:t>
            </a:r>
            <a:endParaRPr lang="en-US" sz="1425" dirty="0"/>
          </a:p>
        </p:txBody>
      </p:sp>
      <p:sp>
        <p:nvSpPr>
          <p:cNvPr id="26" name="Text 23"/>
          <p:cNvSpPr txBox="1"/>
          <p:nvPr/>
        </p:nvSpPr>
        <p:spPr>
          <a:xfrm>
            <a:off x="6807982" y="5282946"/>
            <a:ext cx="2150577" cy="257221"/>
          </a:xfrm>
          <a:prstGeom prst="rect">
            <a:avLst/>
          </a:prstGeom>
          <a:noFill/>
          <a:ln/>
        </p:spPr>
        <p:txBody>
          <a:bodyPr wrap="square" lIns="0" tIns="0" rIns="0" bIns="0" rtlCol="0" anchor="t"/>
          <a:lstStyle/>
          <a:p>
            <a:pPr algn="l" indent="0" marL="0">
              <a:lnSpc>
                <a:spcPts val="1913"/>
              </a:lnSpc>
              <a:buNone/>
            </a:pPr>
            <a:r>
              <a:rPr lang="en-US" sz="1275" b="1" dirty="0">
                <a:solidFill>
                  <a:srgbClr val="4A3C33"/>
                </a:solidFill>
                <a:latin typeface="Noto Sans TC" pitchFamily="34" charset="0"/>
                <a:ea typeface="Noto Sans TC" pitchFamily="34" charset="-122"/>
                <a:cs typeface="Noto Sans TC" pitchFamily="34" charset="-120"/>
              </a:rPr>
              <a:t>免費就能開，一個人也能用</a:t>
            </a:r>
            <a:endParaRPr lang="en-US" sz="1275" dirty="0"/>
          </a:p>
        </p:txBody>
      </p:sp>
      <p:sp>
        <p:nvSpPr>
          <p:cNvPr id="27" name="Text 24"/>
          <p:cNvSpPr txBox="1"/>
          <p:nvPr/>
        </p:nvSpPr>
        <p:spPr>
          <a:xfrm>
            <a:off x="761970" y="6438930"/>
            <a:ext cx="1338042" cy="200071"/>
          </a:xfrm>
          <a:prstGeom prst="rect">
            <a:avLst/>
          </a:prstGeom>
          <a:noFill/>
          <a:ln/>
        </p:spPr>
        <p:txBody>
          <a:bodyPr wrap="square" lIns="0" tIns="0" rIns="0" bIns="0" rtlCol="0" anchor="t"/>
          <a:lstStyle/>
          <a:p>
            <a:pPr algn="l" indent="0" marL="0">
              <a:buNone/>
            </a:pPr>
            <a:r>
              <a:rPr lang="en-US" sz="938" b="1" spc="56" kern="0" dirty="0">
                <a:solidFill>
                  <a:srgbClr val="9C8B7C"/>
                </a:solidFill>
                <a:latin typeface="Noto Sans TC" pitchFamily="34" charset="0"/>
                <a:ea typeface="Noto Sans TC" pitchFamily="34" charset="-122"/>
                <a:cs typeface="Noto Sans TC" pitchFamily="34" charset="-120"/>
              </a:rPr>
              <a:t>PART 8 · 15:05</a:t>
            </a:r>
            <a:endParaRPr lang="en-US" sz="938" dirty="0"/>
          </a:p>
        </p:txBody>
      </p:sp>
      <p:sp>
        <p:nvSpPr>
          <p:cNvPr id="28" name="Text 25"/>
          <p:cNvSpPr txBox="1"/>
          <p:nvPr/>
        </p:nvSpPr>
        <p:spPr>
          <a:xfrm>
            <a:off x="10922599" y="6438930"/>
            <a:ext cx="562630" cy="200071"/>
          </a:xfrm>
          <a:prstGeom prst="rect">
            <a:avLst/>
          </a:prstGeom>
          <a:noFill/>
          <a:ln/>
        </p:spPr>
        <p:txBody>
          <a:bodyPr wrap="square" lIns="0" tIns="0" rIns="0" bIns="0" rtlCol="0" anchor="t"/>
          <a:lstStyle/>
          <a:p>
            <a:pPr algn="l" indent="0" marL="0">
              <a:buNone/>
            </a:pPr>
            <a:r>
              <a:rPr lang="en-US" sz="938" b="1" spc="56" kern="0" dirty="0">
                <a:solidFill>
                  <a:srgbClr val="9C8B7C"/>
                </a:solidFill>
                <a:latin typeface="Noto Sans TC" pitchFamily="34" charset="0"/>
                <a:ea typeface="Noto Sans TC" pitchFamily="34" charset="-122"/>
                <a:cs typeface="Noto Sans TC" pitchFamily="34" charset="-120"/>
              </a:rPr>
              <a:t>59 / 75</a:t>
            </a:r>
            <a:endParaRPr lang="en-US" sz="938"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BF7F1"/>
        </a:solidFill>
      </p:bgPr>
    </p:bg>
    <p:spTree>
      <p:nvGrpSpPr>
        <p:cNvPr id="1" name=""/>
        <p:cNvGrpSpPr/>
        <p:nvPr/>
      </p:nvGrpSpPr>
      <p:grpSpPr>
        <a:xfrm>
          <a:off x="0" y="0"/>
          <a:ext cx="0" cy="0"/>
          <a:chOff x="0" y="0"/>
          <a:chExt cx="0" cy="0"/>
        </a:xfrm>
      </p:grpSpPr>
      <p:pic>
        <p:nvPicPr>
          <p:cNvPr id="2" name="Image 0" descr="/home/user/gogoeveryday/social-course/export-pptx/build/bg/60.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761970" y="1103406"/>
            <a:ext cx="2090136" cy="219090"/>
          </a:xfrm>
          <a:prstGeom prst="rect">
            <a:avLst/>
          </a:prstGeom>
          <a:noFill/>
          <a:ln/>
        </p:spPr>
        <p:txBody>
          <a:bodyPr wrap="square" lIns="0" tIns="0" rIns="0" bIns="0" rtlCol="0" anchor="t"/>
          <a:lstStyle/>
          <a:p>
            <a:pPr algn="l" indent="0" marL="0">
              <a:buNone/>
            </a:pPr>
            <a:r>
              <a:rPr lang="en-US" sz="1125" b="1" spc="225" kern="0" dirty="0">
                <a:solidFill>
                  <a:srgbClr val="5F7A63"/>
                </a:solidFill>
                <a:latin typeface="Noto Sans TC" pitchFamily="34" charset="0"/>
                <a:ea typeface="Noto Sans TC" pitchFamily="34" charset="-122"/>
                <a:cs typeface="Noto Sans TC" pitchFamily="34" charset="-120"/>
              </a:rPr>
              <a:t>基本功能（今天要會的）</a:t>
            </a:r>
            <a:endParaRPr lang="en-US" sz="1125" dirty="0"/>
          </a:p>
        </p:txBody>
      </p:sp>
      <p:sp>
        <p:nvSpPr>
          <p:cNvPr id="4" name="Text 1"/>
          <p:cNvSpPr txBox="1"/>
          <p:nvPr/>
        </p:nvSpPr>
        <p:spPr>
          <a:xfrm>
            <a:off x="923910" y="1608247"/>
            <a:ext cx="923818" cy="247620"/>
          </a:xfrm>
          <a:prstGeom prst="rect">
            <a:avLst/>
          </a:prstGeom>
          <a:noFill/>
          <a:ln/>
        </p:spPr>
        <p:txBody>
          <a:bodyPr wrap="square" lIns="0" tIns="0" rIns="0" bIns="0" rtlCol="0" anchor="t"/>
          <a:lstStyle/>
          <a:p>
            <a:pPr algn="l" indent="0" marL="0">
              <a:lnSpc>
                <a:spcPts val="2005"/>
              </a:lnSpc>
              <a:buNone/>
            </a:pPr>
            <a:r>
              <a:rPr lang="en-US" sz="1238" b="1" dirty="0">
                <a:solidFill>
                  <a:srgbClr val="241C17"/>
                </a:solidFill>
                <a:latin typeface="Noto Sans TC" pitchFamily="34" charset="0"/>
                <a:ea typeface="Noto Sans TC" pitchFamily="34" charset="-122"/>
                <a:cs typeface="Noto Sans TC" pitchFamily="34" charset="-120"/>
              </a:rPr>
              <a:t>一對一聊天</a:t>
            </a:r>
            <a:endParaRPr lang="en-US" sz="1238" dirty="0"/>
          </a:p>
        </p:txBody>
      </p:sp>
      <p:sp>
        <p:nvSpPr>
          <p:cNvPr id="5" name="Text 2"/>
          <p:cNvSpPr txBox="1"/>
          <p:nvPr/>
        </p:nvSpPr>
        <p:spPr>
          <a:xfrm>
            <a:off x="3631448" y="1608247"/>
            <a:ext cx="760141" cy="247620"/>
          </a:xfrm>
          <a:prstGeom prst="rect">
            <a:avLst/>
          </a:prstGeom>
          <a:noFill/>
          <a:ln/>
        </p:spPr>
        <p:txBody>
          <a:bodyPr wrap="square" lIns="0" tIns="0" rIns="0" bIns="0" rtlCol="0" anchor="t"/>
          <a:lstStyle/>
          <a:p>
            <a:pPr algn="l" indent="0" marL="0">
              <a:lnSpc>
                <a:spcPts val="2005"/>
              </a:lnSpc>
              <a:buNone/>
            </a:pPr>
            <a:r>
              <a:rPr lang="en-US" sz="1238" b="1" dirty="0">
                <a:solidFill>
                  <a:srgbClr val="241C17"/>
                </a:solidFill>
                <a:latin typeface="Noto Sans TC" pitchFamily="34" charset="0"/>
                <a:ea typeface="Noto Sans TC" pitchFamily="34" charset="-122"/>
                <a:cs typeface="Noto Sans TC" pitchFamily="34" charset="-120"/>
              </a:rPr>
              <a:t>群發訊息</a:t>
            </a:r>
            <a:endParaRPr lang="en-US" sz="1238" dirty="0"/>
          </a:p>
        </p:txBody>
      </p:sp>
      <p:sp>
        <p:nvSpPr>
          <p:cNvPr id="6" name="Text 3"/>
          <p:cNvSpPr txBox="1"/>
          <p:nvPr/>
        </p:nvSpPr>
        <p:spPr>
          <a:xfrm>
            <a:off x="923910" y="2262774"/>
            <a:ext cx="760141" cy="247620"/>
          </a:xfrm>
          <a:prstGeom prst="rect">
            <a:avLst/>
          </a:prstGeom>
          <a:noFill/>
          <a:ln/>
        </p:spPr>
        <p:txBody>
          <a:bodyPr wrap="square" lIns="0" tIns="0" rIns="0" bIns="0" rtlCol="0" anchor="t"/>
          <a:lstStyle/>
          <a:p>
            <a:pPr algn="l" indent="0" marL="0">
              <a:lnSpc>
                <a:spcPts val="2005"/>
              </a:lnSpc>
              <a:buNone/>
            </a:pPr>
            <a:r>
              <a:rPr lang="en-US" sz="1238" b="1" dirty="0">
                <a:solidFill>
                  <a:srgbClr val="241C17"/>
                </a:solidFill>
                <a:latin typeface="Noto Sans TC" pitchFamily="34" charset="0"/>
                <a:ea typeface="Noto Sans TC" pitchFamily="34" charset="-122"/>
                <a:cs typeface="Noto Sans TC" pitchFamily="34" charset="-120"/>
              </a:rPr>
              <a:t>歡迎訊息</a:t>
            </a:r>
            <a:endParaRPr lang="en-US" sz="1238" dirty="0"/>
          </a:p>
        </p:txBody>
      </p:sp>
      <p:sp>
        <p:nvSpPr>
          <p:cNvPr id="7" name="Text 4"/>
          <p:cNvSpPr txBox="1"/>
          <p:nvPr/>
        </p:nvSpPr>
        <p:spPr>
          <a:xfrm>
            <a:off x="3631448" y="2262774"/>
            <a:ext cx="760141" cy="247620"/>
          </a:xfrm>
          <a:prstGeom prst="rect">
            <a:avLst/>
          </a:prstGeom>
          <a:noFill/>
          <a:ln/>
        </p:spPr>
        <p:txBody>
          <a:bodyPr wrap="square" lIns="0" tIns="0" rIns="0" bIns="0" rtlCol="0" anchor="t"/>
          <a:lstStyle/>
          <a:p>
            <a:pPr algn="l" indent="0" marL="0">
              <a:lnSpc>
                <a:spcPts val="2005"/>
              </a:lnSpc>
              <a:buNone/>
            </a:pPr>
            <a:r>
              <a:rPr lang="en-US" sz="1238" b="1" dirty="0">
                <a:solidFill>
                  <a:srgbClr val="241C17"/>
                </a:solidFill>
                <a:latin typeface="Noto Sans TC" pitchFamily="34" charset="0"/>
                <a:ea typeface="Noto Sans TC" pitchFamily="34" charset="-122"/>
                <a:cs typeface="Noto Sans TC" pitchFamily="34" charset="-120"/>
              </a:rPr>
              <a:t>活動通知</a:t>
            </a:r>
            <a:endParaRPr lang="en-US" sz="1238" dirty="0"/>
          </a:p>
        </p:txBody>
      </p:sp>
      <p:sp>
        <p:nvSpPr>
          <p:cNvPr id="8" name="Text 5"/>
          <p:cNvSpPr txBox="1"/>
          <p:nvPr/>
        </p:nvSpPr>
        <p:spPr>
          <a:xfrm>
            <a:off x="923910" y="2917302"/>
            <a:ext cx="760141" cy="247620"/>
          </a:xfrm>
          <a:prstGeom prst="rect">
            <a:avLst/>
          </a:prstGeom>
          <a:noFill/>
          <a:ln/>
        </p:spPr>
        <p:txBody>
          <a:bodyPr wrap="square" lIns="0" tIns="0" rIns="0" bIns="0" rtlCol="0" anchor="t"/>
          <a:lstStyle/>
          <a:p>
            <a:pPr algn="l" indent="0" marL="0">
              <a:lnSpc>
                <a:spcPts val="2005"/>
              </a:lnSpc>
              <a:buNone/>
            </a:pPr>
            <a:r>
              <a:rPr lang="en-US" sz="1238" b="1" dirty="0">
                <a:solidFill>
                  <a:srgbClr val="241C17"/>
                </a:solidFill>
                <a:latin typeface="Noto Sans TC" pitchFamily="34" charset="0"/>
                <a:ea typeface="Noto Sans TC" pitchFamily="34" charset="-122"/>
                <a:cs typeface="Noto Sans TC" pitchFamily="34" charset="-120"/>
              </a:rPr>
              <a:t>新品通知</a:t>
            </a:r>
            <a:endParaRPr lang="en-US" sz="1238" dirty="0"/>
          </a:p>
        </p:txBody>
      </p:sp>
      <p:sp>
        <p:nvSpPr>
          <p:cNvPr id="9" name="Text 6"/>
          <p:cNvSpPr txBox="1"/>
          <p:nvPr/>
        </p:nvSpPr>
        <p:spPr>
          <a:xfrm>
            <a:off x="3631448" y="2917302"/>
            <a:ext cx="445770" cy="247620"/>
          </a:xfrm>
          <a:prstGeom prst="rect">
            <a:avLst/>
          </a:prstGeom>
          <a:noFill/>
          <a:ln/>
        </p:spPr>
        <p:txBody>
          <a:bodyPr wrap="square" lIns="0" tIns="0" rIns="0" bIns="0" rtlCol="0" anchor="t"/>
          <a:lstStyle/>
          <a:p>
            <a:pPr algn="l" indent="0" marL="0">
              <a:lnSpc>
                <a:spcPts val="2005"/>
              </a:lnSpc>
              <a:buNone/>
            </a:pPr>
            <a:r>
              <a:rPr lang="en-US" sz="1238" b="1" dirty="0">
                <a:solidFill>
                  <a:srgbClr val="241C17"/>
                </a:solidFill>
                <a:latin typeface="Noto Sans TC" pitchFamily="34" charset="0"/>
                <a:ea typeface="Noto Sans TC" pitchFamily="34" charset="-122"/>
                <a:cs typeface="Noto Sans TC" pitchFamily="34" charset="-120"/>
              </a:rPr>
              <a:t>優惠</a:t>
            </a:r>
            <a:endParaRPr lang="en-US" sz="1238" dirty="0"/>
          </a:p>
        </p:txBody>
      </p:sp>
      <p:sp>
        <p:nvSpPr>
          <p:cNvPr id="10" name="Text 7"/>
          <p:cNvSpPr txBox="1"/>
          <p:nvPr/>
        </p:nvSpPr>
        <p:spPr>
          <a:xfrm>
            <a:off x="923910" y="3571921"/>
            <a:ext cx="445770" cy="247620"/>
          </a:xfrm>
          <a:prstGeom prst="rect">
            <a:avLst/>
          </a:prstGeom>
          <a:noFill/>
          <a:ln/>
        </p:spPr>
        <p:txBody>
          <a:bodyPr wrap="square" lIns="0" tIns="0" rIns="0" bIns="0" rtlCol="0" anchor="t"/>
          <a:lstStyle/>
          <a:p>
            <a:pPr algn="l" indent="0" marL="0">
              <a:lnSpc>
                <a:spcPts val="2005"/>
              </a:lnSpc>
              <a:buNone/>
            </a:pPr>
            <a:r>
              <a:rPr lang="en-US" sz="1238" b="1" dirty="0">
                <a:solidFill>
                  <a:srgbClr val="241C17"/>
                </a:solidFill>
                <a:latin typeface="Noto Sans TC" pitchFamily="34" charset="0"/>
                <a:ea typeface="Noto Sans TC" pitchFamily="34" charset="-122"/>
                <a:cs typeface="Noto Sans TC" pitchFamily="34" charset="-120"/>
              </a:rPr>
              <a:t>預約</a:t>
            </a:r>
            <a:endParaRPr lang="en-US" sz="1238" dirty="0"/>
          </a:p>
        </p:txBody>
      </p:sp>
      <p:sp>
        <p:nvSpPr>
          <p:cNvPr id="11" name="Text 8"/>
          <p:cNvSpPr txBox="1"/>
          <p:nvPr/>
        </p:nvSpPr>
        <p:spPr>
          <a:xfrm>
            <a:off x="3631448" y="3571921"/>
            <a:ext cx="445770" cy="247620"/>
          </a:xfrm>
          <a:prstGeom prst="rect">
            <a:avLst/>
          </a:prstGeom>
          <a:noFill/>
          <a:ln/>
        </p:spPr>
        <p:txBody>
          <a:bodyPr wrap="square" lIns="0" tIns="0" rIns="0" bIns="0" rtlCol="0" anchor="t"/>
          <a:lstStyle/>
          <a:p>
            <a:pPr algn="l" indent="0" marL="0">
              <a:lnSpc>
                <a:spcPts val="2005"/>
              </a:lnSpc>
              <a:buNone/>
            </a:pPr>
            <a:r>
              <a:rPr lang="en-US" sz="1238" b="1" dirty="0">
                <a:solidFill>
                  <a:srgbClr val="241C17"/>
                </a:solidFill>
                <a:latin typeface="Noto Sans TC" pitchFamily="34" charset="0"/>
                <a:ea typeface="Noto Sans TC" pitchFamily="34" charset="-122"/>
                <a:cs typeface="Noto Sans TC" pitchFamily="34" charset="-120"/>
              </a:rPr>
              <a:t>接單</a:t>
            </a:r>
            <a:endParaRPr lang="en-US" sz="1238" dirty="0"/>
          </a:p>
        </p:txBody>
      </p:sp>
      <p:sp>
        <p:nvSpPr>
          <p:cNvPr id="12" name="Text 9"/>
          <p:cNvSpPr txBox="1"/>
          <p:nvPr/>
        </p:nvSpPr>
        <p:spPr>
          <a:xfrm>
            <a:off x="761970" y="4188318"/>
            <a:ext cx="2741371" cy="219090"/>
          </a:xfrm>
          <a:prstGeom prst="rect">
            <a:avLst/>
          </a:prstGeom>
          <a:noFill/>
          <a:ln/>
        </p:spPr>
        <p:txBody>
          <a:bodyPr wrap="square" lIns="0" tIns="0" rIns="0" bIns="0" rtlCol="0" anchor="t"/>
          <a:lstStyle/>
          <a:p>
            <a:pPr algn="l" indent="0" marL="0">
              <a:buNone/>
            </a:pPr>
            <a:r>
              <a:rPr lang="en-US" sz="1125" b="1" spc="225" kern="0" dirty="0">
                <a:solidFill>
                  <a:srgbClr val="9C8B7C"/>
                </a:solidFill>
                <a:latin typeface="Noto Sans TC" pitchFamily="34" charset="0"/>
                <a:ea typeface="Noto Sans TC" pitchFamily="34" charset="-122"/>
                <a:cs typeface="Noto Sans TC" pitchFamily="34" charset="-120"/>
              </a:rPr>
              <a:t>進階功能（今天只要「知道有」）</a:t>
            </a:r>
            <a:endParaRPr lang="en-US" sz="1125" dirty="0"/>
          </a:p>
        </p:txBody>
      </p:sp>
      <p:sp>
        <p:nvSpPr>
          <p:cNvPr id="13" name="Text 10"/>
          <p:cNvSpPr txBox="1"/>
          <p:nvPr/>
        </p:nvSpPr>
        <p:spPr>
          <a:xfrm>
            <a:off x="1279520" y="4683648"/>
            <a:ext cx="741213" cy="247620"/>
          </a:xfrm>
          <a:prstGeom prst="rect">
            <a:avLst/>
          </a:prstGeom>
          <a:noFill/>
          <a:ln/>
        </p:spPr>
        <p:txBody>
          <a:bodyPr wrap="square" lIns="0" tIns="0" rIns="0" bIns="0" rtlCol="0" anchor="t"/>
          <a:lstStyle/>
          <a:p>
            <a:pPr algn="ctr" indent="0" marL="0">
              <a:lnSpc>
                <a:spcPts val="1944"/>
              </a:lnSpc>
              <a:buNone/>
            </a:pPr>
            <a:r>
              <a:rPr lang="en-US" sz="1200" b="1" dirty="0">
                <a:solidFill>
                  <a:srgbClr val="9C8B7C"/>
                </a:solidFill>
                <a:latin typeface="Noto Sans TC" pitchFamily="34" charset="0"/>
                <a:ea typeface="Noto Sans TC" pitchFamily="34" charset="-122"/>
                <a:cs typeface="Noto Sans TC" pitchFamily="34" charset="-120"/>
              </a:rPr>
              <a:t>圖文選單</a:t>
            </a:r>
            <a:endParaRPr lang="en-US" sz="1200" dirty="0"/>
          </a:p>
        </p:txBody>
      </p:sp>
      <p:sp>
        <p:nvSpPr>
          <p:cNvPr id="14" name="Text 11"/>
          <p:cNvSpPr txBox="1"/>
          <p:nvPr/>
        </p:nvSpPr>
        <p:spPr>
          <a:xfrm>
            <a:off x="3160715" y="4683648"/>
            <a:ext cx="588782" cy="247620"/>
          </a:xfrm>
          <a:prstGeom prst="rect">
            <a:avLst/>
          </a:prstGeom>
          <a:noFill/>
          <a:ln/>
        </p:spPr>
        <p:txBody>
          <a:bodyPr wrap="square" lIns="0" tIns="0" rIns="0" bIns="0" rtlCol="0" anchor="t"/>
          <a:lstStyle/>
          <a:p>
            <a:pPr algn="ctr" indent="0" marL="0">
              <a:lnSpc>
                <a:spcPts val="1944"/>
              </a:lnSpc>
              <a:buNone/>
            </a:pPr>
            <a:r>
              <a:rPr lang="en-US" sz="1200" b="1" dirty="0">
                <a:solidFill>
                  <a:srgbClr val="9C8B7C"/>
                </a:solidFill>
                <a:latin typeface="Noto Sans TC" pitchFamily="34" charset="0"/>
                <a:ea typeface="Noto Sans TC" pitchFamily="34" charset="-122"/>
                <a:cs typeface="Noto Sans TC" pitchFamily="34" charset="-120"/>
              </a:rPr>
              <a:t>優惠券</a:t>
            </a:r>
            <a:endParaRPr lang="en-US" sz="1200" dirty="0"/>
          </a:p>
        </p:txBody>
      </p:sp>
      <p:sp>
        <p:nvSpPr>
          <p:cNvPr id="15" name="Text 12"/>
          <p:cNvSpPr txBox="1"/>
          <p:nvPr/>
        </p:nvSpPr>
        <p:spPr>
          <a:xfrm>
            <a:off x="4965741" y="4683648"/>
            <a:ext cx="588782" cy="247620"/>
          </a:xfrm>
          <a:prstGeom prst="rect">
            <a:avLst/>
          </a:prstGeom>
          <a:noFill/>
          <a:ln/>
        </p:spPr>
        <p:txBody>
          <a:bodyPr wrap="square" lIns="0" tIns="0" rIns="0" bIns="0" rtlCol="0" anchor="t"/>
          <a:lstStyle/>
          <a:p>
            <a:pPr algn="ctr" indent="0" marL="0">
              <a:lnSpc>
                <a:spcPts val="1944"/>
              </a:lnSpc>
              <a:buNone/>
            </a:pPr>
            <a:r>
              <a:rPr lang="en-US" sz="1200" b="1" dirty="0">
                <a:solidFill>
                  <a:srgbClr val="9C8B7C"/>
                </a:solidFill>
                <a:latin typeface="Noto Sans TC" pitchFamily="34" charset="0"/>
                <a:ea typeface="Noto Sans TC" pitchFamily="34" charset="-122"/>
                <a:cs typeface="Noto Sans TC" pitchFamily="34" charset="-120"/>
              </a:rPr>
              <a:t>集點卡</a:t>
            </a:r>
            <a:endParaRPr lang="en-US" sz="1200" dirty="0"/>
          </a:p>
        </p:txBody>
      </p:sp>
      <p:sp>
        <p:nvSpPr>
          <p:cNvPr id="16" name="Text 13"/>
          <p:cNvSpPr txBox="1"/>
          <p:nvPr/>
        </p:nvSpPr>
        <p:spPr>
          <a:xfrm>
            <a:off x="761970" y="5235214"/>
            <a:ext cx="5154930" cy="228600"/>
          </a:xfrm>
          <a:prstGeom prst="rect">
            <a:avLst/>
          </a:prstGeom>
          <a:noFill/>
          <a:ln/>
        </p:spPr>
        <p:txBody>
          <a:bodyPr wrap="square" lIns="0" tIns="0" rIns="0" bIns="0" rtlCol="0" anchor="t"/>
          <a:lstStyle/>
          <a:p>
            <a:pPr algn="l" indent="0" marL="0">
              <a:lnSpc>
                <a:spcPts val="1802"/>
              </a:lnSpc>
              <a:buNone/>
            </a:pPr>
            <a:r>
              <a:rPr lang="en-US" sz="1163" b="1" dirty="0">
                <a:solidFill>
                  <a:srgbClr val="9C8B7C"/>
                </a:solidFill>
                <a:latin typeface="Noto Sans TC" pitchFamily="34" charset="0"/>
                <a:ea typeface="Noto Sans TC" pitchFamily="34" charset="-122"/>
                <a:cs typeface="Noto Sans TC" pitchFamily="34" charset="-120"/>
              </a:rPr>
              <a:t> ＊這三個今天不教操作。等到你已經有 30–50 個好友，再回來設定就好。</a:t>
            </a:r>
            <a:endParaRPr lang="en-US" sz="1163" dirty="0"/>
          </a:p>
        </p:txBody>
      </p:sp>
      <p:sp>
        <p:nvSpPr>
          <p:cNvPr id="17" name="Text 14"/>
          <p:cNvSpPr txBox="1"/>
          <p:nvPr/>
        </p:nvSpPr>
        <p:spPr>
          <a:xfrm>
            <a:off x="8409005" y="1701516"/>
            <a:ext cx="1179393" cy="209580"/>
          </a:xfrm>
          <a:prstGeom prst="rect">
            <a:avLst/>
          </a:prstGeom>
          <a:noFill/>
          <a:ln/>
        </p:spPr>
        <p:txBody>
          <a:bodyPr wrap="square" lIns="0" tIns="0" rIns="0" bIns="0" rtlCol="0" anchor="t"/>
          <a:lstStyle/>
          <a:p>
            <a:pPr algn="ctr" indent="0" marL="0">
              <a:buNone/>
            </a:pPr>
            <a:r>
              <a:rPr lang="en-US" sz="1050" b="1" spc="105" kern="0" dirty="0">
                <a:solidFill>
                  <a:srgbClr val="9C8B7C"/>
                </a:solidFill>
                <a:latin typeface="Noto Sans TC" pitchFamily="34" charset="0"/>
                <a:ea typeface="Noto Sans TC" pitchFamily="34" charset="-122"/>
                <a:cs typeface="Noto Sans TC" pitchFamily="34" charset="-120"/>
              </a:rPr>
              <a:t>圖文選單長這樣</a:t>
            </a:r>
            <a:endParaRPr lang="en-US" sz="1050" dirty="0"/>
          </a:p>
        </p:txBody>
      </p:sp>
      <p:sp>
        <p:nvSpPr>
          <p:cNvPr id="18" name="Text 15"/>
          <p:cNvSpPr txBox="1"/>
          <p:nvPr/>
        </p:nvSpPr>
        <p:spPr>
          <a:xfrm>
            <a:off x="7780355" y="2225467"/>
            <a:ext cx="607802" cy="514350"/>
          </a:xfrm>
          <a:prstGeom prst="rect">
            <a:avLst/>
          </a:prstGeom>
          <a:noFill/>
          <a:ln/>
        </p:spPr>
        <p:txBody>
          <a:bodyPr wrap="square" lIns="0" tIns="0" rIns="0" bIns="0" rtlCol="0" anchor="t"/>
          <a:lstStyle/>
          <a:p>
            <a:pPr algn="ctr" indent="0" marL="0">
              <a:buNone/>
            </a:pPr>
            <a:r>
              <a:rPr lang="en-US" sz="1425" b="1" dirty="0">
                <a:solidFill>
                  <a:srgbClr val="4A3C33"/>
                </a:solidFill>
                <a:latin typeface="Noto Sans TC" pitchFamily="34" charset="0"/>
                <a:ea typeface="Noto Sans TC" pitchFamily="34" charset="-122"/>
                <a:cs typeface="Noto Sans TC" pitchFamily="34" charset="-120"/>
              </a:rPr>
              <a:t>🧺</a:t>
            </a:r>
            <a:pPr algn="ctr" indent="0" marL="0">
              <a:buNone/>
            </a:pPr>
            <a:r>
              <a:rPr lang="en-US" sz="938" b="1" dirty="0">
                <a:solidFill>
                  <a:srgbClr val="4A3C33"/>
                </a:solidFill>
                <a:latin typeface="Noto Sans TC" pitchFamily="34" charset="0"/>
                <a:ea typeface="Noto Sans TC" pitchFamily="34" charset="-122"/>
                <a:cs typeface="Noto Sans TC" pitchFamily="34" charset="-120"/>
              </a:rPr>
              <a:t>商品目錄</a:t>
            </a:r>
            <a:endParaRPr lang="en-US" sz="938" dirty="0"/>
          </a:p>
        </p:txBody>
      </p:sp>
      <p:sp>
        <p:nvSpPr>
          <p:cNvPr id="19" name="Text 16"/>
          <p:cNvSpPr txBox="1"/>
          <p:nvPr/>
        </p:nvSpPr>
        <p:spPr>
          <a:xfrm>
            <a:off x="7904348" y="2225467"/>
            <a:ext cx="360091" cy="276240"/>
          </a:xfrm>
          <a:prstGeom prst="rect">
            <a:avLst/>
          </a:prstGeom>
          <a:noFill/>
          <a:ln/>
        </p:spPr>
        <p:txBody>
          <a:bodyPr wrap="square" lIns="0" tIns="0" rIns="0" bIns="0" rtlCol="0" anchor="t"/>
          <a:lstStyle/>
          <a:p>
            <a:pPr algn="ctr" indent="0" marL="0">
              <a:buNone/>
            </a:pPr>
            <a:r>
              <a:rPr lang="en-US" sz="1425" b="1" dirty="0">
                <a:solidFill>
                  <a:srgbClr val="4A3C33"/>
                </a:solidFill>
                <a:latin typeface="Noto Sans TC" pitchFamily="34" charset="0"/>
                <a:ea typeface="Noto Sans TC" pitchFamily="34" charset="-122"/>
                <a:cs typeface="Noto Sans TC" pitchFamily="34" charset="-120"/>
              </a:rPr>
              <a:t>🧺</a:t>
            </a:r>
            <a:endParaRPr lang="en-US" sz="1425" dirty="0"/>
          </a:p>
        </p:txBody>
      </p:sp>
      <p:sp>
        <p:nvSpPr>
          <p:cNvPr id="20" name="Text 17"/>
          <p:cNvSpPr txBox="1"/>
          <p:nvPr/>
        </p:nvSpPr>
        <p:spPr>
          <a:xfrm>
            <a:off x="8694755" y="2225467"/>
            <a:ext cx="607802" cy="514350"/>
          </a:xfrm>
          <a:prstGeom prst="rect">
            <a:avLst/>
          </a:prstGeom>
          <a:noFill/>
          <a:ln/>
        </p:spPr>
        <p:txBody>
          <a:bodyPr wrap="square" lIns="0" tIns="0" rIns="0" bIns="0" rtlCol="0" anchor="t"/>
          <a:lstStyle/>
          <a:p>
            <a:pPr algn="ctr" indent="0" marL="0">
              <a:buNone/>
            </a:pPr>
            <a:r>
              <a:rPr lang="en-US" sz="1425" b="1" dirty="0">
                <a:solidFill>
                  <a:srgbClr val="4A3C33"/>
                </a:solidFill>
                <a:latin typeface="Noto Sans TC" pitchFamily="34" charset="0"/>
                <a:ea typeface="Noto Sans TC" pitchFamily="34" charset="-122"/>
                <a:cs typeface="Noto Sans TC" pitchFamily="34" charset="-120"/>
              </a:rPr>
              <a:t>📝</a:t>
            </a:r>
            <a:pPr algn="ctr" indent="0" marL="0">
              <a:buNone/>
            </a:pPr>
            <a:r>
              <a:rPr lang="en-US" sz="938" b="1" dirty="0">
                <a:solidFill>
                  <a:srgbClr val="4A3C33"/>
                </a:solidFill>
                <a:latin typeface="Noto Sans TC" pitchFamily="34" charset="0"/>
                <a:ea typeface="Noto Sans TC" pitchFamily="34" charset="-122"/>
                <a:cs typeface="Noto Sans TC" pitchFamily="34" charset="-120"/>
              </a:rPr>
              <a:t>我要預訂</a:t>
            </a:r>
            <a:endParaRPr lang="en-US" sz="938" dirty="0"/>
          </a:p>
        </p:txBody>
      </p:sp>
      <p:sp>
        <p:nvSpPr>
          <p:cNvPr id="21" name="Text 18"/>
          <p:cNvSpPr txBox="1"/>
          <p:nvPr/>
        </p:nvSpPr>
        <p:spPr>
          <a:xfrm>
            <a:off x="8818748" y="2225467"/>
            <a:ext cx="360091" cy="276240"/>
          </a:xfrm>
          <a:prstGeom prst="rect">
            <a:avLst/>
          </a:prstGeom>
          <a:noFill/>
          <a:ln/>
        </p:spPr>
        <p:txBody>
          <a:bodyPr wrap="square" lIns="0" tIns="0" rIns="0" bIns="0" rtlCol="0" anchor="t"/>
          <a:lstStyle/>
          <a:p>
            <a:pPr algn="ctr" indent="0" marL="0">
              <a:buNone/>
            </a:pPr>
            <a:r>
              <a:rPr lang="en-US" sz="1425" b="1" dirty="0">
                <a:solidFill>
                  <a:srgbClr val="4A3C33"/>
                </a:solidFill>
                <a:latin typeface="Noto Sans TC" pitchFamily="34" charset="0"/>
                <a:ea typeface="Noto Sans TC" pitchFamily="34" charset="-122"/>
                <a:cs typeface="Noto Sans TC" pitchFamily="34" charset="-120"/>
              </a:rPr>
              <a:t>📝</a:t>
            </a:r>
            <a:endParaRPr lang="en-US" sz="1425" dirty="0"/>
          </a:p>
        </p:txBody>
      </p:sp>
      <p:sp>
        <p:nvSpPr>
          <p:cNvPr id="22" name="Text 19"/>
          <p:cNvSpPr txBox="1"/>
          <p:nvPr/>
        </p:nvSpPr>
        <p:spPr>
          <a:xfrm>
            <a:off x="9609155" y="2225467"/>
            <a:ext cx="607802" cy="514350"/>
          </a:xfrm>
          <a:prstGeom prst="rect">
            <a:avLst/>
          </a:prstGeom>
          <a:noFill/>
          <a:ln/>
        </p:spPr>
        <p:txBody>
          <a:bodyPr wrap="square" lIns="0" tIns="0" rIns="0" bIns="0" rtlCol="0" anchor="t"/>
          <a:lstStyle/>
          <a:p>
            <a:pPr algn="ctr" indent="0" marL="0">
              <a:buNone/>
            </a:pPr>
            <a:r>
              <a:rPr lang="en-US" sz="1425" b="1" dirty="0">
                <a:solidFill>
                  <a:srgbClr val="4A3C33"/>
                </a:solidFill>
                <a:latin typeface="Noto Sans TC" pitchFamily="34" charset="0"/>
                <a:ea typeface="Noto Sans TC" pitchFamily="34" charset="-122"/>
                <a:cs typeface="Noto Sans TC" pitchFamily="34" charset="-120"/>
              </a:rPr>
              <a:t>🕘</a:t>
            </a:r>
            <a:pPr algn="ctr" indent="0" marL="0">
              <a:buNone/>
            </a:pPr>
            <a:r>
              <a:rPr lang="en-US" sz="938" b="1" dirty="0">
                <a:solidFill>
                  <a:srgbClr val="4A3C33"/>
                </a:solidFill>
                <a:latin typeface="Noto Sans TC" pitchFamily="34" charset="0"/>
                <a:ea typeface="Noto Sans TC" pitchFamily="34" charset="-122"/>
                <a:cs typeface="Noto Sans TC" pitchFamily="34" charset="-120"/>
              </a:rPr>
              <a:t>營業時間</a:t>
            </a:r>
            <a:endParaRPr lang="en-US" sz="938" dirty="0"/>
          </a:p>
        </p:txBody>
      </p:sp>
      <p:sp>
        <p:nvSpPr>
          <p:cNvPr id="23" name="Text 20"/>
          <p:cNvSpPr txBox="1"/>
          <p:nvPr/>
        </p:nvSpPr>
        <p:spPr>
          <a:xfrm>
            <a:off x="9733148" y="2225467"/>
            <a:ext cx="360091" cy="276240"/>
          </a:xfrm>
          <a:prstGeom prst="rect">
            <a:avLst/>
          </a:prstGeom>
          <a:noFill/>
          <a:ln/>
        </p:spPr>
        <p:txBody>
          <a:bodyPr wrap="square" lIns="0" tIns="0" rIns="0" bIns="0" rtlCol="0" anchor="t"/>
          <a:lstStyle/>
          <a:p>
            <a:pPr algn="ctr" indent="0" marL="0">
              <a:buNone/>
            </a:pPr>
            <a:r>
              <a:rPr lang="en-US" sz="1425" b="1" dirty="0">
                <a:solidFill>
                  <a:srgbClr val="4A3C33"/>
                </a:solidFill>
                <a:latin typeface="Noto Sans TC" pitchFamily="34" charset="0"/>
                <a:ea typeface="Noto Sans TC" pitchFamily="34" charset="-122"/>
                <a:cs typeface="Noto Sans TC" pitchFamily="34" charset="-120"/>
              </a:rPr>
              <a:t>🕘</a:t>
            </a:r>
            <a:endParaRPr lang="en-US" sz="1425" dirty="0"/>
          </a:p>
        </p:txBody>
      </p:sp>
      <p:sp>
        <p:nvSpPr>
          <p:cNvPr id="24" name="Text 21"/>
          <p:cNvSpPr txBox="1"/>
          <p:nvPr/>
        </p:nvSpPr>
        <p:spPr>
          <a:xfrm>
            <a:off x="7780355" y="3044586"/>
            <a:ext cx="607802" cy="514350"/>
          </a:xfrm>
          <a:prstGeom prst="rect">
            <a:avLst/>
          </a:prstGeom>
          <a:noFill/>
          <a:ln/>
        </p:spPr>
        <p:txBody>
          <a:bodyPr wrap="square" lIns="0" tIns="0" rIns="0" bIns="0" rtlCol="0" anchor="t"/>
          <a:lstStyle/>
          <a:p>
            <a:pPr algn="ctr" indent="0" marL="0">
              <a:buNone/>
            </a:pPr>
            <a:r>
              <a:rPr lang="en-US" sz="1425" b="1" dirty="0">
                <a:solidFill>
                  <a:srgbClr val="4A3C33"/>
                </a:solidFill>
                <a:latin typeface="Noto Sans TC" pitchFamily="34" charset="0"/>
                <a:ea typeface="Noto Sans TC" pitchFamily="34" charset="-122"/>
                <a:cs typeface="Noto Sans TC" pitchFamily="34" charset="-120"/>
              </a:rPr>
              <a:t>📣</a:t>
            </a:r>
            <a:pPr algn="ctr" indent="0" marL="0">
              <a:buNone/>
            </a:pPr>
            <a:r>
              <a:rPr lang="en-US" sz="938" b="1" dirty="0">
                <a:solidFill>
                  <a:srgbClr val="4A3C33"/>
                </a:solidFill>
                <a:latin typeface="Noto Sans TC" pitchFamily="34" charset="0"/>
                <a:ea typeface="Noto Sans TC" pitchFamily="34" charset="-122"/>
                <a:cs typeface="Noto Sans TC" pitchFamily="34" charset="-120"/>
              </a:rPr>
              <a:t>最新消息</a:t>
            </a:r>
            <a:endParaRPr lang="en-US" sz="938" dirty="0"/>
          </a:p>
        </p:txBody>
      </p:sp>
      <p:sp>
        <p:nvSpPr>
          <p:cNvPr id="25" name="Text 22"/>
          <p:cNvSpPr txBox="1"/>
          <p:nvPr/>
        </p:nvSpPr>
        <p:spPr>
          <a:xfrm>
            <a:off x="7904348" y="3044586"/>
            <a:ext cx="360091" cy="276240"/>
          </a:xfrm>
          <a:prstGeom prst="rect">
            <a:avLst/>
          </a:prstGeom>
          <a:noFill/>
          <a:ln/>
        </p:spPr>
        <p:txBody>
          <a:bodyPr wrap="square" lIns="0" tIns="0" rIns="0" bIns="0" rtlCol="0" anchor="t"/>
          <a:lstStyle/>
          <a:p>
            <a:pPr algn="ctr" indent="0" marL="0">
              <a:buNone/>
            </a:pPr>
            <a:r>
              <a:rPr lang="en-US" sz="1425" b="1" dirty="0">
                <a:solidFill>
                  <a:srgbClr val="4A3C33"/>
                </a:solidFill>
                <a:latin typeface="Noto Sans TC" pitchFamily="34" charset="0"/>
                <a:ea typeface="Noto Sans TC" pitchFamily="34" charset="-122"/>
                <a:cs typeface="Noto Sans TC" pitchFamily="34" charset="-120"/>
              </a:rPr>
              <a:t>📣</a:t>
            </a:r>
            <a:endParaRPr lang="en-US" sz="1425" dirty="0"/>
          </a:p>
        </p:txBody>
      </p:sp>
      <p:sp>
        <p:nvSpPr>
          <p:cNvPr id="26" name="Text 23"/>
          <p:cNvSpPr txBox="1"/>
          <p:nvPr/>
        </p:nvSpPr>
        <p:spPr>
          <a:xfrm>
            <a:off x="8694755" y="3044586"/>
            <a:ext cx="607802" cy="514350"/>
          </a:xfrm>
          <a:prstGeom prst="rect">
            <a:avLst/>
          </a:prstGeom>
          <a:noFill/>
          <a:ln/>
        </p:spPr>
        <p:txBody>
          <a:bodyPr wrap="square" lIns="0" tIns="0" rIns="0" bIns="0" rtlCol="0" anchor="t"/>
          <a:lstStyle/>
          <a:p>
            <a:pPr algn="ctr" indent="0" marL="0">
              <a:buNone/>
            </a:pPr>
            <a:r>
              <a:rPr lang="en-US" sz="1425" b="1" dirty="0">
                <a:solidFill>
                  <a:srgbClr val="4A3C33"/>
                </a:solidFill>
                <a:latin typeface="Noto Sans TC" pitchFamily="34" charset="0"/>
                <a:ea typeface="Noto Sans TC" pitchFamily="34" charset="-122"/>
                <a:cs typeface="Noto Sans TC" pitchFamily="34" charset="-120"/>
              </a:rPr>
              <a:t>📍</a:t>
            </a:r>
            <a:pPr algn="ctr" indent="0" marL="0">
              <a:buNone/>
            </a:pPr>
            <a:r>
              <a:rPr lang="en-US" sz="938" b="1" dirty="0">
                <a:solidFill>
                  <a:srgbClr val="4A3C33"/>
                </a:solidFill>
                <a:latin typeface="Noto Sans TC" pitchFamily="34" charset="0"/>
                <a:ea typeface="Noto Sans TC" pitchFamily="34" charset="-122"/>
                <a:cs typeface="Noto Sans TC" pitchFamily="34" charset="-120"/>
              </a:rPr>
              <a:t>取貨地點</a:t>
            </a:r>
            <a:endParaRPr lang="en-US" sz="938" dirty="0"/>
          </a:p>
        </p:txBody>
      </p:sp>
      <p:sp>
        <p:nvSpPr>
          <p:cNvPr id="27" name="Text 24"/>
          <p:cNvSpPr txBox="1"/>
          <p:nvPr/>
        </p:nvSpPr>
        <p:spPr>
          <a:xfrm>
            <a:off x="8818748" y="3044586"/>
            <a:ext cx="360091" cy="276240"/>
          </a:xfrm>
          <a:prstGeom prst="rect">
            <a:avLst/>
          </a:prstGeom>
          <a:noFill/>
          <a:ln/>
        </p:spPr>
        <p:txBody>
          <a:bodyPr wrap="square" lIns="0" tIns="0" rIns="0" bIns="0" rtlCol="0" anchor="t"/>
          <a:lstStyle/>
          <a:p>
            <a:pPr algn="ctr" indent="0" marL="0">
              <a:buNone/>
            </a:pPr>
            <a:r>
              <a:rPr lang="en-US" sz="1425" b="1" dirty="0">
                <a:solidFill>
                  <a:srgbClr val="4A3C33"/>
                </a:solidFill>
                <a:latin typeface="Noto Sans TC" pitchFamily="34" charset="0"/>
                <a:ea typeface="Noto Sans TC" pitchFamily="34" charset="-122"/>
                <a:cs typeface="Noto Sans TC" pitchFamily="34" charset="-120"/>
              </a:rPr>
              <a:t>📍</a:t>
            </a:r>
            <a:endParaRPr lang="en-US" sz="1425" dirty="0"/>
          </a:p>
        </p:txBody>
      </p:sp>
      <p:sp>
        <p:nvSpPr>
          <p:cNvPr id="28" name="Text 25"/>
          <p:cNvSpPr txBox="1"/>
          <p:nvPr/>
        </p:nvSpPr>
        <p:spPr>
          <a:xfrm>
            <a:off x="9609155" y="3044586"/>
            <a:ext cx="607802" cy="514350"/>
          </a:xfrm>
          <a:prstGeom prst="rect">
            <a:avLst/>
          </a:prstGeom>
          <a:noFill/>
          <a:ln/>
        </p:spPr>
        <p:txBody>
          <a:bodyPr wrap="square" lIns="0" tIns="0" rIns="0" bIns="0" rtlCol="0" anchor="t"/>
          <a:lstStyle/>
          <a:p>
            <a:pPr algn="ctr" indent="0" marL="0">
              <a:buNone/>
            </a:pPr>
            <a:r>
              <a:rPr lang="en-US" sz="1425" b="1" dirty="0">
                <a:solidFill>
                  <a:srgbClr val="4A3C33"/>
                </a:solidFill>
                <a:latin typeface="Noto Sans TC" pitchFamily="34" charset="0"/>
                <a:ea typeface="Noto Sans TC" pitchFamily="34" charset="-122"/>
                <a:cs typeface="Noto Sans TC" pitchFamily="34" charset="-120"/>
              </a:rPr>
              <a:t>💬</a:t>
            </a:r>
            <a:pPr algn="ctr" indent="0" marL="0">
              <a:buNone/>
            </a:pPr>
            <a:r>
              <a:rPr lang="en-US" sz="938" b="1" dirty="0">
                <a:solidFill>
                  <a:srgbClr val="4A3C33"/>
                </a:solidFill>
                <a:latin typeface="Noto Sans TC" pitchFamily="34" charset="0"/>
                <a:ea typeface="Noto Sans TC" pitchFamily="34" charset="-122"/>
                <a:cs typeface="Noto Sans TC" pitchFamily="34" charset="-120"/>
              </a:rPr>
              <a:t>聯絡我們</a:t>
            </a:r>
            <a:endParaRPr lang="en-US" sz="938" dirty="0"/>
          </a:p>
        </p:txBody>
      </p:sp>
      <p:sp>
        <p:nvSpPr>
          <p:cNvPr id="29" name="Text 26"/>
          <p:cNvSpPr txBox="1"/>
          <p:nvPr/>
        </p:nvSpPr>
        <p:spPr>
          <a:xfrm>
            <a:off x="9733148" y="3044586"/>
            <a:ext cx="360091" cy="276240"/>
          </a:xfrm>
          <a:prstGeom prst="rect">
            <a:avLst/>
          </a:prstGeom>
          <a:noFill/>
          <a:ln/>
        </p:spPr>
        <p:txBody>
          <a:bodyPr wrap="square" lIns="0" tIns="0" rIns="0" bIns="0" rtlCol="0" anchor="t"/>
          <a:lstStyle/>
          <a:p>
            <a:pPr algn="ctr" indent="0" marL="0">
              <a:buNone/>
            </a:pPr>
            <a:r>
              <a:rPr lang="en-US" sz="1425" b="1" dirty="0">
                <a:solidFill>
                  <a:srgbClr val="4A3C33"/>
                </a:solidFill>
                <a:latin typeface="Noto Sans TC" pitchFamily="34" charset="0"/>
                <a:ea typeface="Noto Sans TC" pitchFamily="34" charset="-122"/>
                <a:cs typeface="Noto Sans TC" pitchFamily="34" charset="-120"/>
              </a:rPr>
              <a:t>💬</a:t>
            </a:r>
            <a:endParaRPr lang="en-US" sz="1425" dirty="0"/>
          </a:p>
        </p:txBody>
      </p:sp>
      <p:sp>
        <p:nvSpPr>
          <p:cNvPr id="30" name="Text 27"/>
          <p:cNvSpPr txBox="1"/>
          <p:nvPr/>
        </p:nvSpPr>
        <p:spPr>
          <a:xfrm>
            <a:off x="8125084" y="4120926"/>
            <a:ext cx="2173254" cy="734629"/>
          </a:xfrm>
          <a:prstGeom prst="rect">
            <a:avLst/>
          </a:prstGeom>
          <a:noFill/>
          <a:ln/>
        </p:spPr>
        <p:txBody>
          <a:bodyPr wrap="square" lIns="0" tIns="0" rIns="0" bIns="0" rtlCol="0" anchor="t"/>
          <a:lstStyle/>
          <a:p>
            <a:pPr algn="ctr" indent="0" marL="0">
              <a:lnSpc>
                <a:spcPts val="1918"/>
              </a:lnSpc>
              <a:buNone/>
            </a:pPr>
            <a:r>
              <a:rPr lang="en-US" sz="1238" b="1" dirty="0">
                <a:solidFill>
                  <a:srgbClr val="4A3C33"/>
                </a:solidFill>
                <a:latin typeface="Noto Sans TC" pitchFamily="34" charset="0"/>
                <a:ea typeface="Noto Sans TC" pitchFamily="34" charset="-122"/>
                <a:cs typeface="Noto Sans TC" pitchFamily="34" charset="-120"/>
              </a:rPr>
              <a:t> 客人一加入就看到</a:t>
            </a:r>
            <a:endParaRPr lang="en-US" sz="1238" dirty="0"/>
          </a:p>
          <a:p>
            <a:pPr algn="ctr" indent="0" marL="0">
              <a:lnSpc>
                <a:spcPts val="1918"/>
              </a:lnSpc>
              <a:buNone/>
            </a:pPr>
            <a:r>
              <a:rPr lang="en-US" sz="1238" b="1" dirty="0">
                <a:solidFill>
                  <a:srgbClr val="4A3C33"/>
                </a:solidFill>
                <a:latin typeface="Noto Sans TC" pitchFamily="34" charset="0"/>
                <a:ea typeface="Noto Sans TC" pitchFamily="34" charset="-122"/>
                <a:cs typeface="Noto Sans TC" pitchFamily="34" charset="-120"/>
              </a:rPr>
              <a:t>「我要預訂」</a:t>
            </a:r>
            <a:pPr algn="ctr" indent="0" marL="0">
              <a:lnSpc>
                <a:spcPts val="1918"/>
              </a:lnSpc>
              <a:buNone/>
            </a:pPr>
            <a:r>
              <a:rPr lang="en-US" sz="1238" b="1" dirty="0">
                <a:solidFill>
                  <a:srgbClr val="4A3C33"/>
                </a:solidFill>
                <a:latin typeface="Noto Sans TC" pitchFamily="34" charset="0"/>
                <a:ea typeface="Noto Sans TC" pitchFamily="34" charset="-122"/>
                <a:cs typeface="Noto Sans TC" pitchFamily="34" charset="-120"/>
              </a:rPr>
              <a:t>，不用問也知道怎麼買。</a:t>
            </a:r>
            <a:endParaRPr lang="en-US" sz="1238" dirty="0"/>
          </a:p>
        </p:txBody>
      </p:sp>
      <p:sp>
        <p:nvSpPr>
          <p:cNvPr id="31" name="Text 28"/>
          <p:cNvSpPr txBox="1"/>
          <p:nvPr/>
        </p:nvSpPr>
        <p:spPr>
          <a:xfrm>
            <a:off x="8158094" y="4364340"/>
            <a:ext cx="1007120" cy="247620"/>
          </a:xfrm>
          <a:prstGeom prst="rect">
            <a:avLst/>
          </a:prstGeom>
          <a:noFill/>
          <a:ln/>
        </p:spPr>
        <p:txBody>
          <a:bodyPr wrap="square" lIns="0" tIns="0" rIns="0" bIns="0" rtlCol="0" anchor="t"/>
          <a:lstStyle/>
          <a:p>
            <a:pPr algn="ctr" indent="0" marL="0">
              <a:lnSpc>
                <a:spcPts val="1918"/>
              </a:lnSpc>
              <a:buNone/>
            </a:pPr>
            <a:r>
              <a:rPr lang="en-US" sz="1238" b="1" dirty="0">
                <a:solidFill>
                  <a:srgbClr val="4A3C33"/>
                </a:solidFill>
                <a:latin typeface="Noto Sans TC" pitchFamily="34" charset="0"/>
                <a:ea typeface="Noto Sans TC" pitchFamily="34" charset="-122"/>
                <a:cs typeface="Noto Sans TC" pitchFamily="34" charset="-120"/>
              </a:rPr>
              <a:t>「我要預訂」</a:t>
            </a:r>
            <a:endParaRPr lang="en-US" sz="1238" dirty="0"/>
          </a:p>
        </p:txBody>
      </p:sp>
      <p:sp>
        <p:nvSpPr>
          <p:cNvPr id="32" name="Text 29"/>
          <p:cNvSpPr txBox="1"/>
          <p:nvPr/>
        </p:nvSpPr>
        <p:spPr>
          <a:xfrm>
            <a:off x="10458907" y="304770"/>
            <a:ext cx="867766" cy="209580"/>
          </a:xfrm>
          <a:prstGeom prst="rect">
            <a:avLst/>
          </a:prstGeom>
          <a:noFill/>
          <a:ln/>
        </p:spPr>
        <p:txBody>
          <a:bodyPr wrap="square" lIns="0" tIns="0" rIns="0" bIns="0" rtlCol="0" anchor="t"/>
          <a:lstStyle/>
          <a:p>
            <a:pPr algn="l" indent="0" marL="0">
              <a:buNone/>
            </a:pPr>
            <a:r>
              <a:rPr lang="en-US" sz="1013" b="1" spc="142" kern="0" dirty="0">
                <a:solidFill>
                  <a:srgbClr val="FBF7F1"/>
                </a:solidFill>
                <a:latin typeface="Noto Sans TC" pitchFamily="34" charset="0"/>
                <a:ea typeface="Noto Sans TC" pitchFamily="34" charset="-122"/>
                <a:cs typeface="Noto Sans TC" pitchFamily="34" charset="-120"/>
              </a:rPr>
              <a:t>寫歡迎訊息</a:t>
            </a:r>
            <a:endParaRPr lang="en-US" sz="1013" dirty="0"/>
          </a:p>
        </p:txBody>
      </p:sp>
      <p:sp>
        <p:nvSpPr>
          <p:cNvPr id="33" name="Text 30"/>
          <p:cNvSpPr txBox="1"/>
          <p:nvPr/>
        </p:nvSpPr>
        <p:spPr>
          <a:xfrm>
            <a:off x="761970" y="6438930"/>
            <a:ext cx="1338042" cy="200071"/>
          </a:xfrm>
          <a:prstGeom prst="rect">
            <a:avLst/>
          </a:prstGeom>
          <a:noFill/>
          <a:ln/>
        </p:spPr>
        <p:txBody>
          <a:bodyPr wrap="square" lIns="0" tIns="0" rIns="0" bIns="0" rtlCol="0" anchor="t"/>
          <a:lstStyle/>
          <a:p>
            <a:pPr algn="l" indent="0" marL="0">
              <a:buNone/>
            </a:pPr>
            <a:r>
              <a:rPr lang="en-US" sz="938" b="1" spc="56" kern="0" dirty="0">
                <a:solidFill>
                  <a:srgbClr val="9C8B7C"/>
                </a:solidFill>
                <a:latin typeface="Noto Sans TC" pitchFamily="34" charset="0"/>
                <a:ea typeface="Noto Sans TC" pitchFamily="34" charset="-122"/>
                <a:cs typeface="Noto Sans TC" pitchFamily="34" charset="-120"/>
              </a:rPr>
              <a:t>PART 8 · 15:11</a:t>
            </a:r>
            <a:endParaRPr lang="en-US" sz="938" dirty="0"/>
          </a:p>
        </p:txBody>
      </p:sp>
      <p:sp>
        <p:nvSpPr>
          <p:cNvPr id="34" name="Text 31"/>
          <p:cNvSpPr txBox="1"/>
          <p:nvPr/>
        </p:nvSpPr>
        <p:spPr>
          <a:xfrm>
            <a:off x="10922599" y="6438930"/>
            <a:ext cx="562630" cy="200071"/>
          </a:xfrm>
          <a:prstGeom prst="rect">
            <a:avLst/>
          </a:prstGeom>
          <a:noFill/>
          <a:ln/>
        </p:spPr>
        <p:txBody>
          <a:bodyPr wrap="square" lIns="0" tIns="0" rIns="0" bIns="0" rtlCol="0" anchor="t"/>
          <a:lstStyle/>
          <a:p>
            <a:pPr algn="l" indent="0" marL="0">
              <a:buNone/>
            </a:pPr>
            <a:r>
              <a:rPr lang="en-US" sz="938" b="1" spc="56" kern="0" dirty="0">
                <a:solidFill>
                  <a:srgbClr val="9C8B7C"/>
                </a:solidFill>
                <a:latin typeface="Noto Sans TC" pitchFamily="34" charset="0"/>
                <a:ea typeface="Noto Sans TC" pitchFamily="34" charset="-122"/>
                <a:cs typeface="Noto Sans TC" pitchFamily="34" charset="-120"/>
              </a:rPr>
              <a:t>60 / 75</a:t>
            </a:r>
            <a:endParaRPr lang="en-US" sz="938"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BF7F1"/>
        </a:solidFill>
      </p:bgPr>
    </p:bg>
    <p:spTree>
      <p:nvGrpSpPr>
        <p:cNvPr id="1" name=""/>
        <p:cNvGrpSpPr/>
        <p:nvPr/>
      </p:nvGrpSpPr>
      <p:grpSpPr>
        <a:xfrm>
          <a:off x="0" y="0"/>
          <a:ext cx="0" cy="0"/>
          <a:chOff x="0" y="0"/>
          <a:chExt cx="0" cy="0"/>
        </a:xfrm>
      </p:grpSpPr>
      <p:pic>
        <p:nvPicPr>
          <p:cNvPr id="2" name="Image 0" descr="/home/user/gogoeveryday/social-course/export-pptx/build/bg/61.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3586460" y="341254"/>
            <a:ext cx="1726662" cy="219090"/>
          </a:xfrm>
          <a:prstGeom prst="rect">
            <a:avLst/>
          </a:prstGeom>
          <a:noFill/>
          <a:ln/>
        </p:spPr>
        <p:txBody>
          <a:bodyPr wrap="square" lIns="0" tIns="0" rIns="0" bIns="0" rtlCol="0" anchor="t"/>
          <a:lstStyle/>
          <a:p>
            <a:pPr algn="ctr" indent="0" marL="0">
              <a:buNone/>
            </a:pPr>
            <a:r>
              <a:rPr lang="en-US" sz="1125" b="1" spc="225" kern="0" dirty="0">
                <a:solidFill>
                  <a:srgbClr val="5F7A63"/>
                </a:solidFill>
                <a:latin typeface="Noto Sans TC" pitchFamily="34" charset="0"/>
                <a:ea typeface="Noto Sans TC" pitchFamily="34" charset="-122"/>
                <a:cs typeface="Noto Sans TC" pitchFamily="34" charset="-120"/>
              </a:rPr>
              <a:t>五個入口，一個出口</a:t>
            </a:r>
            <a:endParaRPr lang="en-US" sz="1125" dirty="0"/>
          </a:p>
        </p:txBody>
      </p:sp>
      <p:sp>
        <p:nvSpPr>
          <p:cNvPr id="4" name="Text 1"/>
          <p:cNvSpPr txBox="1"/>
          <p:nvPr/>
        </p:nvSpPr>
        <p:spPr>
          <a:xfrm>
            <a:off x="3487339" y="646024"/>
            <a:ext cx="5226619" cy="542971"/>
          </a:xfrm>
          <a:prstGeom prst="rect">
            <a:avLst/>
          </a:prstGeom>
          <a:noFill/>
          <a:ln/>
        </p:spPr>
        <p:txBody>
          <a:bodyPr wrap="square" lIns="0" tIns="0" rIns="0" bIns="0" rtlCol="0" anchor="t"/>
          <a:lstStyle/>
          <a:p>
            <a:pPr algn="ctr" indent="0" marL="0">
              <a:lnSpc>
                <a:spcPts val="3477"/>
              </a:lnSpc>
              <a:buNone/>
            </a:pPr>
            <a:r>
              <a:rPr lang="en-US" sz="2850" b="1" spc="-57" kern="0" dirty="0">
                <a:solidFill>
                  <a:srgbClr val="241C17"/>
                </a:solidFill>
                <a:latin typeface="Noto Sans TC" pitchFamily="34" charset="0"/>
                <a:ea typeface="Noto Sans TC" pitchFamily="34" charset="-122"/>
                <a:cs typeface="Noto Sans TC" pitchFamily="34" charset="-120"/>
              </a:rPr>
              <a:t>客人是怎麼加到你的 LINE 的？</a:t>
            </a:r>
            <a:endParaRPr lang="en-US" sz="2850" dirty="0"/>
          </a:p>
        </p:txBody>
      </p:sp>
      <p:sp>
        <p:nvSpPr>
          <p:cNvPr id="5" name="Text 2"/>
          <p:cNvSpPr txBox="1"/>
          <p:nvPr/>
        </p:nvSpPr>
        <p:spPr>
          <a:xfrm>
            <a:off x="2495489" y="2116379"/>
            <a:ext cx="885962" cy="257221"/>
          </a:xfrm>
          <a:prstGeom prst="rect">
            <a:avLst/>
          </a:prstGeom>
          <a:noFill/>
          <a:ln/>
        </p:spPr>
        <p:txBody>
          <a:bodyPr wrap="square" lIns="0" tIns="0" rIns="0" bIns="0" rtlCol="0" anchor="t"/>
          <a:lstStyle/>
          <a:p>
            <a:pPr algn="ctr" indent="0" marL="0">
              <a:buNone/>
            </a:pPr>
            <a:r>
              <a:rPr lang="en-US" sz="1275" b="1" spc="-13" kern="0" dirty="0">
                <a:solidFill>
                  <a:srgbClr val="241C17"/>
                </a:solidFill>
                <a:latin typeface="Noto Sans TC" pitchFamily="34" charset="0"/>
                <a:ea typeface="Noto Sans TC" pitchFamily="34" charset="-122"/>
                <a:cs typeface="Noto Sans TC" pitchFamily="34" charset="-120"/>
              </a:rPr>
              <a:t>Facebook</a:t>
            </a:r>
            <a:endParaRPr lang="en-US" sz="1275" dirty="0"/>
          </a:p>
        </p:txBody>
      </p:sp>
      <p:sp>
        <p:nvSpPr>
          <p:cNvPr id="6" name="Text 3"/>
          <p:cNvSpPr txBox="1"/>
          <p:nvPr/>
        </p:nvSpPr>
        <p:spPr>
          <a:xfrm>
            <a:off x="4053627" y="2116379"/>
            <a:ext cx="931865" cy="257221"/>
          </a:xfrm>
          <a:prstGeom prst="rect">
            <a:avLst/>
          </a:prstGeom>
          <a:noFill/>
          <a:ln/>
        </p:spPr>
        <p:txBody>
          <a:bodyPr wrap="square" lIns="0" tIns="0" rIns="0" bIns="0" rtlCol="0" anchor="t"/>
          <a:lstStyle/>
          <a:p>
            <a:pPr algn="ctr" indent="0" marL="0">
              <a:buNone/>
            </a:pPr>
            <a:r>
              <a:rPr lang="en-US" sz="1275" b="1" spc="-13" kern="0" dirty="0">
                <a:solidFill>
                  <a:srgbClr val="241C17"/>
                </a:solidFill>
                <a:latin typeface="Noto Sans TC" pitchFamily="34" charset="0"/>
                <a:ea typeface="Noto Sans TC" pitchFamily="34" charset="-122"/>
                <a:cs typeface="Noto Sans TC" pitchFamily="34" charset="-120"/>
              </a:rPr>
              <a:t>Instagram</a:t>
            </a:r>
            <a:endParaRPr lang="en-US" sz="1275" dirty="0"/>
          </a:p>
        </p:txBody>
      </p:sp>
      <p:sp>
        <p:nvSpPr>
          <p:cNvPr id="7" name="Text 4"/>
          <p:cNvSpPr txBox="1"/>
          <p:nvPr/>
        </p:nvSpPr>
        <p:spPr>
          <a:xfrm>
            <a:off x="5714360" y="2116379"/>
            <a:ext cx="772759" cy="257221"/>
          </a:xfrm>
          <a:prstGeom prst="rect">
            <a:avLst/>
          </a:prstGeom>
          <a:noFill/>
          <a:ln/>
        </p:spPr>
        <p:txBody>
          <a:bodyPr wrap="square" lIns="0" tIns="0" rIns="0" bIns="0" rtlCol="0" anchor="t"/>
          <a:lstStyle/>
          <a:p>
            <a:pPr algn="ctr" indent="0" marL="0">
              <a:buNone/>
            </a:pPr>
            <a:r>
              <a:rPr lang="en-US" sz="1275" b="1" spc="-13" kern="0" dirty="0">
                <a:solidFill>
                  <a:srgbClr val="241C17"/>
                </a:solidFill>
                <a:latin typeface="Noto Sans TC" pitchFamily="34" charset="0"/>
                <a:ea typeface="Noto Sans TC" pitchFamily="34" charset="-122"/>
                <a:cs typeface="Noto Sans TC" pitchFamily="34" charset="-120"/>
              </a:rPr>
              <a:t>市集現場</a:t>
            </a:r>
            <a:endParaRPr lang="en-US" sz="1275" dirty="0"/>
          </a:p>
        </p:txBody>
      </p:sp>
      <p:sp>
        <p:nvSpPr>
          <p:cNvPr id="8" name="Text 5"/>
          <p:cNvSpPr txBox="1"/>
          <p:nvPr/>
        </p:nvSpPr>
        <p:spPr>
          <a:xfrm>
            <a:off x="7455743" y="2116379"/>
            <a:ext cx="452171" cy="257221"/>
          </a:xfrm>
          <a:prstGeom prst="rect">
            <a:avLst/>
          </a:prstGeom>
          <a:noFill/>
          <a:ln/>
        </p:spPr>
        <p:txBody>
          <a:bodyPr wrap="square" lIns="0" tIns="0" rIns="0" bIns="0" rtlCol="0" anchor="t"/>
          <a:lstStyle/>
          <a:p>
            <a:pPr algn="ctr" indent="0" marL="0">
              <a:buNone/>
            </a:pPr>
            <a:r>
              <a:rPr lang="en-US" sz="1275" b="1" spc="-13" kern="0" dirty="0">
                <a:solidFill>
                  <a:srgbClr val="241C17"/>
                </a:solidFill>
                <a:latin typeface="Noto Sans TC" pitchFamily="34" charset="0"/>
                <a:ea typeface="Noto Sans TC" pitchFamily="34" charset="-122"/>
                <a:cs typeface="Noto Sans TC" pitchFamily="34" charset="-120"/>
              </a:rPr>
              <a:t>名片</a:t>
            </a:r>
            <a:endParaRPr lang="en-US" sz="1275" dirty="0"/>
          </a:p>
        </p:txBody>
      </p:sp>
      <p:sp>
        <p:nvSpPr>
          <p:cNvPr id="9" name="Text 6"/>
          <p:cNvSpPr txBox="1"/>
          <p:nvPr/>
        </p:nvSpPr>
        <p:spPr>
          <a:xfrm>
            <a:off x="8876629" y="2116379"/>
            <a:ext cx="772759" cy="257221"/>
          </a:xfrm>
          <a:prstGeom prst="rect">
            <a:avLst/>
          </a:prstGeom>
          <a:noFill/>
          <a:ln/>
        </p:spPr>
        <p:txBody>
          <a:bodyPr wrap="square" lIns="0" tIns="0" rIns="0" bIns="0" rtlCol="0" anchor="t"/>
          <a:lstStyle/>
          <a:p>
            <a:pPr algn="ctr" indent="0" marL="0">
              <a:buNone/>
            </a:pPr>
            <a:r>
              <a:rPr lang="en-US" sz="1275" b="1" spc="-13" kern="0" dirty="0">
                <a:solidFill>
                  <a:srgbClr val="241C17"/>
                </a:solidFill>
                <a:latin typeface="Noto Sans TC" pitchFamily="34" charset="0"/>
                <a:ea typeface="Noto Sans TC" pitchFamily="34" charset="-122"/>
                <a:cs typeface="Noto Sans TC" pitchFamily="34" charset="-120"/>
              </a:rPr>
              <a:t>商品包裝</a:t>
            </a:r>
            <a:endParaRPr lang="en-US" sz="1275" dirty="0"/>
          </a:p>
        </p:txBody>
      </p:sp>
      <p:sp>
        <p:nvSpPr>
          <p:cNvPr id="10" name="Text 7"/>
          <p:cNvSpPr txBox="1"/>
          <p:nvPr/>
        </p:nvSpPr>
        <p:spPr>
          <a:xfrm>
            <a:off x="5920557" y="2745029"/>
            <a:ext cx="360091" cy="352410"/>
          </a:xfrm>
          <a:prstGeom prst="rect">
            <a:avLst/>
          </a:prstGeom>
          <a:noFill/>
          <a:ln/>
        </p:spPr>
        <p:txBody>
          <a:bodyPr wrap="square" lIns="0" tIns="0" rIns="0" bIns="0" rtlCol="0" anchor="t"/>
          <a:lstStyle/>
          <a:p>
            <a:pPr algn="ctr" indent="0" marL="0">
              <a:buNone/>
            </a:pPr>
            <a:r>
              <a:rPr lang="en-US" sz="1800" b="1" dirty="0">
                <a:solidFill>
                  <a:srgbClr val="C05F3C"/>
                </a:solidFill>
                <a:latin typeface="Noto Sans TC" pitchFamily="34" charset="0"/>
                <a:ea typeface="Noto Sans TC" pitchFamily="34" charset="-122"/>
                <a:cs typeface="Noto Sans TC" pitchFamily="34" charset="-120"/>
              </a:rPr>
              <a:t>↓</a:t>
            </a:r>
            <a:endParaRPr lang="en-US" sz="1800" dirty="0"/>
          </a:p>
        </p:txBody>
      </p:sp>
      <p:sp>
        <p:nvSpPr>
          <p:cNvPr id="11" name="Text 8"/>
          <p:cNvSpPr txBox="1"/>
          <p:nvPr/>
        </p:nvSpPr>
        <p:spPr>
          <a:xfrm>
            <a:off x="5781020" y="3435584"/>
            <a:ext cx="1515435" cy="323880"/>
          </a:xfrm>
          <a:prstGeom prst="rect">
            <a:avLst/>
          </a:prstGeom>
          <a:noFill/>
          <a:ln/>
        </p:spPr>
        <p:txBody>
          <a:bodyPr wrap="square" lIns="0" tIns="0" rIns="0" bIns="0" rtlCol="0" anchor="t"/>
          <a:lstStyle/>
          <a:p>
            <a:pPr algn="ctr" indent="0" marL="0">
              <a:buNone/>
            </a:pPr>
            <a:r>
              <a:rPr lang="en-US" sz="1650" b="1" dirty="0">
                <a:solidFill>
                  <a:srgbClr val="FBF7F1"/>
                </a:solidFill>
                <a:latin typeface="Noto Sans TC" pitchFamily="34" charset="0"/>
                <a:ea typeface="Noto Sans TC" pitchFamily="34" charset="-122"/>
                <a:cs typeface="Noto Sans TC" pitchFamily="34" charset="-120"/>
              </a:rPr>
              <a:t>你的 QR Code</a:t>
            </a:r>
            <a:endParaRPr lang="en-US" sz="1650" dirty="0"/>
          </a:p>
        </p:txBody>
      </p:sp>
      <p:sp>
        <p:nvSpPr>
          <p:cNvPr id="12" name="Text 9"/>
          <p:cNvSpPr txBox="1"/>
          <p:nvPr/>
        </p:nvSpPr>
        <p:spPr>
          <a:xfrm>
            <a:off x="5357470" y="3778484"/>
            <a:ext cx="2362810" cy="219090"/>
          </a:xfrm>
          <a:prstGeom prst="rect">
            <a:avLst/>
          </a:prstGeom>
          <a:noFill/>
          <a:ln/>
        </p:spPr>
        <p:txBody>
          <a:bodyPr wrap="square" lIns="0" tIns="0" rIns="0" bIns="0" rtlCol="0" anchor="t"/>
          <a:lstStyle/>
          <a:p>
            <a:pPr algn="ctr" indent="0" marL="0">
              <a:buNone/>
            </a:pPr>
            <a:r>
              <a:rPr lang="en-US" sz="1125" b="1" dirty="0">
                <a:solidFill>
                  <a:srgbClr val="FFFFFF"/>
                </a:solidFill>
                <a:latin typeface="Noto Sans TC" pitchFamily="34" charset="0"/>
                <a:ea typeface="Noto Sans TC" pitchFamily="34" charset="-122"/>
                <a:cs typeface="Noto Sans TC" pitchFamily="34" charset="-120"/>
              </a:rPr>
              <a:t> 印出來、放大、貼在看得到的地方</a:t>
            </a:r>
            <a:endParaRPr lang="en-US" sz="1125" dirty="0"/>
          </a:p>
        </p:txBody>
      </p:sp>
      <p:sp>
        <p:nvSpPr>
          <p:cNvPr id="13" name="Text 10"/>
          <p:cNvSpPr txBox="1"/>
          <p:nvPr/>
        </p:nvSpPr>
        <p:spPr>
          <a:xfrm>
            <a:off x="5920557" y="4335628"/>
            <a:ext cx="360091" cy="352410"/>
          </a:xfrm>
          <a:prstGeom prst="rect">
            <a:avLst/>
          </a:prstGeom>
          <a:noFill/>
          <a:ln/>
        </p:spPr>
        <p:txBody>
          <a:bodyPr wrap="square" lIns="0" tIns="0" rIns="0" bIns="0" rtlCol="0" anchor="t"/>
          <a:lstStyle/>
          <a:p>
            <a:pPr algn="ctr" indent="0" marL="0">
              <a:buNone/>
            </a:pPr>
            <a:r>
              <a:rPr lang="en-US" sz="1800" b="1" dirty="0">
                <a:solidFill>
                  <a:srgbClr val="C05F3C"/>
                </a:solidFill>
                <a:latin typeface="Noto Sans TC" pitchFamily="34" charset="0"/>
                <a:ea typeface="Noto Sans TC" pitchFamily="34" charset="-122"/>
                <a:cs typeface="Noto Sans TC" pitchFamily="34" charset="-120"/>
              </a:rPr>
              <a:t>↓</a:t>
            </a:r>
            <a:endParaRPr lang="en-US" sz="1800" dirty="0"/>
          </a:p>
        </p:txBody>
      </p:sp>
      <p:sp>
        <p:nvSpPr>
          <p:cNvPr id="14" name="Text 11"/>
          <p:cNvSpPr txBox="1"/>
          <p:nvPr/>
        </p:nvSpPr>
        <p:spPr>
          <a:xfrm>
            <a:off x="5109576" y="4926239"/>
            <a:ext cx="2382286" cy="323880"/>
          </a:xfrm>
          <a:prstGeom prst="rect">
            <a:avLst/>
          </a:prstGeom>
          <a:noFill/>
          <a:ln/>
        </p:spPr>
        <p:txBody>
          <a:bodyPr wrap="square" lIns="0" tIns="0" rIns="0" bIns="0" rtlCol="0" anchor="t"/>
          <a:lstStyle/>
          <a:p>
            <a:pPr algn="ctr" indent="0" marL="0">
              <a:buNone/>
            </a:pPr>
            <a:r>
              <a:rPr lang="en-US" sz="1650" b="1" dirty="0">
                <a:solidFill>
                  <a:srgbClr val="241C17"/>
                </a:solidFill>
                <a:latin typeface="Noto Sans TC" pitchFamily="34" charset="0"/>
                <a:ea typeface="Noto Sans TC" pitchFamily="34" charset="-122"/>
                <a:cs typeface="Noto Sans TC" pitchFamily="34" charset="-120"/>
              </a:rPr>
              <a:t> LINE 官方帳號好友 ＋1</a:t>
            </a:r>
            <a:endParaRPr lang="en-US" sz="1650" dirty="0"/>
          </a:p>
        </p:txBody>
      </p:sp>
      <p:sp>
        <p:nvSpPr>
          <p:cNvPr id="15" name="Text 12"/>
          <p:cNvSpPr txBox="1"/>
          <p:nvPr/>
        </p:nvSpPr>
        <p:spPr>
          <a:xfrm>
            <a:off x="3448477" y="5873923"/>
            <a:ext cx="5828386" cy="295260"/>
          </a:xfrm>
          <a:prstGeom prst="rect">
            <a:avLst/>
          </a:prstGeom>
          <a:noFill/>
          <a:ln/>
        </p:spPr>
        <p:txBody>
          <a:bodyPr wrap="square" lIns="0" tIns="0" rIns="0" bIns="0" rtlCol="0" anchor="t"/>
          <a:lstStyle/>
          <a:p>
            <a:pPr algn="ctr" indent="0" marL="0">
              <a:lnSpc>
                <a:spcPts val="2325"/>
              </a:lnSpc>
              <a:buNone/>
            </a:pPr>
            <a:r>
              <a:rPr lang="en-US" sz="1500" b="1" dirty="0">
                <a:solidFill>
                  <a:srgbClr val="4A3C33"/>
                </a:solidFill>
                <a:latin typeface="Noto Sans TC" pitchFamily="34" charset="0"/>
                <a:ea typeface="Noto Sans TC" pitchFamily="34" charset="-122"/>
                <a:cs typeface="Noto Sans TC" pitchFamily="34" charset="-120"/>
              </a:rPr>
              <a:t>最常見的錯誤：</a:t>
            </a:r>
            <a:pPr algn="ctr" indent="0" marL="0">
              <a:lnSpc>
                <a:spcPts val="2325"/>
              </a:lnSpc>
              <a:buNone/>
            </a:pPr>
            <a:r>
              <a:rPr lang="en-US" sz="1500" b="1" dirty="0">
                <a:solidFill>
                  <a:srgbClr val="C05F3C"/>
                </a:solidFill>
                <a:latin typeface="Noto Sans TC" pitchFamily="34" charset="0"/>
                <a:ea typeface="Noto Sans TC" pitchFamily="34" charset="-122"/>
                <a:cs typeface="Noto Sans TC" pitchFamily="34" charset="-120"/>
              </a:rPr>
              <a:t>QR Code 印太小</a:t>
            </a:r>
            <a:pPr algn="ctr" indent="0" marL="0">
              <a:lnSpc>
                <a:spcPts val="2325"/>
              </a:lnSpc>
              <a:buNone/>
            </a:pPr>
            <a:r>
              <a:rPr lang="en-US" sz="1500" b="1" dirty="0">
                <a:solidFill>
                  <a:srgbClr val="4A3C33"/>
                </a:solidFill>
                <a:latin typeface="Noto Sans TC" pitchFamily="34" charset="0"/>
                <a:ea typeface="Noto Sans TC" pitchFamily="34" charset="-122"/>
                <a:cs typeface="Noto Sans TC" pitchFamily="34" charset="-120"/>
              </a:rPr>
              <a:t>，或是放在客人看不到的地方。</a:t>
            </a:r>
            <a:endParaRPr lang="en-US" sz="1500" dirty="0"/>
          </a:p>
        </p:txBody>
      </p:sp>
      <p:sp>
        <p:nvSpPr>
          <p:cNvPr id="16" name="Text 13"/>
          <p:cNvSpPr txBox="1"/>
          <p:nvPr/>
        </p:nvSpPr>
        <p:spPr>
          <a:xfrm>
            <a:off x="4902007" y="5873923"/>
            <a:ext cx="1587856" cy="295260"/>
          </a:xfrm>
          <a:prstGeom prst="rect">
            <a:avLst/>
          </a:prstGeom>
          <a:noFill/>
          <a:ln/>
        </p:spPr>
        <p:txBody>
          <a:bodyPr wrap="square" lIns="0" tIns="0" rIns="0" bIns="0" rtlCol="0" anchor="t"/>
          <a:lstStyle/>
          <a:p>
            <a:pPr algn="ctr" indent="0" marL="0">
              <a:lnSpc>
                <a:spcPts val="2325"/>
              </a:lnSpc>
              <a:buNone/>
            </a:pPr>
            <a:r>
              <a:rPr lang="en-US" sz="1500" b="1" dirty="0">
                <a:solidFill>
                  <a:srgbClr val="C05F3C"/>
                </a:solidFill>
                <a:latin typeface="Noto Sans TC" pitchFamily="34" charset="0"/>
                <a:ea typeface="Noto Sans TC" pitchFamily="34" charset="-122"/>
                <a:cs typeface="Noto Sans TC" pitchFamily="34" charset="-120"/>
              </a:rPr>
              <a:t>QR Code 印太小</a:t>
            </a:r>
            <a:endParaRPr lang="en-US" sz="1500" dirty="0"/>
          </a:p>
        </p:txBody>
      </p:sp>
      <p:sp>
        <p:nvSpPr>
          <p:cNvPr id="17" name="Text 14"/>
          <p:cNvSpPr txBox="1"/>
          <p:nvPr/>
        </p:nvSpPr>
        <p:spPr>
          <a:xfrm>
            <a:off x="761970" y="6438930"/>
            <a:ext cx="1338042" cy="200071"/>
          </a:xfrm>
          <a:prstGeom prst="rect">
            <a:avLst/>
          </a:prstGeom>
          <a:noFill/>
          <a:ln/>
        </p:spPr>
        <p:txBody>
          <a:bodyPr wrap="square" lIns="0" tIns="0" rIns="0" bIns="0" rtlCol="0" anchor="t"/>
          <a:lstStyle/>
          <a:p>
            <a:pPr algn="l" indent="0" marL="0">
              <a:buNone/>
            </a:pPr>
            <a:r>
              <a:rPr lang="en-US" sz="938" b="1" spc="56" kern="0" dirty="0">
                <a:solidFill>
                  <a:srgbClr val="9C8B7C"/>
                </a:solidFill>
                <a:latin typeface="Noto Sans TC" pitchFamily="34" charset="0"/>
                <a:ea typeface="Noto Sans TC" pitchFamily="34" charset="-122"/>
                <a:cs typeface="Noto Sans TC" pitchFamily="34" charset="-120"/>
              </a:rPr>
              <a:t>PART 8 · 15:18</a:t>
            </a:r>
            <a:endParaRPr lang="en-US" sz="938" dirty="0"/>
          </a:p>
        </p:txBody>
      </p:sp>
      <p:sp>
        <p:nvSpPr>
          <p:cNvPr id="18" name="Text 15"/>
          <p:cNvSpPr txBox="1"/>
          <p:nvPr/>
        </p:nvSpPr>
        <p:spPr>
          <a:xfrm>
            <a:off x="10922599" y="6438930"/>
            <a:ext cx="562630" cy="200071"/>
          </a:xfrm>
          <a:prstGeom prst="rect">
            <a:avLst/>
          </a:prstGeom>
          <a:noFill/>
          <a:ln/>
        </p:spPr>
        <p:txBody>
          <a:bodyPr wrap="square" lIns="0" tIns="0" rIns="0" bIns="0" rtlCol="0" anchor="t"/>
          <a:lstStyle/>
          <a:p>
            <a:pPr algn="l" indent="0" marL="0">
              <a:buNone/>
            </a:pPr>
            <a:r>
              <a:rPr lang="en-US" sz="938" b="1" spc="56" kern="0" dirty="0">
                <a:solidFill>
                  <a:srgbClr val="9C8B7C"/>
                </a:solidFill>
                <a:latin typeface="Noto Sans TC" pitchFamily="34" charset="0"/>
                <a:ea typeface="Noto Sans TC" pitchFamily="34" charset="-122"/>
                <a:cs typeface="Noto Sans TC" pitchFamily="34" charset="-120"/>
              </a:rPr>
              <a:t>61 / 75</a:t>
            </a:r>
            <a:endParaRPr lang="en-US" sz="938"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BF7F1"/>
        </a:solidFill>
      </p:bgPr>
    </p:bg>
    <p:spTree>
      <p:nvGrpSpPr>
        <p:cNvPr id="1" name=""/>
        <p:cNvGrpSpPr/>
        <p:nvPr/>
      </p:nvGrpSpPr>
      <p:grpSpPr>
        <a:xfrm>
          <a:off x="0" y="0"/>
          <a:ext cx="0" cy="0"/>
          <a:chOff x="0" y="0"/>
          <a:chExt cx="0" cy="0"/>
        </a:xfrm>
      </p:grpSpPr>
      <p:pic>
        <p:nvPicPr>
          <p:cNvPr id="2" name="Image 0" descr="/home/user/gogoeveryday/social-course/export-pptx/build/bg/62.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761970" y="865571"/>
            <a:ext cx="999714" cy="219090"/>
          </a:xfrm>
          <a:prstGeom prst="rect">
            <a:avLst/>
          </a:prstGeom>
          <a:noFill/>
          <a:ln/>
        </p:spPr>
        <p:txBody>
          <a:bodyPr wrap="square" lIns="0" tIns="0" rIns="0" bIns="0" rtlCol="0" anchor="t"/>
          <a:lstStyle/>
          <a:p>
            <a:pPr algn="l" indent="0" marL="0">
              <a:buNone/>
            </a:pPr>
            <a:r>
              <a:rPr lang="en-US" sz="1125" b="1" spc="225" kern="0" dirty="0">
                <a:solidFill>
                  <a:srgbClr val="C05F3C"/>
                </a:solidFill>
                <a:latin typeface="Noto Sans TC" pitchFamily="34" charset="0"/>
                <a:ea typeface="Noto Sans TC" pitchFamily="34" charset="-122"/>
                <a:cs typeface="Noto Sans TC" pitchFamily="34" charset="-120"/>
              </a:rPr>
              <a:t>殘酷的事實</a:t>
            </a:r>
            <a:endParaRPr lang="en-US" sz="1125" dirty="0"/>
          </a:p>
        </p:txBody>
      </p:sp>
      <p:sp>
        <p:nvSpPr>
          <p:cNvPr id="4" name="Text 1"/>
          <p:cNvSpPr txBox="1"/>
          <p:nvPr/>
        </p:nvSpPr>
        <p:spPr>
          <a:xfrm>
            <a:off x="761970" y="1170341"/>
            <a:ext cx="2722900" cy="1426098"/>
          </a:xfrm>
          <a:prstGeom prst="rect">
            <a:avLst/>
          </a:prstGeom>
          <a:noFill/>
          <a:ln/>
        </p:spPr>
        <p:txBody>
          <a:bodyPr wrap="square" lIns="0" tIns="0" rIns="0" bIns="0" rtlCol="0" anchor="t"/>
          <a:lstStyle/>
          <a:p>
            <a:pPr algn="l" indent="0" marL="0">
              <a:lnSpc>
                <a:spcPts val="3477"/>
              </a:lnSpc>
              <a:buNone/>
            </a:pPr>
            <a:r>
              <a:rPr lang="en-US" sz="2850" b="1" spc="-57" kern="0" dirty="0">
                <a:solidFill>
                  <a:srgbClr val="241C17"/>
                </a:solidFill>
                <a:latin typeface="Noto Sans TC" pitchFamily="34" charset="0"/>
                <a:ea typeface="Noto Sans TC" pitchFamily="34" charset="-122"/>
                <a:cs typeface="Noto Sans TC" pitchFamily="34" charset="-120"/>
              </a:rPr>
              <a:t>社群上的人，</a:t>
            </a:r>
            <a:endParaRPr lang="en-US" sz="2850" dirty="0"/>
          </a:p>
          <a:p>
            <a:pPr algn="l" indent="0" marL="0">
              <a:lnSpc>
                <a:spcPts val="3477"/>
              </a:lnSpc>
              <a:buNone/>
            </a:pPr>
            <a:r>
              <a:rPr lang="en-US" sz="2850" b="1" spc="-57" kern="0" dirty="0">
                <a:solidFill>
                  <a:srgbClr val="241C17"/>
                </a:solidFill>
                <a:latin typeface="Noto Sans TC" pitchFamily="34" charset="0"/>
                <a:ea typeface="Noto Sans TC" pitchFamily="34" charset="-122"/>
                <a:cs typeface="Noto Sans TC" pitchFamily="34" charset="-120"/>
              </a:rPr>
              <a:t>今天看到你，</a:t>
            </a:r>
            <a:endParaRPr lang="en-US" sz="2850" dirty="0"/>
          </a:p>
          <a:p>
            <a:pPr algn="l" indent="0" marL="0">
              <a:lnSpc>
                <a:spcPts val="3477"/>
              </a:lnSpc>
              <a:buNone/>
            </a:pPr>
            <a:r>
              <a:rPr lang="en-US" sz="2850" b="1" spc="-57" kern="0" dirty="0">
                <a:solidFill>
                  <a:srgbClr val="241C17"/>
                </a:solidFill>
                <a:latin typeface="Noto Sans TC" pitchFamily="34" charset="0"/>
                <a:ea typeface="Noto Sans TC" pitchFamily="34" charset="-122"/>
                <a:cs typeface="Noto Sans TC" pitchFamily="34" charset="-120"/>
              </a:rPr>
              <a:t>明天就忘了你。</a:t>
            </a:r>
            <a:endParaRPr lang="en-US" sz="2850" dirty="0"/>
          </a:p>
        </p:txBody>
      </p:sp>
      <p:sp>
        <p:nvSpPr>
          <p:cNvPr id="5" name="Text 2"/>
          <p:cNvSpPr txBox="1"/>
          <p:nvPr/>
        </p:nvSpPr>
        <p:spPr>
          <a:xfrm>
            <a:off x="962040" y="2917668"/>
            <a:ext cx="398130" cy="209580"/>
          </a:xfrm>
          <a:prstGeom prst="rect">
            <a:avLst/>
          </a:prstGeom>
          <a:noFill/>
          <a:ln/>
        </p:spPr>
        <p:txBody>
          <a:bodyPr wrap="square" lIns="0" tIns="0" rIns="0" bIns="0" rtlCol="0" anchor="t"/>
          <a:lstStyle/>
          <a:p>
            <a:pPr algn="l" indent="0" marL="0">
              <a:buNone/>
            </a:pPr>
            <a:r>
              <a:rPr lang="en-US" sz="1050" b="1" dirty="0">
                <a:solidFill>
                  <a:srgbClr val="C05F3C"/>
                </a:solidFill>
                <a:latin typeface="Noto Sans TC" pitchFamily="34" charset="0"/>
                <a:ea typeface="Noto Sans TC" pitchFamily="34" charset="-122"/>
                <a:cs typeface="Noto Sans TC" pitchFamily="34" charset="-120"/>
              </a:rPr>
              <a:t>今天</a:t>
            </a:r>
            <a:endParaRPr lang="en-US" sz="1050" dirty="0"/>
          </a:p>
        </p:txBody>
      </p:sp>
      <p:sp>
        <p:nvSpPr>
          <p:cNvPr id="6" name="Text 3"/>
          <p:cNvSpPr txBox="1"/>
          <p:nvPr/>
        </p:nvSpPr>
        <p:spPr>
          <a:xfrm>
            <a:off x="1571671" y="2895173"/>
            <a:ext cx="2340224" cy="247620"/>
          </a:xfrm>
          <a:prstGeom prst="rect">
            <a:avLst/>
          </a:prstGeom>
          <a:noFill/>
          <a:ln/>
        </p:spPr>
        <p:txBody>
          <a:bodyPr wrap="square" lIns="0" tIns="0" rIns="0" bIns="0" rtlCol="0" anchor="t"/>
          <a:lstStyle/>
          <a:p>
            <a:pPr algn="l" indent="0" marL="0">
              <a:lnSpc>
                <a:spcPts val="2005"/>
              </a:lnSpc>
              <a:buNone/>
            </a:pPr>
            <a:r>
              <a:rPr lang="en-US" sz="1238" b="1" dirty="0">
                <a:solidFill>
                  <a:srgbClr val="4A3C33"/>
                </a:solidFill>
                <a:latin typeface="Noto Sans TC" pitchFamily="34" charset="0"/>
                <a:ea typeface="Noto Sans TC" pitchFamily="34" charset="-122"/>
                <a:cs typeface="Noto Sans TC" pitchFamily="34" charset="-120"/>
              </a:rPr>
              <a:t>在 IG 看到你的果醬，覺得不錯</a:t>
            </a:r>
            <a:endParaRPr lang="en-US" sz="1238" dirty="0"/>
          </a:p>
        </p:txBody>
      </p:sp>
      <p:sp>
        <p:nvSpPr>
          <p:cNvPr id="7" name="Text 4"/>
          <p:cNvSpPr txBox="1"/>
          <p:nvPr/>
        </p:nvSpPr>
        <p:spPr>
          <a:xfrm>
            <a:off x="962040" y="3591215"/>
            <a:ext cx="398130" cy="209580"/>
          </a:xfrm>
          <a:prstGeom prst="rect">
            <a:avLst/>
          </a:prstGeom>
          <a:noFill/>
          <a:ln/>
        </p:spPr>
        <p:txBody>
          <a:bodyPr wrap="square" lIns="0" tIns="0" rIns="0" bIns="0" rtlCol="0" anchor="t"/>
          <a:lstStyle/>
          <a:p>
            <a:pPr algn="l" indent="0" marL="0">
              <a:buNone/>
            </a:pPr>
            <a:r>
              <a:rPr lang="en-US" sz="1050" b="1" dirty="0">
                <a:solidFill>
                  <a:srgbClr val="C05F3C"/>
                </a:solidFill>
                <a:latin typeface="Noto Sans TC" pitchFamily="34" charset="0"/>
                <a:ea typeface="Noto Sans TC" pitchFamily="34" charset="-122"/>
                <a:cs typeface="Noto Sans TC" pitchFamily="34" charset="-120"/>
              </a:rPr>
              <a:t>明天</a:t>
            </a:r>
            <a:endParaRPr lang="en-US" sz="1050" dirty="0"/>
          </a:p>
        </p:txBody>
      </p:sp>
      <p:sp>
        <p:nvSpPr>
          <p:cNvPr id="8" name="Text 5"/>
          <p:cNvSpPr txBox="1"/>
          <p:nvPr/>
        </p:nvSpPr>
        <p:spPr>
          <a:xfrm>
            <a:off x="1571671" y="3568720"/>
            <a:ext cx="1794236" cy="247620"/>
          </a:xfrm>
          <a:prstGeom prst="rect">
            <a:avLst/>
          </a:prstGeom>
          <a:noFill/>
          <a:ln/>
        </p:spPr>
        <p:txBody>
          <a:bodyPr wrap="square" lIns="0" tIns="0" rIns="0" bIns="0" rtlCol="0" anchor="t"/>
          <a:lstStyle/>
          <a:p>
            <a:pPr algn="l" indent="0" marL="0">
              <a:lnSpc>
                <a:spcPts val="2005"/>
              </a:lnSpc>
              <a:buNone/>
            </a:pPr>
            <a:r>
              <a:rPr lang="en-US" sz="1238" b="1" dirty="0">
                <a:solidFill>
                  <a:srgbClr val="4A3C33"/>
                </a:solidFill>
                <a:latin typeface="Noto Sans TC" pitchFamily="34" charset="0"/>
                <a:ea typeface="Noto Sans TC" pitchFamily="34" charset="-122"/>
                <a:cs typeface="Noto Sans TC" pitchFamily="34" charset="-120"/>
              </a:rPr>
              <a:t>已經滑過 300 篇貼文了</a:t>
            </a:r>
            <a:endParaRPr lang="en-US" sz="1238" dirty="0"/>
          </a:p>
        </p:txBody>
      </p:sp>
      <p:sp>
        <p:nvSpPr>
          <p:cNvPr id="9" name="Text 6"/>
          <p:cNvSpPr txBox="1"/>
          <p:nvPr/>
        </p:nvSpPr>
        <p:spPr>
          <a:xfrm>
            <a:off x="962040" y="4264853"/>
            <a:ext cx="398130" cy="209580"/>
          </a:xfrm>
          <a:prstGeom prst="rect">
            <a:avLst/>
          </a:prstGeom>
          <a:noFill/>
          <a:ln/>
        </p:spPr>
        <p:txBody>
          <a:bodyPr wrap="square" lIns="0" tIns="0" rIns="0" bIns="0" rtlCol="0" anchor="t"/>
          <a:lstStyle/>
          <a:p>
            <a:pPr algn="l" indent="0" marL="0">
              <a:buNone/>
            </a:pPr>
            <a:r>
              <a:rPr lang="en-US" sz="1050" b="1" dirty="0">
                <a:solidFill>
                  <a:srgbClr val="C05F3C"/>
                </a:solidFill>
                <a:latin typeface="Noto Sans TC" pitchFamily="34" charset="0"/>
                <a:ea typeface="Noto Sans TC" pitchFamily="34" charset="-122"/>
                <a:cs typeface="Noto Sans TC" pitchFamily="34" charset="-120"/>
              </a:rPr>
              <a:t>下週</a:t>
            </a:r>
            <a:endParaRPr lang="en-US" sz="1050" dirty="0"/>
          </a:p>
        </p:txBody>
      </p:sp>
      <p:sp>
        <p:nvSpPr>
          <p:cNvPr id="10" name="Text 7"/>
          <p:cNvSpPr txBox="1"/>
          <p:nvPr/>
        </p:nvSpPr>
        <p:spPr>
          <a:xfrm>
            <a:off x="1571671" y="4242359"/>
            <a:ext cx="2090044" cy="247620"/>
          </a:xfrm>
          <a:prstGeom prst="rect">
            <a:avLst/>
          </a:prstGeom>
          <a:noFill/>
          <a:ln/>
        </p:spPr>
        <p:txBody>
          <a:bodyPr wrap="square" lIns="0" tIns="0" rIns="0" bIns="0" rtlCol="0" anchor="t"/>
          <a:lstStyle/>
          <a:p>
            <a:pPr algn="l" indent="0" marL="0">
              <a:lnSpc>
                <a:spcPts val="2005"/>
              </a:lnSpc>
              <a:buNone/>
            </a:pPr>
            <a:r>
              <a:rPr lang="en-US" sz="1238" b="1" dirty="0">
                <a:solidFill>
                  <a:srgbClr val="4A3C33"/>
                </a:solidFill>
                <a:latin typeface="Noto Sans TC" pitchFamily="34" charset="0"/>
                <a:ea typeface="Noto Sans TC" pitchFamily="34" charset="-122"/>
                <a:cs typeface="Noto Sans TC" pitchFamily="34" charset="-120"/>
              </a:rPr>
              <a:t>完全想不起來你叫什麼名字</a:t>
            </a:r>
            <a:endParaRPr lang="en-US" sz="1238" dirty="0"/>
          </a:p>
        </p:txBody>
      </p:sp>
      <p:sp>
        <p:nvSpPr>
          <p:cNvPr id="11" name="Text 8"/>
          <p:cNvSpPr txBox="1"/>
          <p:nvPr/>
        </p:nvSpPr>
        <p:spPr>
          <a:xfrm>
            <a:off x="1552560" y="5068336"/>
            <a:ext cx="3422599" cy="590520"/>
          </a:xfrm>
          <a:prstGeom prst="rect">
            <a:avLst/>
          </a:prstGeom>
          <a:noFill/>
          <a:ln/>
        </p:spPr>
        <p:txBody>
          <a:bodyPr wrap="square" lIns="0" tIns="0" rIns="0" bIns="0" rtlCol="0" anchor="t"/>
          <a:lstStyle/>
          <a:p>
            <a:pPr algn="l" indent="0" marL="0">
              <a:lnSpc>
                <a:spcPts val="2325"/>
              </a:lnSpc>
              <a:buNone/>
            </a:pPr>
            <a:r>
              <a:rPr lang="en-US" sz="1500" b="1" dirty="0">
                <a:solidFill>
                  <a:srgbClr val="4A3C33"/>
                </a:solidFill>
                <a:latin typeface="Noto Sans TC" pitchFamily="34" charset="0"/>
                <a:ea typeface="Noto Sans TC" pitchFamily="34" charset="-122"/>
                <a:cs typeface="Noto Sans TC" pitchFamily="34" charset="-120"/>
              </a:rPr>
              <a:t>LINE 可以讓</a:t>
            </a:r>
            <a:pPr algn="l" indent="0" marL="0">
              <a:lnSpc>
                <a:spcPts val="2325"/>
              </a:lnSpc>
              <a:buNone/>
            </a:pPr>
            <a:r>
              <a:rPr lang="en-US" sz="1500" b="1" dirty="0">
                <a:solidFill>
                  <a:srgbClr val="5F7A63"/>
                </a:solidFill>
                <a:latin typeface="Noto Sans TC" pitchFamily="34" charset="0"/>
                <a:ea typeface="Noto Sans TC" pitchFamily="34" charset="-122"/>
                <a:cs typeface="Noto Sans TC" pitchFamily="34" charset="-120"/>
              </a:rPr>
              <a:t>已經有興趣的人留下來</a:t>
            </a:r>
            <a:pPr algn="l" indent="0" marL="0">
              <a:lnSpc>
                <a:spcPts val="2325"/>
              </a:lnSpc>
              <a:buNone/>
            </a:pPr>
            <a:r>
              <a:rPr lang="en-US" sz="1500" b="1" dirty="0">
                <a:solidFill>
                  <a:srgbClr val="4A3C33"/>
                </a:solidFill>
                <a:latin typeface="Noto Sans TC" pitchFamily="34" charset="0"/>
                <a:ea typeface="Noto Sans TC" pitchFamily="34" charset="-122"/>
                <a:cs typeface="Noto Sans TC" pitchFamily="34" charset="-120"/>
              </a:rPr>
              <a:t>。</a:t>
            </a:r>
            <a:endParaRPr lang="en-US" sz="1500" dirty="0"/>
          </a:p>
          <a:p>
            <a:pPr algn="l" indent="0" marL="0">
              <a:lnSpc>
                <a:spcPts val="2325"/>
              </a:lnSpc>
              <a:buNone/>
            </a:pPr>
            <a:r>
              <a:rPr lang="en-US" sz="1500" b="1" dirty="0">
                <a:solidFill>
                  <a:srgbClr val="4A3C33"/>
                </a:solidFill>
                <a:latin typeface="Noto Sans TC" pitchFamily="34" charset="0"/>
                <a:ea typeface="Noto Sans TC" pitchFamily="34" charset="-122"/>
                <a:cs typeface="Noto Sans TC" pitchFamily="34" charset="-120"/>
              </a:rPr>
              <a:t> 下次你有新品，可以直接告訴他。</a:t>
            </a:r>
            <a:endParaRPr lang="en-US" sz="1500" dirty="0"/>
          </a:p>
        </p:txBody>
      </p:sp>
      <p:sp>
        <p:nvSpPr>
          <p:cNvPr id="12" name="Text 9"/>
          <p:cNvSpPr txBox="1"/>
          <p:nvPr/>
        </p:nvSpPr>
        <p:spPr>
          <a:xfrm>
            <a:off x="2600188" y="5068336"/>
            <a:ext cx="2110161" cy="295260"/>
          </a:xfrm>
          <a:prstGeom prst="rect">
            <a:avLst/>
          </a:prstGeom>
          <a:noFill/>
          <a:ln/>
        </p:spPr>
        <p:txBody>
          <a:bodyPr wrap="square" lIns="0" tIns="0" rIns="0" bIns="0" rtlCol="0" anchor="t"/>
          <a:lstStyle/>
          <a:p>
            <a:pPr algn="l" indent="0" marL="0">
              <a:lnSpc>
                <a:spcPts val="2325"/>
              </a:lnSpc>
              <a:buNone/>
            </a:pPr>
            <a:r>
              <a:rPr lang="en-US" sz="1500" b="1" dirty="0">
                <a:solidFill>
                  <a:srgbClr val="5F7A63"/>
                </a:solidFill>
                <a:latin typeface="Noto Sans TC" pitchFamily="34" charset="0"/>
                <a:ea typeface="Noto Sans TC" pitchFamily="34" charset="-122"/>
                <a:cs typeface="Noto Sans TC" pitchFamily="34" charset="-120"/>
              </a:rPr>
              <a:t>已經有興趣的人留下來</a:t>
            </a:r>
            <a:endParaRPr lang="en-US" sz="1500" dirty="0"/>
          </a:p>
        </p:txBody>
      </p:sp>
      <p:sp>
        <p:nvSpPr>
          <p:cNvPr id="13" name="Text 10"/>
          <p:cNvSpPr txBox="1"/>
          <p:nvPr/>
        </p:nvSpPr>
        <p:spPr>
          <a:xfrm>
            <a:off x="7660935" y="5886450"/>
            <a:ext cx="2423160" cy="209580"/>
          </a:xfrm>
          <a:prstGeom prst="rect">
            <a:avLst/>
          </a:prstGeom>
          <a:noFill/>
          <a:ln/>
        </p:spPr>
        <p:txBody>
          <a:bodyPr wrap="square" lIns="0" tIns="0" rIns="0" bIns="0" rtlCol="0" anchor="t"/>
          <a:lstStyle/>
          <a:p>
            <a:pPr algn="ctr" indent="0" marL="0">
              <a:buNone/>
            </a:pPr>
            <a:r>
              <a:rPr lang="en-US" sz="1050" b="1" spc="105" kern="0" dirty="0">
                <a:solidFill>
                  <a:srgbClr val="9C8B7C"/>
                </a:solidFill>
                <a:latin typeface="Noto Sans TC" pitchFamily="34" charset="0"/>
                <a:ea typeface="Noto Sans TC" pitchFamily="34" charset="-122"/>
                <a:cs typeface="Noto Sans TC" pitchFamily="34" charset="-120"/>
              </a:rPr>
              <a:t>半年前加的好友，今天還找得到他</a:t>
            </a:r>
            <a:endParaRPr lang="en-US" sz="1050" dirty="0"/>
          </a:p>
        </p:txBody>
      </p:sp>
      <p:sp>
        <p:nvSpPr>
          <p:cNvPr id="14" name="Text 11"/>
          <p:cNvSpPr txBox="1"/>
          <p:nvPr/>
        </p:nvSpPr>
        <p:spPr>
          <a:xfrm>
            <a:off x="761970" y="6438930"/>
            <a:ext cx="1338042" cy="200071"/>
          </a:xfrm>
          <a:prstGeom prst="rect">
            <a:avLst/>
          </a:prstGeom>
          <a:noFill/>
          <a:ln/>
        </p:spPr>
        <p:txBody>
          <a:bodyPr wrap="square" lIns="0" tIns="0" rIns="0" bIns="0" rtlCol="0" anchor="t"/>
          <a:lstStyle/>
          <a:p>
            <a:pPr algn="l" indent="0" marL="0">
              <a:buNone/>
            </a:pPr>
            <a:r>
              <a:rPr lang="en-US" sz="938" b="1" spc="56" kern="0" dirty="0">
                <a:solidFill>
                  <a:srgbClr val="9C8B7C"/>
                </a:solidFill>
                <a:latin typeface="Noto Sans TC" pitchFamily="34" charset="0"/>
                <a:ea typeface="Noto Sans TC" pitchFamily="34" charset="-122"/>
                <a:cs typeface="Noto Sans TC" pitchFamily="34" charset="-120"/>
              </a:rPr>
              <a:t>PART 8 · 15:23</a:t>
            </a:r>
            <a:endParaRPr lang="en-US" sz="938" dirty="0"/>
          </a:p>
        </p:txBody>
      </p:sp>
      <p:sp>
        <p:nvSpPr>
          <p:cNvPr id="15" name="Text 12"/>
          <p:cNvSpPr txBox="1"/>
          <p:nvPr/>
        </p:nvSpPr>
        <p:spPr>
          <a:xfrm>
            <a:off x="10922599" y="6438930"/>
            <a:ext cx="562630" cy="200071"/>
          </a:xfrm>
          <a:prstGeom prst="rect">
            <a:avLst/>
          </a:prstGeom>
          <a:noFill/>
          <a:ln/>
        </p:spPr>
        <p:txBody>
          <a:bodyPr wrap="square" lIns="0" tIns="0" rIns="0" bIns="0" rtlCol="0" anchor="t"/>
          <a:lstStyle/>
          <a:p>
            <a:pPr algn="l" indent="0" marL="0">
              <a:buNone/>
            </a:pPr>
            <a:r>
              <a:rPr lang="en-US" sz="938" b="1" spc="56" kern="0" dirty="0">
                <a:solidFill>
                  <a:srgbClr val="9C8B7C"/>
                </a:solidFill>
                <a:latin typeface="Noto Sans TC" pitchFamily="34" charset="0"/>
                <a:ea typeface="Noto Sans TC" pitchFamily="34" charset="-122"/>
                <a:cs typeface="Noto Sans TC" pitchFamily="34" charset="-120"/>
              </a:rPr>
              <a:t>62 / 75</a:t>
            </a:r>
            <a:endParaRPr lang="en-US" sz="938"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BF7F1"/>
        </a:solidFill>
      </p:bgPr>
    </p:bg>
    <p:spTree>
      <p:nvGrpSpPr>
        <p:cNvPr id="1" name=""/>
        <p:cNvGrpSpPr/>
        <p:nvPr/>
      </p:nvGrpSpPr>
      <p:grpSpPr>
        <a:xfrm>
          <a:off x="0" y="0"/>
          <a:ext cx="0" cy="0"/>
          <a:chOff x="0" y="0"/>
          <a:chExt cx="0" cy="0"/>
        </a:xfrm>
      </p:grpSpPr>
      <p:pic>
        <p:nvPicPr>
          <p:cNvPr id="2" name="Image 0" descr="/home/user/gogoeveryday/social-course/export-pptx/build/bg/63.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761970" y="1193566"/>
            <a:ext cx="1043970" cy="219090"/>
          </a:xfrm>
          <a:prstGeom prst="rect">
            <a:avLst/>
          </a:prstGeom>
          <a:noFill/>
          <a:ln/>
        </p:spPr>
        <p:txBody>
          <a:bodyPr wrap="square" lIns="0" tIns="0" rIns="0" bIns="0" rtlCol="0" anchor="t"/>
          <a:lstStyle/>
          <a:p>
            <a:pPr algn="l" indent="0" marL="0">
              <a:buNone/>
            </a:pPr>
            <a:r>
              <a:rPr lang="en-US" sz="1125" b="1" spc="225" kern="0" dirty="0">
                <a:solidFill>
                  <a:srgbClr val="C05F3C"/>
                </a:solidFill>
                <a:latin typeface="Noto Sans TC" pitchFamily="34" charset="0"/>
                <a:ea typeface="Noto Sans TC" pitchFamily="34" charset="-122"/>
                <a:cs typeface="Noto Sans TC" pitchFamily="34" charset="-120"/>
              </a:rPr>
              <a:t>✕ 錯誤示範</a:t>
            </a:r>
            <a:endParaRPr lang="en-US" sz="1125" dirty="0"/>
          </a:p>
        </p:txBody>
      </p:sp>
      <p:sp>
        <p:nvSpPr>
          <p:cNvPr id="4" name="Text 1"/>
          <p:cNvSpPr txBox="1"/>
          <p:nvPr/>
        </p:nvSpPr>
        <p:spPr>
          <a:xfrm>
            <a:off x="1000171" y="1793687"/>
            <a:ext cx="4928525" cy="1116208"/>
          </a:xfrm>
          <a:prstGeom prst="rect">
            <a:avLst/>
          </a:prstGeom>
          <a:noFill/>
          <a:ln/>
        </p:spPr>
        <p:txBody>
          <a:bodyPr wrap="square" lIns="0" tIns="0" rIns="0" bIns="0" rtlCol="0" anchor="t"/>
          <a:lstStyle/>
          <a:p>
            <a:pPr algn="l" indent="0" marL="0">
              <a:lnSpc>
                <a:spcPts val="1785"/>
              </a:lnSpc>
              <a:buNone/>
            </a:pPr>
            <a:r>
              <a:rPr lang="en-US" sz="1050" dirty="0">
                <a:solidFill>
                  <a:srgbClr val="7A6A5D"/>
                </a:solidFill>
                <a:latin typeface="Noto Sans TC" pitchFamily="34" charset="0"/>
                <a:ea typeface="Noto Sans TC" pitchFamily="34" charset="-122"/>
                <a:cs typeface="Noto Sans TC" pitchFamily="34" charset="-120"/>
              </a:rPr>
              <a:t> 大家好，我是小芳，很高興認識大家！今年冬天特別冷，不知道大家有沒有好好照顧自己呢？ 最近我們家的果醬有了新的口味，是用大湖的草莓做的，草莓是我一大早開車去收的， 回來以後要一顆一顆去蒂，這個過程其實很花時間，大概要兩個小時…… 總之如果有興趣的話歡迎跟我說，我們這週三會在西屯市集擺攤， 攤位大概在中間偏右邊的位置，如果找不到可以打電話給我……</a:t>
            </a:r>
            <a:endParaRPr lang="en-US" sz="1050" dirty="0"/>
          </a:p>
        </p:txBody>
      </p:sp>
      <p:sp>
        <p:nvSpPr>
          <p:cNvPr id="5" name="Text 2"/>
          <p:cNvSpPr txBox="1"/>
          <p:nvPr/>
        </p:nvSpPr>
        <p:spPr>
          <a:xfrm>
            <a:off x="1000171" y="3212744"/>
            <a:ext cx="283830" cy="276240"/>
          </a:xfrm>
          <a:prstGeom prst="rect">
            <a:avLst/>
          </a:prstGeom>
          <a:noFill/>
          <a:ln/>
        </p:spPr>
        <p:txBody>
          <a:bodyPr wrap="square" lIns="0" tIns="0" rIns="0" bIns="0" rtlCol="0" anchor="t"/>
          <a:lstStyle/>
          <a:p>
            <a:pPr algn="l" indent="0" marL="0">
              <a:lnSpc>
                <a:spcPts val="2066"/>
              </a:lnSpc>
              <a:buNone/>
            </a:pPr>
            <a:r>
              <a:rPr lang="en-US" sz="1425" b="1" dirty="0">
                <a:solidFill>
                  <a:srgbClr val="C05F3C"/>
                </a:solidFill>
                <a:latin typeface="Noto Sans TC" pitchFamily="34" charset="0"/>
                <a:ea typeface="Noto Sans TC" pitchFamily="34" charset="-122"/>
                <a:cs typeface="Noto Sans TC" pitchFamily="34" charset="-120"/>
              </a:rPr>
              <a:t>✕</a:t>
            </a:r>
            <a:endParaRPr lang="en-US" sz="1425" dirty="0"/>
          </a:p>
        </p:txBody>
      </p:sp>
      <p:sp>
        <p:nvSpPr>
          <p:cNvPr id="6" name="Text 3"/>
          <p:cNvSpPr txBox="1"/>
          <p:nvPr/>
        </p:nvSpPr>
        <p:spPr>
          <a:xfrm>
            <a:off x="1266810" y="3212744"/>
            <a:ext cx="2434956" cy="276240"/>
          </a:xfrm>
          <a:prstGeom prst="rect">
            <a:avLst/>
          </a:prstGeom>
          <a:noFill/>
          <a:ln/>
        </p:spPr>
        <p:txBody>
          <a:bodyPr wrap="square" lIns="0" tIns="0" rIns="0" bIns="0" rtlCol="0" anchor="t"/>
          <a:lstStyle/>
          <a:p>
            <a:pPr algn="l" indent="0" marL="0">
              <a:lnSpc>
                <a:spcPts val="2138"/>
              </a:lnSpc>
              <a:buNone/>
            </a:pPr>
            <a:r>
              <a:rPr lang="en-US" sz="1425" b="1" dirty="0">
                <a:solidFill>
                  <a:srgbClr val="4A3C33"/>
                </a:solidFill>
                <a:latin typeface="Noto Sans TC" pitchFamily="34" charset="0"/>
                <a:ea typeface="Noto Sans TC" pitchFamily="34" charset="-122"/>
                <a:cs typeface="Noto Sans TC" pitchFamily="34" charset="-120"/>
              </a:rPr>
              <a:t>整篇 FB 文章直接貼進 LINE</a:t>
            </a:r>
            <a:endParaRPr lang="en-US" sz="1425" dirty="0"/>
          </a:p>
        </p:txBody>
      </p:sp>
      <p:sp>
        <p:nvSpPr>
          <p:cNvPr id="7" name="Text 4"/>
          <p:cNvSpPr txBox="1"/>
          <p:nvPr/>
        </p:nvSpPr>
        <p:spPr>
          <a:xfrm>
            <a:off x="1000171" y="3569909"/>
            <a:ext cx="283830" cy="276240"/>
          </a:xfrm>
          <a:prstGeom prst="rect">
            <a:avLst/>
          </a:prstGeom>
          <a:noFill/>
          <a:ln/>
        </p:spPr>
        <p:txBody>
          <a:bodyPr wrap="square" lIns="0" tIns="0" rIns="0" bIns="0" rtlCol="0" anchor="t"/>
          <a:lstStyle/>
          <a:p>
            <a:pPr algn="l" indent="0" marL="0">
              <a:lnSpc>
                <a:spcPts val="2066"/>
              </a:lnSpc>
              <a:buNone/>
            </a:pPr>
            <a:r>
              <a:rPr lang="en-US" sz="1425" b="1" dirty="0">
                <a:solidFill>
                  <a:srgbClr val="C05F3C"/>
                </a:solidFill>
                <a:latin typeface="Noto Sans TC" pitchFamily="34" charset="0"/>
                <a:ea typeface="Noto Sans TC" pitchFamily="34" charset="-122"/>
                <a:cs typeface="Noto Sans TC" pitchFamily="34" charset="-120"/>
              </a:rPr>
              <a:t>✕</a:t>
            </a:r>
            <a:endParaRPr lang="en-US" sz="1425" dirty="0"/>
          </a:p>
        </p:txBody>
      </p:sp>
      <p:sp>
        <p:nvSpPr>
          <p:cNvPr id="8" name="Text 5"/>
          <p:cNvSpPr txBox="1"/>
          <p:nvPr/>
        </p:nvSpPr>
        <p:spPr>
          <a:xfrm>
            <a:off x="1266810" y="3569909"/>
            <a:ext cx="1817553" cy="276240"/>
          </a:xfrm>
          <a:prstGeom prst="rect">
            <a:avLst/>
          </a:prstGeom>
          <a:noFill/>
          <a:ln/>
        </p:spPr>
        <p:txBody>
          <a:bodyPr wrap="square" lIns="0" tIns="0" rIns="0" bIns="0" rtlCol="0" anchor="t"/>
          <a:lstStyle/>
          <a:p>
            <a:pPr algn="l" indent="0" marL="0">
              <a:lnSpc>
                <a:spcPts val="2138"/>
              </a:lnSpc>
              <a:buNone/>
            </a:pPr>
            <a:r>
              <a:rPr lang="en-US" sz="1425" b="1" dirty="0">
                <a:solidFill>
                  <a:srgbClr val="4A3C33"/>
                </a:solidFill>
                <a:latin typeface="Noto Sans TC" pitchFamily="34" charset="0"/>
                <a:ea typeface="Noto Sans TC" pitchFamily="34" charset="-122"/>
                <a:cs typeface="Noto Sans TC" pitchFamily="34" charset="-120"/>
              </a:rPr>
              <a:t>看完不知道要做什麼</a:t>
            </a:r>
            <a:endParaRPr lang="en-US" sz="1425" dirty="0"/>
          </a:p>
        </p:txBody>
      </p:sp>
      <p:sp>
        <p:nvSpPr>
          <p:cNvPr id="9" name="Text 6"/>
          <p:cNvSpPr txBox="1"/>
          <p:nvPr/>
        </p:nvSpPr>
        <p:spPr>
          <a:xfrm>
            <a:off x="1000171" y="3927165"/>
            <a:ext cx="283830" cy="276240"/>
          </a:xfrm>
          <a:prstGeom prst="rect">
            <a:avLst/>
          </a:prstGeom>
          <a:noFill/>
          <a:ln/>
        </p:spPr>
        <p:txBody>
          <a:bodyPr wrap="square" lIns="0" tIns="0" rIns="0" bIns="0" rtlCol="0" anchor="t"/>
          <a:lstStyle/>
          <a:p>
            <a:pPr algn="l" indent="0" marL="0">
              <a:lnSpc>
                <a:spcPts val="2066"/>
              </a:lnSpc>
              <a:buNone/>
            </a:pPr>
            <a:r>
              <a:rPr lang="en-US" sz="1425" b="1" dirty="0">
                <a:solidFill>
                  <a:srgbClr val="C05F3C"/>
                </a:solidFill>
                <a:latin typeface="Noto Sans TC" pitchFamily="34" charset="0"/>
                <a:ea typeface="Noto Sans TC" pitchFamily="34" charset="-122"/>
                <a:cs typeface="Noto Sans TC" pitchFamily="34" charset="-120"/>
              </a:rPr>
              <a:t>✕</a:t>
            </a:r>
            <a:endParaRPr lang="en-US" sz="1425" dirty="0"/>
          </a:p>
        </p:txBody>
      </p:sp>
      <p:sp>
        <p:nvSpPr>
          <p:cNvPr id="10" name="Text 7"/>
          <p:cNvSpPr txBox="1"/>
          <p:nvPr/>
        </p:nvSpPr>
        <p:spPr>
          <a:xfrm>
            <a:off x="1266810" y="3927165"/>
            <a:ext cx="2201235" cy="276240"/>
          </a:xfrm>
          <a:prstGeom prst="rect">
            <a:avLst/>
          </a:prstGeom>
          <a:noFill/>
          <a:ln/>
        </p:spPr>
        <p:txBody>
          <a:bodyPr wrap="square" lIns="0" tIns="0" rIns="0" bIns="0" rtlCol="0" anchor="t"/>
          <a:lstStyle/>
          <a:p>
            <a:pPr algn="l" indent="0" marL="0">
              <a:lnSpc>
                <a:spcPts val="2138"/>
              </a:lnSpc>
              <a:buNone/>
            </a:pPr>
            <a:r>
              <a:rPr lang="en-US" sz="1425" b="1" dirty="0">
                <a:solidFill>
                  <a:srgbClr val="4A3C33"/>
                </a:solidFill>
                <a:latin typeface="Noto Sans TC" pitchFamily="34" charset="0"/>
                <a:ea typeface="Noto Sans TC" pitchFamily="34" charset="-122"/>
                <a:cs typeface="Noto Sans TC" pitchFamily="34" charset="-120"/>
              </a:rPr>
              <a:t>客人手指滑兩下就關掉了</a:t>
            </a:r>
            <a:endParaRPr lang="en-US" sz="1425" dirty="0"/>
          </a:p>
        </p:txBody>
      </p:sp>
      <p:sp>
        <p:nvSpPr>
          <p:cNvPr id="11" name="Text 8"/>
          <p:cNvSpPr txBox="1"/>
          <p:nvPr/>
        </p:nvSpPr>
        <p:spPr>
          <a:xfrm>
            <a:off x="6267480" y="1193566"/>
            <a:ext cx="1022482" cy="219090"/>
          </a:xfrm>
          <a:prstGeom prst="rect">
            <a:avLst/>
          </a:prstGeom>
          <a:noFill/>
          <a:ln/>
        </p:spPr>
        <p:txBody>
          <a:bodyPr wrap="square" lIns="0" tIns="0" rIns="0" bIns="0" rtlCol="0" anchor="t"/>
          <a:lstStyle/>
          <a:p>
            <a:pPr algn="l" indent="0" marL="0">
              <a:buNone/>
            </a:pPr>
            <a:r>
              <a:rPr lang="en-US" sz="1125" b="1" spc="225" kern="0" dirty="0">
                <a:solidFill>
                  <a:srgbClr val="5F7A63"/>
                </a:solidFill>
                <a:latin typeface="Noto Sans TC" pitchFamily="34" charset="0"/>
                <a:ea typeface="Noto Sans TC" pitchFamily="34" charset="-122"/>
                <a:cs typeface="Noto Sans TC" pitchFamily="34" charset="-120"/>
              </a:rPr>
              <a:t>✓ 正確示範</a:t>
            </a:r>
            <a:endParaRPr lang="en-US" sz="1125" dirty="0"/>
          </a:p>
        </p:txBody>
      </p:sp>
      <p:sp>
        <p:nvSpPr>
          <p:cNvPr id="12" name="Text 9"/>
          <p:cNvSpPr txBox="1"/>
          <p:nvPr/>
        </p:nvSpPr>
        <p:spPr>
          <a:xfrm>
            <a:off x="6762720" y="2041307"/>
            <a:ext cx="1425458" cy="1275862"/>
          </a:xfrm>
          <a:prstGeom prst="rect">
            <a:avLst/>
          </a:prstGeom>
          <a:noFill/>
          <a:ln/>
        </p:spPr>
        <p:txBody>
          <a:bodyPr wrap="square" lIns="0" tIns="0" rIns="0" bIns="0" rtlCol="0" anchor="t"/>
          <a:lstStyle/>
          <a:p>
            <a:pPr algn="l" indent="0" marL="0">
              <a:lnSpc>
                <a:spcPts val="1680"/>
              </a:lnSpc>
              <a:buNone/>
            </a:pPr>
            <a:r>
              <a:rPr lang="en-US" sz="1050" b="1" dirty="0">
                <a:solidFill>
                  <a:srgbClr val="1A1A1A"/>
                </a:solidFill>
                <a:latin typeface="Noto Sans TC" pitchFamily="34" charset="0"/>
                <a:ea typeface="Noto Sans TC" pitchFamily="34" charset="-122"/>
                <a:cs typeface="Noto Sans TC" pitchFamily="34" charset="-120"/>
              </a:rPr>
              <a:t> 🍪 本週餅乾開放預訂</a:t>
            </a:r>
            <a:endParaRPr lang="en-US" sz="1050" dirty="0"/>
          </a:p>
          <a:p>
            <a:pPr algn="l" indent="0" marL="0">
              <a:lnSpc>
                <a:spcPts val="1680"/>
              </a:lnSpc>
              <a:buNone/>
            </a:pPr>
            <a:r>
              <a:rPr lang="en-US" sz="1050" b="1" dirty="0">
                <a:solidFill>
                  <a:srgbClr val="1A1A1A"/>
                </a:solidFill>
                <a:latin typeface="Noto Sans TC" pitchFamily="34" charset="0"/>
                <a:ea typeface="Noto Sans TC" pitchFamily="34" charset="-122"/>
                <a:cs typeface="Noto Sans TC" pitchFamily="34" charset="-120"/>
              </a:rPr>
              <a:t> 原味／巧克力</a:t>
            </a:r>
            <a:endParaRPr lang="en-US" sz="1050" dirty="0"/>
          </a:p>
          <a:p>
            <a:pPr algn="l" indent="0" marL="0">
              <a:lnSpc>
                <a:spcPts val="1680"/>
              </a:lnSpc>
              <a:buNone/>
            </a:pPr>
            <a:r>
              <a:rPr lang="en-US" sz="1050" b="1" dirty="0">
                <a:solidFill>
                  <a:srgbClr val="1A1A1A"/>
                </a:solidFill>
                <a:latin typeface="Noto Sans TC" pitchFamily="34" charset="0"/>
                <a:ea typeface="Noto Sans TC" pitchFamily="34" charset="-122"/>
                <a:cs typeface="Noto Sans TC" pitchFamily="34" charset="-120"/>
              </a:rPr>
              <a:t> 8/20 前可預訂</a:t>
            </a:r>
            <a:endParaRPr lang="en-US" sz="1050" dirty="0"/>
          </a:p>
          <a:p>
            <a:pPr algn="l" indent="0" marL="0">
              <a:lnSpc>
                <a:spcPts val="1680"/>
              </a:lnSpc>
              <a:buNone/>
            </a:pPr>
            <a:r>
              <a:rPr lang="en-US" sz="1050" b="1" dirty="0">
                <a:solidFill>
                  <a:srgbClr val="1A1A1A"/>
                </a:solidFill>
                <a:latin typeface="Noto Sans TC" pitchFamily="34" charset="0"/>
                <a:ea typeface="Noto Sans TC" pitchFamily="34" charset="-122"/>
                <a:cs typeface="Noto Sans TC" pitchFamily="34" charset="-120"/>
              </a:rPr>
              <a:t> 👉 回覆「我要預訂」</a:t>
            </a:r>
            <a:endParaRPr lang="en-US" sz="1050" dirty="0"/>
          </a:p>
        </p:txBody>
      </p:sp>
      <p:sp>
        <p:nvSpPr>
          <p:cNvPr id="13" name="Text 10"/>
          <p:cNvSpPr txBox="1"/>
          <p:nvPr/>
        </p:nvSpPr>
        <p:spPr>
          <a:xfrm>
            <a:off x="6505590" y="3730569"/>
            <a:ext cx="262433" cy="276240"/>
          </a:xfrm>
          <a:prstGeom prst="rect">
            <a:avLst/>
          </a:prstGeom>
          <a:noFill/>
          <a:ln/>
        </p:spPr>
        <p:txBody>
          <a:bodyPr wrap="square" lIns="0" tIns="0" rIns="0" bIns="0" rtlCol="0" anchor="t"/>
          <a:lstStyle/>
          <a:p>
            <a:pPr algn="l" indent="0" marL="0">
              <a:lnSpc>
                <a:spcPts val="2066"/>
              </a:lnSpc>
              <a:buNone/>
            </a:pPr>
            <a:r>
              <a:rPr lang="en-US" sz="1425" b="1" dirty="0">
                <a:solidFill>
                  <a:srgbClr val="5F7A63"/>
                </a:solidFill>
                <a:latin typeface="Noto Sans TC" pitchFamily="34" charset="0"/>
                <a:ea typeface="Noto Sans TC" pitchFamily="34" charset="-122"/>
                <a:cs typeface="Noto Sans TC" pitchFamily="34" charset="-120"/>
              </a:rPr>
              <a:t>✓</a:t>
            </a:r>
            <a:endParaRPr lang="en-US" sz="1425" dirty="0"/>
          </a:p>
        </p:txBody>
      </p:sp>
      <p:sp>
        <p:nvSpPr>
          <p:cNvPr id="14" name="Text 11"/>
          <p:cNvSpPr txBox="1"/>
          <p:nvPr/>
        </p:nvSpPr>
        <p:spPr>
          <a:xfrm>
            <a:off x="6750832" y="3730569"/>
            <a:ext cx="1817553" cy="276240"/>
          </a:xfrm>
          <a:prstGeom prst="rect">
            <a:avLst/>
          </a:prstGeom>
          <a:noFill/>
          <a:ln/>
        </p:spPr>
        <p:txBody>
          <a:bodyPr wrap="square" lIns="0" tIns="0" rIns="0" bIns="0" rtlCol="0" anchor="t"/>
          <a:lstStyle/>
          <a:p>
            <a:pPr algn="l" indent="0" marL="0">
              <a:lnSpc>
                <a:spcPts val="2138"/>
              </a:lnSpc>
              <a:buNone/>
            </a:pPr>
            <a:r>
              <a:rPr lang="en-US" sz="1425" b="1" dirty="0">
                <a:solidFill>
                  <a:srgbClr val="4A3C33"/>
                </a:solidFill>
                <a:latin typeface="Noto Sans TC" pitchFamily="34" charset="0"/>
                <a:ea typeface="Noto Sans TC" pitchFamily="34" charset="-122"/>
                <a:cs typeface="Noto Sans TC" pitchFamily="34" charset="-120"/>
              </a:rPr>
              <a:t>一則訊息只講一件事</a:t>
            </a:r>
            <a:endParaRPr lang="en-US" sz="1425" dirty="0"/>
          </a:p>
        </p:txBody>
      </p:sp>
      <p:sp>
        <p:nvSpPr>
          <p:cNvPr id="15" name="Text 12"/>
          <p:cNvSpPr txBox="1"/>
          <p:nvPr/>
        </p:nvSpPr>
        <p:spPr>
          <a:xfrm>
            <a:off x="6505590" y="4087734"/>
            <a:ext cx="262433" cy="276240"/>
          </a:xfrm>
          <a:prstGeom prst="rect">
            <a:avLst/>
          </a:prstGeom>
          <a:noFill/>
          <a:ln/>
        </p:spPr>
        <p:txBody>
          <a:bodyPr wrap="square" lIns="0" tIns="0" rIns="0" bIns="0" rtlCol="0" anchor="t"/>
          <a:lstStyle/>
          <a:p>
            <a:pPr algn="l" indent="0" marL="0">
              <a:lnSpc>
                <a:spcPts val="2066"/>
              </a:lnSpc>
              <a:buNone/>
            </a:pPr>
            <a:r>
              <a:rPr lang="en-US" sz="1425" b="1" dirty="0">
                <a:solidFill>
                  <a:srgbClr val="5F7A63"/>
                </a:solidFill>
                <a:latin typeface="Noto Sans TC" pitchFamily="34" charset="0"/>
                <a:ea typeface="Noto Sans TC" pitchFamily="34" charset="-122"/>
                <a:cs typeface="Noto Sans TC" pitchFamily="34" charset="-120"/>
              </a:rPr>
              <a:t>✓</a:t>
            </a:r>
            <a:endParaRPr lang="en-US" sz="1425" dirty="0"/>
          </a:p>
        </p:txBody>
      </p:sp>
      <p:sp>
        <p:nvSpPr>
          <p:cNvPr id="16" name="Text 13"/>
          <p:cNvSpPr txBox="1"/>
          <p:nvPr/>
        </p:nvSpPr>
        <p:spPr>
          <a:xfrm>
            <a:off x="6750832" y="4087734"/>
            <a:ext cx="1817644" cy="276240"/>
          </a:xfrm>
          <a:prstGeom prst="rect">
            <a:avLst/>
          </a:prstGeom>
          <a:noFill/>
          <a:ln/>
        </p:spPr>
        <p:txBody>
          <a:bodyPr wrap="square" lIns="0" tIns="0" rIns="0" bIns="0" rtlCol="0" anchor="t"/>
          <a:lstStyle/>
          <a:p>
            <a:pPr algn="l" indent="0" marL="0">
              <a:lnSpc>
                <a:spcPts val="2138"/>
              </a:lnSpc>
              <a:buNone/>
            </a:pPr>
            <a:r>
              <a:rPr lang="en-US" sz="1425" b="1" dirty="0">
                <a:solidFill>
                  <a:srgbClr val="4A3C33"/>
                </a:solidFill>
                <a:latin typeface="Noto Sans TC" pitchFamily="34" charset="0"/>
                <a:ea typeface="Noto Sans TC" pitchFamily="34" charset="-122"/>
                <a:cs typeface="Noto Sans TC" pitchFamily="34" charset="-120"/>
              </a:rPr>
              <a:t>有明確的</a:t>
            </a:r>
            <a:pPr algn="l" indent="0" marL="0">
              <a:lnSpc>
                <a:spcPts val="2138"/>
              </a:lnSpc>
              <a:buNone/>
            </a:pPr>
            <a:r>
              <a:rPr lang="en-US" sz="1425" b="1" dirty="0">
                <a:solidFill>
                  <a:srgbClr val="4A3C33"/>
                </a:solidFill>
                <a:latin typeface="Noto Sans TC" pitchFamily="34" charset="0"/>
                <a:ea typeface="Noto Sans TC" pitchFamily="34" charset="-122"/>
                <a:cs typeface="Noto Sans TC" pitchFamily="34" charset="-120"/>
              </a:rPr>
              <a:t>下一步動作</a:t>
            </a:r>
            <a:endParaRPr lang="en-US" sz="1425" dirty="0"/>
          </a:p>
        </p:txBody>
      </p:sp>
      <p:sp>
        <p:nvSpPr>
          <p:cNvPr id="17" name="Text 14"/>
          <p:cNvSpPr txBox="1"/>
          <p:nvPr/>
        </p:nvSpPr>
        <p:spPr>
          <a:xfrm>
            <a:off x="7474854" y="4087734"/>
            <a:ext cx="1050188" cy="276240"/>
          </a:xfrm>
          <a:prstGeom prst="rect">
            <a:avLst/>
          </a:prstGeom>
          <a:noFill/>
          <a:ln/>
        </p:spPr>
        <p:txBody>
          <a:bodyPr wrap="square" lIns="0" tIns="0" rIns="0" bIns="0" rtlCol="0" anchor="t"/>
          <a:lstStyle/>
          <a:p>
            <a:pPr algn="l" indent="0" marL="0">
              <a:lnSpc>
                <a:spcPts val="2138"/>
              </a:lnSpc>
              <a:buNone/>
            </a:pPr>
            <a:r>
              <a:rPr lang="en-US" sz="1425" b="1" dirty="0">
                <a:solidFill>
                  <a:srgbClr val="4A3C33"/>
                </a:solidFill>
                <a:latin typeface="Noto Sans TC" pitchFamily="34" charset="0"/>
                <a:ea typeface="Noto Sans TC" pitchFamily="34" charset="-122"/>
                <a:cs typeface="Noto Sans TC" pitchFamily="34" charset="-120"/>
              </a:rPr>
              <a:t>下一步動作</a:t>
            </a:r>
            <a:endParaRPr lang="en-US" sz="1425" dirty="0"/>
          </a:p>
        </p:txBody>
      </p:sp>
      <p:sp>
        <p:nvSpPr>
          <p:cNvPr id="18" name="Text 15"/>
          <p:cNvSpPr txBox="1"/>
          <p:nvPr/>
        </p:nvSpPr>
        <p:spPr>
          <a:xfrm>
            <a:off x="6505590" y="4444898"/>
            <a:ext cx="262433" cy="276240"/>
          </a:xfrm>
          <a:prstGeom prst="rect">
            <a:avLst/>
          </a:prstGeom>
          <a:noFill/>
          <a:ln/>
        </p:spPr>
        <p:txBody>
          <a:bodyPr wrap="square" lIns="0" tIns="0" rIns="0" bIns="0" rtlCol="0" anchor="t"/>
          <a:lstStyle/>
          <a:p>
            <a:pPr algn="l" indent="0" marL="0">
              <a:lnSpc>
                <a:spcPts val="2066"/>
              </a:lnSpc>
              <a:buNone/>
            </a:pPr>
            <a:r>
              <a:rPr lang="en-US" sz="1425" b="1" dirty="0">
                <a:solidFill>
                  <a:srgbClr val="5F7A63"/>
                </a:solidFill>
                <a:latin typeface="Noto Sans TC" pitchFamily="34" charset="0"/>
                <a:ea typeface="Noto Sans TC" pitchFamily="34" charset="-122"/>
                <a:cs typeface="Noto Sans TC" pitchFamily="34" charset="-120"/>
              </a:rPr>
              <a:t>✓</a:t>
            </a:r>
            <a:endParaRPr lang="en-US" sz="1425" dirty="0"/>
          </a:p>
        </p:txBody>
      </p:sp>
      <p:sp>
        <p:nvSpPr>
          <p:cNvPr id="19" name="Text 16"/>
          <p:cNvSpPr txBox="1"/>
          <p:nvPr/>
        </p:nvSpPr>
        <p:spPr>
          <a:xfrm>
            <a:off x="6750832" y="4444898"/>
            <a:ext cx="1433871" cy="276240"/>
          </a:xfrm>
          <a:prstGeom prst="rect">
            <a:avLst/>
          </a:prstGeom>
          <a:noFill/>
          <a:ln/>
        </p:spPr>
        <p:txBody>
          <a:bodyPr wrap="square" lIns="0" tIns="0" rIns="0" bIns="0" rtlCol="0" anchor="t"/>
          <a:lstStyle/>
          <a:p>
            <a:pPr algn="l" indent="0" marL="0">
              <a:lnSpc>
                <a:spcPts val="2138"/>
              </a:lnSpc>
              <a:buNone/>
            </a:pPr>
            <a:r>
              <a:rPr lang="en-US" sz="1425" b="1" dirty="0">
                <a:solidFill>
                  <a:srgbClr val="4A3C33"/>
                </a:solidFill>
                <a:latin typeface="Noto Sans TC" pitchFamily="34" charset="0"/>
                <a:ea typeface="Noto Sans TC" pitchFamily="34" charset="-122"/>
                <a:cs typeface="Noto Sans TC" pitchFamily="34" charset="-120"/>
              </a:rPr>
              <a:t>三秒鐘就能看完</a:t>
            </a:r>
            <a:endParaRPr lang="en-US" sz="1425" dirty="0"/>
          </a:p>
        </p:txBody>
      </p:sp>
      <p:sp>
        <p:nvSpPr>
          <p:cNvPr id="20" name="Text 17"/>
          <p:cNvSpPr txBox="1"/>
          <p:nvPr/>
        </p:nvSpPr>
        <p:spPr>
          <a:xfrm>
            <a:off x="6505590" y="5021153"/>
            <a:ext cx="4272443" cy="257221"/>
          </a:xfrm>
          <a:prstGeom prst="rect">
            <a:avLst/>
          </a:prstGeom>
          <a:noFill/>
          <a:ln/>
        </p:spPr>
        <p:txBody>
          <a:bodyPr wrap="square" lIns="0" tIns="0" rIns="0" bIns="0" rtlCol="0" anchor="t"/>
          <a:lstStyle/>
          <a:p>
            <a:pPr algn="l" indent="0" marL="0">
              <a:lnSpc>
                <a:spcPts val="2066"/>
              </a:lnSpc>
              <a:buNone/>
            </a:pPr>
            <a:r>
              <a:rPr lang="en-US" sz="1275" b="1" dirty="0">
                <a:solidFill>
                  <a:srgbClr val="4A3C33"/>
                </a:solidFill>
                <a:latin typeface="Noto Sans TC" pitchFamily="34" charset="0"/>
                <a:ea typeface="Noto Sans TC" pitchFamily="34" charset="-122"/>
                <a:cs typeface="Noto Sans TC" pitchFamily="34" charset="-120"/>
              </a:rPr>
              <a:t> 結構：</a:t>
            </a:r>
            <a:pPr algn="l" indent="0" marL="0">
              <a:lnSpc>
                <a:spcPts val="2066"/>
              </a:lnSpc>
              <a:buNone/>
            </a:pPr>
            <a:r>
              <a:rPr lang="en-US" sz="1275" b="1" dirty="0">
                <a:solidFill>
                  <a:srgbClr val="4A3C33"/>
                </a:solidFill>
                <a:latin typeface="Noto Sans TC" pitchFamily="34" charset="0"/>
                <a:ea typeface="Noto Sans TC" pitchFamily="34" charset="-122"/>
                <a:cs typeface="Noto Sans TC" pitchFamily="34" charset="-120"/>
              </a:rPr>
              <a:t>做什麼 → 有什麼選擇 → 到什麼時候 → 怎麼回我</a:t>
            </a:r>
            <a:endParaRPr lang="en-US" sz="1275" dirty="0"/>
          </a:p>
        </p:txBody>
      </p:sp>
      <p:sp>
        <p:nvSpPr>
          <p:cNvPr id="21" name="Text 18"/>
          <p:cNvSpPr txBox="1"/>
          <p:nvPr/>
        </p:nvSpPr>
        <p:spPr>
          <a:xfrm>
            <a:off x="6991320" y="5021153"/>
            <a:ext cx="3757452" cy="257221"/>
          </a:xfrm>
          <a:prstGeom prst="rect">
            <a:avLst/>
          </a:prstGeom>
          <a:noFill/>
          <a:ln/>
        </p:spPr>
        <p:txBody>
          <a:bodyPr wrap="square" lIns="0" tIns="0" rIns="0" bIns="0" rtlCol="0" anchor="t"/>
          <a:lstStyle/>
          <a:p>
            <a:pPr algn="l" indent="0" marL="0">
              <a:lnSpc>
                <a:spcPts val="2066"/>
              </a:lnSpc>
              <a:buNone/>
            </a:pPr>
            <a:r>
              <a:rPr lang="en-US" sz="1275" b="1" dirty="0">
                <a:solidFill>
                  <a:srgbClr val="4A3C33"/>
                </a:solidFill>
                <a:latin typeface="Noto Sans TC" pitchFamily="34" charset="0"/>
                <a:ea typeface="Noto Sans TC" pitchFamily="34" charset="-122"/>
                <a:cs typeface="Noto Sans TC" pitchFamily="34" charset="-120"/>
              </a:rPr>
              <a:t>做什麼 → 有什麼選擇 → 到什麼時候 → 怎麼回我</a:t>
            </a:r>
            <a:endParaRPr lang="en-US" sz="1275" dirty="0"/>
          </a:p>
        </p:txBody>
      </p:sp>
      <p:sp>
        <p:nvSpPr>
          <p:cNvPr id="22" name="Text 19"/>
          <p:cNvSpPr txBox="1"/>
          <p:nvPr/>
        </p:nvSpPr>
        <p:spPr>
          <a:xfrm>
            <a:off x="10458907" y="304770"/>
            <a:ext cx="867766" cy="209580"/>
          </a:xfrm>
          <a:prstGeom prst="rect">
            <a:avLst/>
          </a:prstGeom>
          <a:noFill/>
          <a:ln/>
        </p:spPr>
        <p:txBody>
          <a:bodyPr wrap="square" lIns="0" tIns="0" rIns="0" bIns="0" rtlCol="0" anchor="t"/>
          <a:lstStyle/>
          <a:p>
            <a:pPr algn="l" indent="0" marL="0">
              <a:buNone/>
            </a:pPr>
            <a:r>
              <a:rPr lang="en-US" sz="1013" b="1" spc="142" kern="0" dirty="0">
                <a:solidFill>
                  <a:srgbClr val="FBF7F1"/>
                </a:solidFill>
                <a:latin typeface="Noto Sans TC" pitchFamily="34" charset="0"/>
                <a:ea typeface="Noto Sans TC" pitchFamily="34" charset="-122"/>
                <a:cs typeface="Noto Sans TC" pitchFamily="34" charset="-120"/>
              </a:rPr>
              <a:t>寫一則訊息</a:t>
            </a:r>
            <a:endParaRPr lang="en-US" sz="1013" dirty="0"/>
          </a:p>
        </p:txBody>
      </p:sp>
      <p:sp>
        <p:nvSpPr>
          <p:cNvPr id="23" name="Text 20"/>
          <p:cNvSpPr txBox="1"/>
          <p:nvPr/>
        </p:nvSpPr>
        <p:spPr>
          <a:xfrm>
            <a:off x="761970" y="6438930"/>
            <a:ext cx="1338042" cy="200071"/>
          </a:xfrm>
          <a:prstGeom prst="rect">
            <a:avLst/>
          </a:prstGeom>
          <a:noFill/>
          <a:ln/>
        </p:spPr>
        <p:txBody>
          <a:bodyPr wrap="square" lIns="0" tIns="0" rIns="0" bIns="0" rtlCol="0" anchor="t"/>
          <a:lstStyle/>
          <a:p>
            <a:pPr algn="l" indent="0" marL="0">
              <a:buNone/>
            </a:pPr>
            <a:r>
              <a:rPr lang="en-US" sz="938" b="1" spc="56" kern="0" dirty="0">
                <a:solidFill>
                  <a:srgbClr val="9C8B7C"/>
                </a:solidFill>
                <a:latin typeface="Noto Sans TC" pitchFamily="34" charset="0"/>
                <a:ea typeface="Noto Sans TC" pitchFamily="34" charset="-122"/>
                <a:cs typeface="Noto Sans TC" pitchFamily="34" charset="-120"/>
              </a:rPr>
              <a:t>PART 8 · 15:27</a:t>
            </a:r>
            <a:endParaRPr lang="en-US" sz="938" dirty="0"/>
          </a:p>
        </p:txBody>
      </p:sp>
      <p:sp>
        <p:nvSpPr>
          <p:cNvPr id="24" name="Text 21"/>
          <p:cNvSpPr txBox="1"/>
          <p:nvPr/>
        </p:nvSpPr>
        <p:spPr>
          <a:xfrm>
            <a:off x="10922599" y="6438930"/>
            <a:ext cx="562630" cy="200071"/>
          </a:xfrm>
          <a:prstGeom prst="rect">
            <a:avLst/>
          </a:prstGeom>
          <a:noFill/>
          <a:ln/>
        </p:spPr>
        <p:txBody>
          <a:bodyPr wrap="square" lIns="0" tIns="0" rIns="0" bIns="0" rtlCol="0" anchor="t"/>
          <a:lstStyle/>
          <a:p>
            <a:pPr algn="l" indent="0" marL="0">
              <a:buNone/>
            </a:pPr>
            <a:r>
              <a:rPr lang="en-US" sz="938" b="1" spc="56" kern="0" dirty="0">
                <a:solidFill>
                  <a:srgbClr val="9C8B7C"/>
                </a:solidFill>
                <a:latin typeface="Noto Sans TC" pitchFamily="34" charset="0"/>
                <a:ea typeface="Noto Sans TC" pitchFamily="34" charset="-122"/>
                <a:cs typeface="Noto Sans TC" pitchFamily="34" charset="-120"/>
              </a:rPr>
              <a:t>63 / 75</a:t>
            </a:r>
            <a:endParaRPr lang="en-US" sz="938"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BF7F1"/>
        </a:solidFill>
      </p:bgPr>
    </p:bg>
    <p:spTree>
      <p:nvGrpSpPr>
        <p:cNvPr id="1" name=""/>
        <p:cNvGrpSpPr/>
        <p:nvPr/>
      </p:nvGrpSpPr>
      <p:grpSpPr>
        <a:xfrm>
          <a:off x="0" y="0"/>
          <a:ext cx="0" cy="0"/>
          <a:chOff x="0" y="0"/>
          <a:chExt cx="0" cy="0"/>
        </a:xfrm>
      </p:grpSpPr>
      <p:pic>
        <p:nvPicPr>
          <p:cNvPr id="2" name="Image 0" descr="/home/user/gogoeveryday/social-course/export-pptx/build/bg/64.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761970" y="859810"/>
            <a:ext cx="645932" cy="219090"/>
          </a:xfrm>
          <a:prstGeom prst="rect">
            <a:avLst/>
          </a:prstGeom>
          <a:noFill/>
          <a:ln/>
        </p:spPr>
        <p:txBody>
          <a:bodyPr wrap="square" lIns="0" tIns="0" rIns="0" bIns="0" rtlCol="0" anchor="t"/>
          <a:lstStyle/>
          <a:p>
            <a:pPr algn="l" indent="0" marL="0">
              <a:buNone/>
            </a:pPr>
            <a:r>
              <a:rPr lang="en-US" sz="1125" b="1" spc="225" kern="0" dirty="0">
                <a:solidFill>
                  <a:srgbClr val="5F7A63"/>
                </a:solidFill>
                <a:latin typeface="Noto Sans TC" pitchFamily="34" charset="0"/>
                <a:ea typeface="Noto Sans TC" pitchFamily="34" charset="-122"/>
                <a:cs typeface="Noto Sans TC" pitchFamily="34" charset="-120"/>
              </a:rPr>
              <a:t>動手做</a:t>
            </a:r>
            <a:endParaRPr lang="en-US" sz="1125" dirty="0"/>
          </a:p>
        </p:txBody>
      </p:sp>
      <p:sp>
        <p:nvSpPr>
          <p:cNvPr id="4" name="Text 1"/>
          <p:cNvSpPr txBox="1"/>
          <p:nvPr/>
        </p:nvSpPr>
        <p:spPr>
          <a:xfrm>
            <a:off x="761970" y="1164580"/>
            <a:ext cx="3653028" cy="514350"/>
          </a:xfrm>
          <a:prstGeom prst="rect">
            <a:avLst/>
          </a:prstGeom>
          <a:noFill/>
          <a:ln/>
        </p:spPr>
        <p:txBody>
          <a:bodyPr wrap="square" lIns="0" tIns="0" rIns="0" bIns="0" rtlCol="0" anchor="t"/>
          <a:lstStyle/>
          <a:p>
            <a:pPr algn="l" indent="0" marL="0">
              <a:lnSpc>
                <a:spcPts val="3294"/>
              </a:lnSpc>
              <a:buNone/>
            </a:pPr>
            <a:r>
              <a:rPr lang="en-US" sz="2700" b="1" spc="-54" kern="0" dirty="0">
                <a:solidFill>
                  <a:srgbClr val="241C17"/>
                </a:solidFill>
                <a:latin typeface="Noto Sans TC" pitchFamily="34" charset="0"/>
                <a:ea typeface="Noto Sans TC" pitchFamily="34" charset="-122"/>
                <a:cs typeface="Noto Sans TC" pitchFamily="34" charset="-120"/>
              </a:rPr>
              <a:t>至少要找到這七個地方</a:t>
            </a:r>
            <a:endParaRPr lang="en-US" sz="2700" dirty="0"/>
          </a:p>
        </p:txBody>
      </p:sp>
      <p:sp>
        <p:nvSpPr>
          <p:cNvPr id="5" name="Text 2"/>
          <p:cNvSpPr txBox="1"/>
          <p:nvPr/>
        </p:nvSpPr>
        <p:spPr>
          <a:xfrm>
            <a:off x="1247790" y="1878086"/>
            <a:ext cx="1090422" cy="247620"/>
          </a:xfrm>
          <a:prstGeom prst="rect">
            <a:avLst/>
          </a:prstGeom>
          <a:noFill/>
          <a:ln/>
        </p:spPr>
        <p:txBody>
          <a:bodyPr wrap="square" lIns="0" tIns="0" rIns="0" bIns="0" rtlCol="0" anchor="t"/>
          <a:lstStyle/>
          <a:p>
            <a:pPr algn="l" indent="0" marL="0">
              <a:buNone/>
            </a:pPr>
            <a:r>
              <a:rPr lang="en-US" sz="1238" b="1" dirty="0">
                <a:solidFill>
                  <a:srgbClr val="4A3C33"/>
                </a:solidFill>
                <a:latin typeface="Noto Sans TC" pitchFamily="34" charset="0"/>
                <a:ea typeface="Noto Sans TC" pitchFamily="34" charset="-122"/>
                <a:cs typeface="Noto Sans TC" pitchFamily="34" charset="-120"/>
              </a:rPr>
              <a:t>官方帳號首頁</a:t>
            </a:r>
            <a:endParaRPr lang="en-US" sz="1238" dirty="0"/>
          </a:p>
        </p:txBody>
      </p:sp>
      <p:sp>
        <p:nvSpPr>
          <p:cNvPr id="6" name="Text 3"/>
          <p:cNvSpPr txBox="1"/>
          <p:nvPr/>
        </p:nvSpPr>
        <p:spPr>
          <a:xfrm>
            <a:off x="4217213" y="1878086"/>
            <a:ext cx="760141" cy="247620"/>
          </a:xfrm>
          <a:prstGeom prst="rect">
            <a:avLst/>
          </a:prstGeom>
          <a:noFill/>
          <a:ln/>
        </p:spPr>
        <p:txBody>
          <a:bodyPr wrap="square" lIns="0" tIns="0" rIns="0" bIns="0" rtlCol="0" anchor="t"/>
          <a:lstStyle/>
          <a:p>
            <a:pPr algn="l" indent="0" marL="0">
              <a:buNone/>
            </a:pPr>
            <a:r>
              <a:rPr lang="en-US" sz="1238" b="1" dirty="0">
                <a:solidFill>
                  <a:srgbClr val="4A3C33"/>
                </a:solidFill>
                <a:latin typeface="Noto Sans TC" pitchFamily="34" charset="0"/>
                <a:ea typeface="Noto Sans TC" pitchFamily="34" charset="-122"/>
                <a:cs typeface="Noto Sans TC" pitchFamily="34" charset="-120"/>
              </a:rPr>
              <a:t>帳號名稱</a:t>
            </a:r>
            <a:endParaRPr lang="en-US" sz="1238" dirty="0"/>
          </a:p>
        </p:txBody>
      </p:sp>
      <p:sp>
        <p:nvSpPr>
          <p:cNvPr id="7" name="Text 4"/>
          <p:cNvSpPr txBox="1"/>
          <p:nvPr/>
        </p:nvSpPr>
        <p:spPr>
          <a:xfrm>
            <a:off x="1247790" y="2430475"/>
            <a:ext cx="602955" cy="247620"/>
          </a:xfrm>
          <a:prstGeom prst="rect">
            <a:avLst/>
          </a:prstGeom>
          <a:noFill/>
          <a:ln/>
        </p:spPr>
        <p:txBody>
          <a:bodyPr wrap="square" lIns="0" tIns="0" rIns="0" bIns="0" rtlCol="0" anchor="t"/>
          <a:lstStyle/>
          <a:p>
            <a:pPr algn="l" indent="0" marL="0">
              <a:buNone/>
            </a:pPr>
            <a:r>
              <a:rPr lang="en-US" sz="1238" b="1" dirty="0">
                <a:solidFill>
                  <a:srgbClr val="4A3C33"/>
                </a:solidFill>
                <a:latin typeface="Noto Sans TC" pitchFamily="34" charset="0"/>
                <a:ea typeface="Noto Sans TC" pitchFamily="34" charset="-122"/>
                <a:cs typeface="Noto Sans TC" pitchFamily="34" charset="-120"/>
              </a:rPr>
              <a:t>大頭貼</a:t>
            </a:r>
            <a:endParaRPr lang="en-US" sz="1238" dirty="0"/>
          </a:p>
        </p:txBody>
      </p:sp>
      <p:sp>
        <p:nvSpPr>
          <p:cNvPr id="8" name="Text 5"/>
          <p:cNvSpPr txBox="1"/>
          <p:nvPr/>
        </p:nvSpPr>
        <p:spPr>
          <a:xfrm>
            <a:off x="4217213" y="2430475"/>
            <a:ext cx="760141" cy="247620"/>
          </a:xfrm>
          <a:prstGeom prst="rect">
            <a:avLst/>
          </a:prstGeom>
          <a:noFill/>
          <a:ln/>
        </p:spPr>
        <p:txBody>
          <a:bodyPr wrap="square" lIns="0" tIns="0" rIns="0" bIns="0" rtlCol="0" anchor="t"/>
          <a:lstStyle/>
          <a:p>
            <a:pPr algn="l" indent="0" marL="0">
              <a:buNone/>
            </a:pPr>
            <a:r>
              <a:rPr lang="en-US" sz="1238" b="1" dirty="0">
                <a:solidFill>
                  <a:srgbClr val="4A3C33"/>
                </a:solidFill>
                <a:latin typeface="Noto Sans TC" pitchFamily="34" charset="0"/>
                <a:ea typeface="Noto Sans TC" pitchFamily="34" charset="-122"/>
                <a:cs typeface="Noto Sans TC" pitchFamily="34" charset="-120"/>
              </a:rPr>
              <a:t>基本介紹</a:t>
            </a:r>
            <a:endParaRPr lang="en-US" sz="1238" dirty="0"/>
          </a:p>
        </p:txBody>
      </p:sp>
      <p:sp>
        <p:nvSpPr>
          <p:cNvPr id="9" name="Text 6"/>
          <p:cNvSpPr txBox="1"/>
          <p:nvPr/>
        </p:nvSpPr>
        <p:spPr>
          <a:xfrm>
            <a:off x="1247790" y="2982956"/>
            <a:ext cx="1159368" cy="247620"/>
          </a:xfrm>
          <a:prstGeom prst="rect">
            <a:avLst/>
          </a:prstGeom>
          <a:noFill/>
          <a:ln/>
        </p:spPr>
        <p:txBody>
          <a:bodyPr wrap="square" lIns="0" tIns="0" rIns="0" bIns="0" rtlCol="0" anchor="t"/>
          <a:lstStyle/>
          <a:p>
            <a:pPr algn="l" indent="0" marL="0">
              <a:buNone/>
            </a:pPr>
            <a:r>
              <a:rPr lang="en-US" sz="1238" b="1" dirty="0">
                <a:solidFill>
                  <a:srgbClr val="4A3C33"/>
                </a:solidFill>
                <a:latin typeface="Noto Sans TC" pitchFamily="34" charset="0"/>
                <a:ea typeface="Noto Sans TC" pitchFamily="34" charset="-122"/>
                <a:cs typeface="Noto Sans TC" pitchFamily="34" charset="-120"/>
              </a:rPr>
              <a:t>我的 QR Code</a:t>
            </a:r>
            <a:endParaRPr lang="en-US" sz="1238" dirty="0"/>
          </a:p>
        </p:txBody>
      </p:sp>
      <p:sp>
        <p:nvSpPr>
          <p:cNvPr id="10" name="Text 7"/>
          <p:cNvSpPr txBox="1"/>
          <p:nvPr/>
        </p:nvSpPr>
        <p:spPr>
          <a:xfrm>
            <a:off x="4217213" y="2982956"/>
            <a:ext cx="1090422" cy="247620"/>
          </a:xfrm>
          <a:prstGeom prst="rect">
            <a:avLst/>
          </a:prstGeom>
          <a:noFill/>
          <a:ln/>
        </p:spPr>
        <p:txBody>
          <a:bodyPr wrap="square" lIns="0" tIns="0" rIns="0" bIns="0" rtlCol="0" anchor="t"/>
          <a:lstStyle/>
          <a:p>
            <a:pPr algn="l" indent="0" marL="0">
              <a:buNone/>
            </a:pPr>
            <a:r>
              <a:rPr lang="en-US" sz="1238" b="1" dirty="0">
                <a:solidFill>
                  <a:srgbClr val="4A3C33"/>
                </a:solidFill>
                <a:latin typeface="Noto Sans TC" pitchFamily="34" charset="0"/>
                <a:ea typeface="Noto Sans TC" pitchFamily="34" charset="-122"/>
                <a:cs typeface="Noto Sans TC" pitchFamily="34" charset="-120"/>
              </a:rPr>
              <a:t>加好友的方式</a:t>
            </a:r>
            <a:endParaRPr lang="en-US" sz="1238" dirty="0"/>
          </a:p>
        </p:txBody>
      </p:sp>
      <p:sp>
        <p:nvSpPr>
          <p:cNvPr id="11" name="Text 8"/>
          <p:cNvSpPr txBox="1"/>
          <p:nvPr/>
        </p:nvSpPr>
        <p:spPr>
          <a:xfrm>
            <a:off x="1247790" y="3535436"/>
            <a:ext cx="1257026" cy="247620"/>
          </a:xfrm>
          <a:prstGeom prst="rect">
            <a:avLst/>
          </a:prstGeom>
          <a:noFill/>
          <a:ln/>
        </p:spPr>
        <p:txBody>
          <a:bodyPr wrap="square" lIns="0" tIns="0" rIns="0" bIns="0" rtlCol="0" anchor="t"/>
          <a:lstStyle/>
          <a:p>
            <a:pPr algn="l" indent="0" marL="0">
              <a:buNone/>
            </a:pPr>
            <a:r>
              <a:rPr lang="en-US" sz="1238" b="1" dirty="0">
                <a:solidFill>
                  <a:srgbClr val="4A3C33"/>
                </a:solidFill>
                <a:latin typeface="Noto Sans TC" pitchFamily="34" charset="0"/>
                <a:ea typeface="Noto Sans TC" pitchFamily="34" charset="-122"/>
                <a:cs typeface="Noto Sans TC" pitchFamily="34" charset="-120"/>
              </a:rPr>
              <a:t>群發訊息的位置</a:t>
            </a:r>
            <a:endParaRPr lang="en-US" sz="1238" dirty="0"/>
          </a:p>
        </p:txBody>
      </p:sp>
      <p:sp>
        <p:nvSpPr>
          <p:cNvPr id="12" name="Text 9"/>
          <p:cNvSpPr txBox="1"/>
          <p:nvPr/>
        </p:nvSpPr>
        <p:spPr>
          <a:xfrm>
            <a:off x="1476390" y="4202125"/>
            <a:ext cx="2910627" cy="759043"/>
          </a:xfrm>
          <a:prstGeom prst="rect">
            <a:avLst/>
          </a:prstGeom>
          <a:noFill/>
          <a:ln/>
        </p:spPr>
        <p:txBody>
          <a:bodyPr wrap="square" lIns="0" tIns="0" rIns="0" bIns="0" rtlCol="0" anchor="t"/>
          <a:lstStyle/>
          <a:p>
            <a:pPr algn="l" indent="0" marL="0">
              <a:lnSpc>
                <a:spcPts val="1976"/>
              </a:lnSpc>
              <a:buNone/>
            </a:pPr>
            <a:r>
              <a:rPr lang="en-US" sz="1275" b="1" dirty="0">
                <a:solidFill>
                  <a:srgbClr val="4A3C33"/>
                </a:solidFill>
                <a:latin typeface="Noto Sans TC" pitchFamily="34" charset="0"/>
                <a:ea typeface="Noto Sans TC" pitchFamily="34" charset="-122"/>
                <a:cs typeface="Noto Sans TC" pitchFamily="34" charset="-120"/>
              </a:rPr>
              <a:t>還沒有官方帳號的人：</a:t>
            </a:r>
            <a:endParaRPr lang="en-US" sz="1275" dirty="0"/>
          </a:p>
          <a:p>
            <a:pPr algn="l" indent="0" marL="0">
              <a:lnSpc>
                <a:spcPts val="1976"/>
              </a:lnSpc>
              <a:buNone/>
            </a:pPr>
            <a:r>
              <a:rPr lang="en-US" sz="1275" b="1" dirty="0">
                <a:solidFill>
                  <a:srgbClr val="4A3C33"/>
                </a:solidFill>
                <a:latin typeface="Noto Sans TC" pitchFamily="34" charset="0"/>
                <a:ea typeface="Noto Sans TC" pitchFamily="34" charset="-122"/>
                <a:cs typeface="Noto Sans TC" pitchFamily="34" charset="-120"/>
              </a:rPr>
              <a:t> 用手機下載「LINE 官方帳號」App，</a:t>
            </a:r>
            <a:endParaRPr lang="en-US" sz="1275" dirty="0"/>
          </a:p>
          <a:p>
            <a:pPr algn="l" indent="0" marL="0">
              <a:lnSpc>
                <a:spcPts val="1976"/>
              </a:lnSpc>
              <a:buNone/>
            </a:pPr>
            <a:r>
              <a:rPr lang="en-US" sz="1275" b="1" dirty="0">
                <a:solidFill>
                  <a:srgbClr val="4A3C33"/>
                </a:solidFill>
                <a:latin typeface="Noto Sans TC" pitchFamily="34" charset="0"/>
                <a:ea typeface="Noto Sans TC" pitchFamily="34" charset="-122"/>
                <a:cs typeface="Noto Sans TC" pitchFamily="34" charset="-120"/>
              </a:rPr>
              <a:t>用現有的 LINE 帳號就能建立。</a:t>
            </a:r>
            <a:endParaRPr lang="en-US" sz="1275" dirty="0"/>
          </a:p>
        </p:txBody>
      </p:sp>
      <p:sp>
        <p:nvSpPr>
          <p:cNvPr id="13" name="Text 10"/>
          <p:cNvSpPr txBox="1"/>
          <p:nvPr/>
        </p:nvSpPr>
        <p:spPr>
          <a:xfrm>
            <a:off x="1476390" y="4202125"/>
            <a:ext cx="1807312" cy="257221"/>
          </a:xfrm>
          <a:prstGeom prst="rect">
            <a:avLst/>
          </a:prstGeom>
          <a:noFill/>
          <a:ln/>
        </p:spPr>
        <p:txBody>
          <a:bodyPr wrap="square" lIns="0" tIns="0" rIns="0" bIns="0" rtlCol="0" anchor="t"/>
          <a:lstStyle/>
          <a:p>
            <a:pPr algn="l" indent="0" marL="0">
              <a:lnSpc>
                <a:spcPts val="1976"/>
              </a:lnSpc>
              <a:buNone/>
            </a:pPr>
            <a:r>
              <a:rPr lang="en-US" sz="1275" b="1" dirty="0">
                <a:solidFill>
                  <a:srgbClr val="4A3C33"/>
                </a:solidFill>
                <a:latin typeface="Noto Sans TC" pitchFamily="34" charset="0"/>
                <a:ea typeface="Noto Sans TC" pitchFamily="34" charset="-122"/>
                <a:cs typeface="Noto Sans TC" pitchFamily="34" charset="-120"/>
              </a:rPr>
              <a:t>還沒有官方帳號的人：</a:t>
            </a:r>
            <a:endParaRPr lang="en-US" sz="1275" dirty="0"/>
          </a:p>
        </p:txBody>
      </p:sp>
      <p:sp>
        <p:nvSpPr>
          <p:cNvPr id="14" name="Text 11"/>
          <p:cNvSpPr txBox="1"/>
          <p:nvPr/>
        </p:nvSpPr>
        <p:spPr>
          <a:xfrm>
            <a:off x="761970" y="5250210"/>
            <a:ext cx="4003426" cy="457383"/>
          </a:xfrm>
          <a:prstGeom prst="rect">
            <a:avLst/>
          </a:prstGeom>
          <a:noFill/>
          <a:ln/>
        </p:spPr>
        <p:txBody>
          <a:bodyPr wrap="square" lIns="0" tIns="0" rIns="0" bIns="0" rtlCol="0" anchor="t"/>
          <a:lstStyle/>
          <a:p>
            <a:pPr algn="l" indent="0" marL="0">
              <a:lnSpc>
                <a:spcPts val="1802"/>
              </a:lnSpc>
              <a:buNone/>
            </a:pPr>
            <a:r>
              <a:rPr lang="en-US" sz="1163" b="1" dirty="0">
                <a:solidFill>
                  <a:srgbClr val="9C8B7C"/>
                </a:solidFill>
                <a:latin typeface="Noto Sans TC" pitchFamily="34" charset="0"/>
                <a:ea typeface="Noto Sans TC" pitchFamily="34" charset="-122"/>
                <a:cs typeface="Noto Sans TC" pitchFamily="34" charset="-120"/>
              </a:rPr>
              <a:t> ＊視課堂進度與網路狀況，決定是否現場實際建立帳號。</a:t>
            </a:r>
            <a:endParaRPr lang="en-US" sz="1163" dirty="0"/>
          </a:p>
          <a:p>
            <a:pPr algn="l" indent="0" marL="0">
              <a:lnSpc>
                <a:spcPts val="1802"/>
              </a:lnSpc>
              <a:buNone/>
            </a:pPr>
            <a:r>
              <a:rPr lang="en-US" sz="1163" b="1" dirty="0">
                <a:solidFill>
                  <a:srgbClr val="9C8B7C"/>
                </a:solidFill>
                <a:latin typeface="Noto Sans TC" pitchFamily="34" charset="0"/>
                <a:ea typeface="Noto Sans TC" pitchFamily="34" charset="-122"/>
                <a:cs typeface="Noto Sans TC" pitchFamily="34" charset="-120"/>
              </a:rPr>
              <a:t> 如果時間不夠，先讓大家把步驟記下來，回家再做。</a:t>
            </a:r>
            <a:endParaRPr lang="en-US" sz="1163" dirty="0"/>
          </a:p>
        </p:txBody>
      </p:sp>
      <p:sp>
        <p:nvSpPr>
          <p:cNvPr id="15" name="Text 12"/>
          <p:cNvSpPr txBox="1"/>
          <p:nvPr/>
        </p:nvSpPr>
        <p:spPr>
          <a:xfrm>
            <a:off x="7981980" y="5886450"/>
            <a:ext cx="2538192" cy="209580"/>
          </a:xfrm>
          <a:prstGeom prst="rect">
            <a:avLst/>
          </a:prstGeom>
          <a:noFill/>
          <a:ln/>
        </p:spPr>
        <p:txBody>
          <a:bodyPr wrap="square" lIns="0" tIns="0" rIns="0" bIns="0" rtlCol="0" anchor="t"/>
          <a:lstStyle/>
          <a:p>
            <a:pPr algn="ctr" indent="0" marL="0">
              <a:buNone/>
            </a:pPr>
            <a:r>
              <a:rPr lang="en-US" sz="1050" b="1" spc="105" kern="0" dirty="0">
                <a:solidFill>
                  <a:srgbClr val="9C8B7C"/>
                </a:solidFill>
                <a:latin typeface="Noto Sans TC" pitchFamily="34" charset="0"/>
                <a:ea typeface="Noto Sans TC" pitchFamily="34" charset="-122"/>
                <a:cs typeface="Noto Sans TC" pitchFamily="34" charset="-120"/>
              </a:rPr>
              <a:t>「分享我的帳號」裡就有 QR Code</a:t>
            </a:r>
            <a:endParaRPr lang="en-US" sz="1050" dirty="0"/>
          </a:p>
        </p:txBody>
      </p:sp>
      <p:sp>
        <p:nvSpPr>
          <p:cNvPr id="16" name="Text 13"/>
          <p:cNvSpPr txBox="1"/>
          <p:nvPr/>
        </p:nvSpPr>
        <p:spPr>
          <a:xfrm>
            <a:off x="10605486" y="304770"/>
            <a:ext cx="717804" cy="209580"/>
          </a:xfrm>
          <a:prstGeom prst="rect">
            <a:avLst/>
          </a:prstGeom>
          <a:noFill/>
          <a:ln/>
        </p:spPr>
        <p:txBody>
          <a:bodyPr wrap="square" lIns="0" tIns="0" rIns="0" bIns="0" rtlCol="0" anchor="t"/>
          <a:lstStyle/>
          <a:p>
            <a:pPr algn="l" indent="0" marL="0">
              <a:buNone/>
            </a:pPr>
            <a:r>
              <a:rPr lang="en-US" sz="1013" b="1" spc="142" kern="0" dirty="0">
                <a:solidFill>
                  <a:srgbClr val="FBF7F1"/>
                </a:solidFill>
                <a:latin typeface="Noto Sans TC" pitchFamily="34" charset="0"/>
                <a:ea typeface="Noto Sans TC" pitchFamily="34" charset="-122"/>
                <a:cs typeface="Noto Sans TC" pitchFamily="34" charset="-120"/>
              </a:rPr>
              <a:t>手機實作</a:t>
            </a:r>
            <a:endParaRPr lang="en-US" sz="1013" dirty="0"/>
          </a:p>
        </p:txBody>
      </p:sp>
      <p:sp>
        <p:nvSpPr>
          <p:cNvPr id="17" name="Text 14"/>
          <p:cNvSpPr txBox="1"/>
          <p:nvPr/>
        </p:nvSpPr>
        <p:spPr>
          <a:xfrm>
            <a:off x="761970" y="6438930"/>
            <a:ext cx="1338042" cy="200071"/>
          </a:xfrm>
          <a:prstGeom prst="rect">
            <a:avLst/>
          </a:prstGeom>
          <a:noFill/>
          <a:ln/>
        </p:spPr>
        <p:txBody>
          <a:bodyPr wrap="square" lIns="0" tIns="0" rIns="0" bIns="0" rtlCol="0" anchor="t"/>
          <a:lstStyle/>
          <a:p>
            <a:pPr algn="l" indent="0" marL="0">
              <a:buNone/>
            </a:pPr>
            <a:r>
              <a:rPr lang="en-US" sz="938" b="1" spc="56" kern="0" dirty="0">
                <a:solidFill>
                  <a:srgbClr val="9C8B7C"/>
                </a:solidFill>
                <a:latin typeface="Noto Sans TC" pitchFamily="34" charset="0"/>
                <a:ea typeface="Noto Sans TC" pitchFamily="34" charset="-122"/>
                <a:cs typeface="Noto Sans TC" pitchFamily="34" charset="-120"/>
              </a:rPr>
              <a:t>PART 8 · 15:31</a:t>
            </a:r>
            <a:endParaRPr lang="en-US" sz="938" dirty="0"/>
          </a:p>
        </p:txBody>
      </p:sp>
      <p:sp>
        <p:nvSpPr>
          <p:cNvPr id="18" name="Text 15"/>
          <p:cNvSpPr txBox="1"/>
          <p:nvPr/>
        </p:nvSpPr>
        <p:spPr>
          <a:xfrm>
            <a:off x="10922599" y="6438930"/>
            <a:ext cx="562630" cy="200071"/>
          </a:xfrm>
          <a:prstGeom prst="rect">
            <a:avLst/>
          </a:prstGeom>
          <a:noFill/>
          <a:ln/>
        </p:spPr>
        <p:txBody>
          <a:bodyPr wrap="square" lIns="0" tIns="0" rIns="0" bIns="0" rtlCol="0" anchor="t"/>
          <a:lstStyle/>
          <a:p>
            <a:pPr algn="l" indent="0" marL="0">
              <a:buNone/>
            </a:pPr>
            <a:r>
              <a:rPr lang="en-US" sz="938" b="1" spc="56" kern="0" dirty="0">
                <a:solidFill>
                  <a:srgbClr val="9C8B7C"/>
                </a:solidFill>
                <a:latin typeface="Noto Sans TC" pitchFamily="34" charset="0"/>
                <a:ea typeface="Noto Sans TC" pitchFamily="34" charset="-122"/>
                <a:cs typeface="Noto Sans TC" pitchFamily="34" charset="-120"/>
              </a:rPr>
              <a:t>64 / 75</a:t>
            </a:r>
            <a:endParaRPr lang="en-US" sz="938"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BF7F1"/>
        </a:solidFill>
      </p:bgPr>
    </p:bg>
    <p:spTree>
      <p:nvGrpSpPr>
        <p:cNvPr id="1" name=""/>
        <p:cNvGrpSpPr/>
        <p:nvPr/>
      </p:nvGrpSpPr>
      <p:grpSpPr>
        <a:xfrm>
          <a:off x="0" y="0"/>
          <a:ext cx="0" cy="0"/>
          <a:chOff x="0" y="0"/>
          <a:chExt cx="0" cy="0"/>
        </a:xfrm>
      </p:grpSpPr>
      <p:pic>
        <p:nvPicPr>
          <p:cNvPr id="2" name="Image 0" descr="/home/user/gogoeveryday/social-course/export-pptx/build/bg/65.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876270" y="1373520"/>
            <a:ext cx="2230862" cy="209580"/>
          </a:xfrm>
          <a:prstGeom prst="rect">
            <a:avLst/>
          </a:prstGeom>
          <a:noFill/>
          <a:ln/>
        </p:spPr>
        <p:txBody>
          <a:bodyPr wrap="square" lIns="0" tIns="0" rIns="0" bIns="0" rtlCol="0" anchor="t"/>
          <a:lstStyle/>
          <a:p>
            <a:pPr algn="l" indent="0" marL="0">
              <a:buNone/>
            </a:pPr>
            <a:r>
              <a:rPr lang="en-US" sz="1050" b="1" spc="189" kern="0" dirty="0">
                <a:solidFill>
                  <a:srgbClr val="D99A4E"/>
                </a:solidFill>
                <a:latin typeface="Noto Sans TC" pitchFamily="34" charset="0"/>
                <a:ea typeface="Noto Sans TC" pitchFamily="34" charset="-122"/>
                <a:cs typeface="Noto Sans TC" pitchFamily="34" charset="-120"/>
              </a:rPr>
              <a:t>15:35 – 16:00 ｜ PART 9</a:t>
            </a:r>
            <a:endParaRPr lang="en-US" sz="1050" dirty="0"/>
          </a:p>
        </p:txBody>
      </p:sp>
      <p:sp>
        <p:nvSpPr>
          <p:cNvPr id="4" name="Text 1"/>
          <p:cNvSpPr txBox="1"/>
          <p:nvPr/>
        </p:nvSpPr>
        <p:spPr>
          <a:xfrm>
            <a:off x="876270" y="1487820"/>
            <a:ext cx="1726662" cy="2086021"/>
          </a:xfrm>
          <a:prstGeom prst="rect">
            <a:avLst/>
          </a:prstGeom>
          <a:noFill/>
          <a:ln/>
        </p:spPr>
        <p:txBody>
          <a:bodyPr wrap="square" lIns="0" tIns="0" rIns="0" bIns="0" rtlCol="0" anchor="t"/>
          <a:lstStyle/>
          <a:p>
            <a:pPr algn="l" indent="0" marL="0">
              <a:lnSpc>
                <a:spcPts val="11250"/>
              </a:lnSpc>
              <a:buNone/>
            </a:pPr>
            <a:r>
              <a:rPr lang="en-US" sz="11250" b="1" spc="-563" kern="0" dirty="0">
                <a:solidFill>
                  <a:srgbClr val="FFFFFF"/>
                </a:solidFill>
                <a:latin typeface="Noto Sans TC" pitchFamily="34" charset="0"/>
                <a:ea typeface="Noto Sans TC" pitchFamily="34" charset="-122"/>
                <a:cs typeface="Noto Sans TC" pitchFamily="34" charset="-120"/>
              </a:rPr>
              <a:t>09</a:t>
            </a:r>
            <a:endParaRPr lang="en-US" sz="11250" dirty="0"/>
          </a:p>
        </p:txBody>
      </p:sp>
      <p:sp>
        <p:nvSpPr>
          <p:cNvPr id="5" name="Text 2"/>
          <p:cNvSpPr txBox="1"/>
          <p:nvPr/>
        </p:nvSpPr>
        <p:spPr>
          <a:xfrm>
            <a:off x="876270" y="3030870"/>
            <a:ext cx="2833177" cy="1562070"/>
          </a:xfrm>
          <a:prstGeom prst="rect">
            <a:avLst/>
          </a:prstGeom>
          <a:noFill/>
          <a:ln/>
        </p:spPr>
        <p:txBody>
          <a:bodyPr wrap="square" lIns="0" tIns="0" rIns="0" bIns="0" rtlCol="0" anchor="t"/>
          <a:lstStyle/>
          <a:p>
            <a:pPr algn="l" indent="0" marL="0">
              <a:buNone/>
            </a:pPr>
            <a:r>
              <a:rPr lang="en-US" sz="4200" b="1" spc="-126" kern="0" dirty="0">
                <a:solidFill>
                  <a:srgbClr val="FFFFFF"/>
                </a:solidFill>
                <a:latin typeface="Noto Sans TC" pitchFamily="34" charset="0"/>
                <a:ea typeface="Noto Sans TC" pitchFamily="34" charset="-122"/>
                <a:cs typeface="Noto Sans TC" pitchFamily="34" charset="-120"/>
              </a:rPr>
              <a:t>免費曝光</a:t>
            </a:r>
            <a:endParaRPr lang="en-US" sz="4200" dirty="0"/>
          </a:p>
          <a:p>
            <a:pPr algn="l" indent="0" marL="0">
              <a:buNone/>
            </a:pPr>
            <a:r>
              <a:rPr lang="en-US" sz="4200" b="1" spc="-126" kern="0" dirty="0">
                <a:solidFill>
                  <a:srgbClr val="FFFFFF"/>
                </a:solidFill>
                <a:latin typeface="Noto Sans TC" pitchFamily="34" charset="0"/>
                <a:ea typeface="Noto Sans TC" pitchFamily="34" charset="-122"/>
                <a:cs typeface="Noto Sans TC" pitchFamily="34" charset="-120"/>
              </a:rPr>
              <a:t>＋成果實作</a:t>
            </a:r>
            <a:endParaRPr lang="en-US" sz="4200" dirty="0"/>
          </a:p>
        </p:txBody>
      </p:sp>
      <p:sp>
        <p:nvSpPr>
          <p:cNvPr id="6" name="Text 3"/>
          <p:cNvSpPr txBox="1"/>
          <p:nvPr/>
        </p:nvSpPr>
        <p:spPr>
          <a:xfrm>
            <a:off x="876270" y="4954951"/>
            <a:ext cx="5313853" cy="304770"/>
          </a:xfrm>
          <a:prstGeom prst="rect">
            <a:avLst/>
          </a:prstGeom>
          <a:noFill/>
          <a:ln/>
        </p:spPr>
        <p:txBody>
          <a:bodyPr wrap="square" lIns="0" tIns="0" rIns="0" bIns="0" rtlCol="0" anchor="t"/>
          <a:lstStyle/>
          <a:p>
            <a:pPr algn="l" indent="0" marL="0">
              <a:lnSpc>
                <a:spcPts val="2520"/>
              </a:lnSpc>
              <a:buNone/>
            </a:pPr>
            <a:r>
              <a:rPr lang="en-US" sz="1575" dirty="0">
                <a:solidFill>
                  <a:srgbClr val="FFFFFF"/>
                </a:solidFill>
                <a:latin typeface="Noto Sans TC" pitchFamily="34" charset="0"/>
                <a:ea typeface="Noto Sans TC" pitchFamily="34" charset="-122"/>
                <a:cs typeface="Noto Sans TC" pitchFamily="34" charset="-120"/>
              </a:rPr>
              <a:t>沒有廣告費也可以。最後 25 分鐘，把今天學的做出來。</a:t>
            </a:r>
            <a:endParaRPr lang="en-US" sz="1575" dirty="0"/>
          </a:p>
        </p:txBody>
      </p:sp>
      <p:sp>
        <p:nvSpPr>
          <p:cNvPr id="7" name="Text 4"/>
          <p:cNvSpPr txBox="1"/>
          <p:nvPr/>
        </p:nvSpPr>
        <p:spPr>
          <a:xfrm>
            <a:off x="761970" y="6438930"/>
            <a:ext cx="1791035" cy="200071"/>
          </a:xfrm>
          <a:prstGeom prst="rect">
            <a:avLst/>
          </a:prstGeom>
          <a:noFill/>
          <a:ln/>
        </p:spPr>
        <p:txBody>
          <a:bodyPr wrap="square" lIns="0" tIns="0" rIns="0" bIns="0" rtlCol="0" anchor="t"/>
          <a:lstStyle/>
          <a:p>
            <a:pPr algn="l" indent="0" marL="0">
              <a:buNone/>
            </a:pPr>
            <a:r>
              <a:rPr lang="en-US" sz="938" b="1" spc="56" kern="0" dirty="0">
                <a:solidFill>
                  <a:srgbClr val="FFFFFF"/>
                </a:solidFill>
                <a:latin typeface="Noto Sans TC" pitchFamily="34" charset="0"/>
                <a:ea typeface="Noto Sans TC" pitchFamily="34" charset="-122"/>
                <a:cs typeface="Noto Sans TC" pitchFamily="34" charset="-120"/>
              </a:rPr>
              <a:t>PART 9 · 15:35–16:00</a:t>
            </a:r>
            <a:endParaRPr lang="en-US" sz="938" dirty="0"/>
          </a:p>
        </p:txBody>
      </p:sp>
      <p:sp>
        <p:nvSpPr>
          <p:cNvPr id="8" name="Text 5"/>
          <p:cNvSpPr txBox="1"/>
          <p:nvPr/>
        </p:nvSpPr>
        <p:spPr>
          <a:xfrm>
            <a:off x="10922599" y="6438930"/>
            <a:ext cx="562630" cy="200071"/>
          </a:xfrm>
          <a:prstGeom prst="rect">
            <a:avLst/>
          </a:prstGeom>
          <a:noFill/>
          <a:ln/>
        </p:spPr>
        <p:txBody>
          <a:bodyPr wrap="square" lIns="0" tIns="0" rIns="0" bIns="0" rtlCol="0" anchor="t"/>
          <a:lstStyle/>
          <a:p>
            <a:pPr algn="l" indent="0" marL="0">
              <a:buNone/>
            </a:pPr>
            <a:r>
              <a:rPr lang="en-US" sz="938" b="1" spc="56" kern="0" dirty="0">
                <a:solidFill>
                  <a:srgbClr val="FFFFFF"/>
                </a:solidFill>
                <a:latin typeface="Noto Sans TC" pitchFamily="34" charset="0"/>
                <a:ea typeface="Noto Sans TC" pitchFamily="34" charset="-122"/>
                <a:cs typeface="Noto Sans TC" pitchFamily="34" charset="-120"/>
              </a:rPr>
              <a:t>65 / 75</a:t>
            </a:r>
            <a:endParaRPr lang="en-US" sz="938"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BF7F1"/>
        </a:solidFill>
      </p:bgPr>
    </p:bg>
    <p:spTree>
      <p:nvGrpSpPr>
        <p:cNvPr id="1" name=""/>
        <p:cNvGrpSpPr/>
        <p:nvPr/>
      </p:nvGrpSpPr>
      <p:grpSpPr>
        <a:xfrm>
          <a:off x="0" y="0"/>
          <a:ext cx="0" cy="0"/>
          <a:chOff x="0" y="0"/>
          <a:chExt cx="0" cy="0"/>
        </a:xfrm>
      </p:grpSpPr>
      <p:pic>
        <p:nvPicPr>
          <p:cNvPr id="2" name="Image 0" descr="/home/user/gogoeveryday/social-course/export-pptx/build/bg/66.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761970" y="1276960"/>
            <a:ext cx="1726662" cy="219090"/>
          </a:xfrm>
          <a:prstGeom prst="rect">
            <a:avLst/>
          </a:prstGeom>
          <a:noFill/>
          <a:ln/>
        </p:spPr>
        <p:txBody>
          <a:bodyPr wrap="square" lIns="0" tIns="0" rIns="0" bIns="0" rtlCol="0" anchor="t"/>
          <a:lstStyle/>
          <a:p>
            <a:pPr algn="l" indent="0" marL="0">
              <a:buNone/>
            </a:pPr>
            <a:r>
              <a:rPr lang="en-US" sz="1125" b="1" spc="225" kern="0" dirty="0">
                <a:solidFill>
                  <a:srgbClr val="C05F3C"/>
                </a:solidFill>
                <a:latin typeface="Noto Sans TC" pitchFamily="34" charset="0"/>
                <a:ea typeface="Noto Sans TC" pitchFamily="34" charset="-122"/>
                <a:cs typeface="Noto Sans TC" pitchFamily="34" charset="-120"/>
              </a:rPr>
              <a:t>十個不用花錢的方法</a:t>
            </a:r>
            <a:endParaRPr lang="en-US" sz="1125" dirty="0"/>
          </a:p>
        </p:txBody>
      </p:sp>
      <p:sp>
        <p:nvSpPr>
          <p:cNvPr id="4" name="Text 1"/>
          <p:cNvSpPr txBox="1"/>
          <p:nvPr/>
        </p:nvSpPr>
        <p:spPr>
          <a:xfrm>
            <a:off x="761970" y="1581729"/>
            <a:ext cx="3474903" cy="542971"/>
          </a:xfrm>
          <a:prstGeom prst="rect">
            <a:avLst/>
          </a:prstGeom>
          <a:noFill/>
          <a:ln/>
        </p:spPr>
        <p:txBody>
          <a:bodyPr wrap="square" lIns="0" tIns="0" rIns="0" bIns="0" rtlCol="0" anchor="t"/>
          <a:lstStyle/>
          <a:p>
            <a:pPr algn="l" indent="0" marL="0">
              <a:lnSpc>
                <a:spcPts val="3477"/>
              </a:lnSpc>
              <a:buNone/>
            </a:pPr>
            <a:r>
              <a:rPr lang="en-US" sz="2850" b="1" spc="-57" kern="0" dirty="0">
                <a:solidFill>
                  <a:srgbClr val="241C17"/>
                </a:solidFill>
                <a:latin typeface="Noto Sans TC" pitchFamily="34" charset="0"/>
                <a:ea typeface="Noto Sans TC" pitchFamily="34" charset="-122"/>
                <a:cs typeface="Noto Sans TC" pitchFamily="34" charset="-120"/>
              </a:rPr>
              <a:t>免費曝光的十個地方</a:t>
            </a:r>
            <a:endParaRPr lang="en-US" sz="2850" dirty="0"/>
          </a:p>
        </p:txBody>
      </p:sp>
      <p:sp>
        <p:nvSpPr>
          <p:cNvPr id="5" name="Text 2"/>
          <p:cNvSpPr txBox="1"/>
          <p:nvPr/>
        </p:nvSpPr>
        <p:spPr>
          <a:xfrm>
            <a:off x="1239744" y="3032973"/>
            <a:ext cx="1141903" cy="219090"/>
          </a:xfrm>
          <a:prstGeom prst="rect">
            <a:avLst/>
          </a:prstGeom>
          <a:noFill/>
          <a:ln/>
        </p:spPr>
        <p:txBody>
          <a:bodyPr wrap="square" lIns="0" tIns="0" rIns="0" bIns="0" rtlCol="0" anchor="t"/>
          <a:lstStyle/>
          <a:p>
            <a:pPr algn="ctr" indent="0" marL="0">
              <a:lnSpc>
                <a:spcPts val="1519"/>
              </a:lnSpc>
              <a:buNone/>
            </a:pPr>
            <a:r>
              <a:rPr lang="en-US" sz="1125" b="1" dirty="0">
                <a:solidFill>
                  <a:srgbClr val="241C17"/>
                </a:solidFill>
                <a:latin typeface="Noto Sans TC" pitchFamily="34" charset="0"/>
                <a:ea typeface="Noto Sans TC" pitchFamily="34" charset="-122"/>
                <a:cs typeface="Noto Sans TC" pitchFamily="34" charset="-120"/>
              </a:rPr>
              <a:t>Facebook 社團</a:t>
            </a:r>
            <a:endParaRPr lang="en-US" sz="1125" dirty="0"/>
          </a:p>
        </p:txBody>
      </p:sp>
      <p:sp>
        <p:nvSpPr>
          <p:cNvPr id="6" name="Text 3"/>
          <p:cNvSpPr txBox="1"/>
          <p:nvPr/>
        </p:nvSpPr>
        <p:spPr>
          <a:xfrm>
            <a:off x="3455792" y="3032973"/>
            <a:ext cx="999714" cy="219090"/>
          </a:xfrm>
          <a:prstGeom prst="rect">
            <a:avLst/>
          </a:prstGeom>
          <a:noFill/>
          <a:ln/>
        </p:spPr>
        <p:txBody>
          <a:bodyPr wrap="square" lIns="0" tIns="0" rIns="0" bIns="0" rtlCol="0" anchor="t"/>
          <a:lstStyle/>
          <a:p>
            <a:pPr algn="ctr" indent="0" marL="0">
              <a:lnSpc>
                <a:spcPts val="1519"/>
              </a:lnSpc>
              <a:buNone/>
            </a:pPr>
            <a:r>
              <a:rPr lang="en-US" sz="1125" b="1" dirty="0">
                <a:solidFill>
                  <a:srgbClr val="241C17"/>
                </a:solidFill>
                <a:latin typeface="Noto Sans TC" pitchFamily="34" charset="0"/>
                <a:ea typeface="Noto Sans TC" pitchFamily="34" charset="-122"/>
                <a:cs typeface="Noto Sans TC" pitchFamily="34" charset="-120"/>
              </a:rPr>
              <a:t>個人帳號分享</a:t>
            </a:r>
            <a:endParaRPr lang="en-US" sz="1125" dirty="0"/>
          </a:p>
        </p:txBody>
      </p:sp>
      <p:sp>
        <p:nvSpPr>
          <p:cNvPr id="7" name="Text 4"/>
          <p:cNvSpPr txBox="1"/>
          <p:nvPr/>
        </p:nvSpPr>
        <p:spPr>
          <a:xfrm>
            <a:off x="5600883" y="3032973"/>
            <a:ext cx="999714" cy="219090"/>
          </a:xfrm>
          <a:prstGeom prst="rect">
            <a:avLst/>
          </a:prstGeom>
          <a:noFill/>
          <a:ln/>
        </p:spPr>
        <p:txBody>
          <a:bodyPr wrap="square" lIns="0" tIns="0" rIns="0" bIns="0" rtlCol="0" anchor="t"/>
          <a:lstStyle/>
          <a:p>
            <a:pPr algn="ctr" indent="0" marL="0">
              <a:lnSpc>
                <a:spcPts val="1519"/>
              </a:lnSpc>
              <a:buNone/>
            </a:pPr>
            <a:r>
              <a:rPr lang="en-US" sz="1125" b="1" dirty="0">
                <a:solidFill>
                  <a:srgbClr val="241C17"/>
                </a:solidFill>
                <a:latin typeface="Noto Sans TC" pitchFamily="34" charset="0"/>
                <a:ea typeface="Noto Sans TC" pitchFamily="34" charset="-122"/>
                <a:cs typeface="Noto Sans TC" pitchFamily="34" charset="-120"/>
              </a:rPr>
              <a:t>顧客主動分享</a:t>
            </a:r>
            <a:endParaRPr lang="en-US" sz="1125" dirty="0"/>
          </a:p>
        </p:txBody>
      </p:sp>
      <p:sp>
        <p:nvSpPr>
          <p:cNvPr id="8" name="Text 5"/>
          <p:cNvSpPr txBox="1"/>
          <p:nvPr/>
        </p:nvSpPr>
        <p:spPr>
          <a:xfrm>
            <a:off x="7605248" y="3032973"/>
            <a:ext cx="1280983" cy="219090"/>
          </a:xfrm>
          <a:prstGeom prst="rect">
            <a:avLst/>
          </a:prstGeom>
          <a:noFill/>
          <a:ln/>
        </p:spPr>
        <p:txBody>
          <a:bodyPr wrap="square" lIns="0" tIns="0" rIns="0" bIns="0" rtlCol="0" anchor="t"/>
          <a:lstStyle/>
          <a:p>
            <a:pPr algn="ctr" indent="0" marL="0">
              <a:lnSpc>
                <a:spcPts val="1519"/>
              </a:lnSpc>
              <a:buNone/>
            </a:pPr>
            <a:r>
              <a:rPr lang="en-US" sz="1125" b="1" dirty="0">
                <a:solidFill>
                  <a:srgbClr val="241C17"/>
                </a:solidFill>
                <a:latin typeface="Noto Sans TC" pitchFamily="34" charset="0"/>
                <a:ea typeface="Noto Sans TC" pitchFamily="34" charset="-122"/>
                <a:cs typeface="Noto Sans TC" pitchFamily="34" charset="-120"/>
              </a:rPr>
              <a:t>Instagram Reels</a:t>
            </a:r>
            <a:endParaRPr lang="en-US" sz="1125" dirty="0"/>
          </a:p>
        </p:txBody>
      </p:sp>
      <p:sp>
        <p:nvSpPr>
          <p:cNvPr id="9" name="Text 6"/>
          <p:cNvSpPr txBox="1"/>
          <p:nvPr/>
        </p:nvSpPr>
        <p:spPr>
          <a:xfrm>
            <a:off x="10039106" y="3032973"/>
            <a:ext cx="703082" cy="219090"/>
          </a:xfrm>
          <a:prstGeom prst="rect">
            <a:avLst/>
          </a:prstGeom>
          <a:noFill/>
          <a:ln/>
        </p:spPr>
        <p:txBody>
          <a:bodyPr wrap="square" lIns="0" tIns="0" rIns="0" bIns="0" rtlCol="0" anchor="t"/>
          <a:lstStyle/>
          <a:p>
            <a:pPr algn="ctr" indent="0" marL="0">
              <a:lnSpc>
                <a:spcPts val="1519"/>
              </a:lnSpc>
              <a:buNone/>
            </a:pPr>
            <a:r>
              <a:rPr lang="en-US" sz="1125" b="1" dirty="0">
                <a:solidFill>
                  <a:srgbClr val="241C17"/>
                </a:solidFill>
                <a:latin typeface="Noto Sans TC" pitchFamily="34" charset="0"/>
                <a:ea typeface="Noto Sans TC" pitchFamily="34" charset="-122"/>
                <a:cs typeface="Noto Sans TC" pitchFamily="34" charset="-120"/>
              </a:rPr>
              <a:t>限時動態</a:t>
            </a:r>
            <a:endParaRPr lang="en-US" sz="1125" dirty="0"/>
          </a:p>
        </p:txBody>
      </p:sp>
      <p:sp>
        <p:nvSpPr>
          <p:cNvPr id="10" name="Text 7"/>
          <p:cNvSpPr txBox="1"/>
          <p:nvPr/>
        </p:nvSpPr>
        <p:spPr>
          <a:xfrm>
            <a:off x="1454079" y="4149730"/>
            <a:ext cx="712958" cy="219090"/>
          </a:xfrm>
          <a:prstGeom prst="rect">
            <a:avLst/>
          </a:prstGeom>
          <a:noFill/>
          <a:ln/>
        </p:spPr>
        <p:txBody>
          <a:bodyPr wrap="square" lIns="0" tIns="0" rIns="0" bIns="0" rtlCol="0" anchor="t"/>
          <a:lstStyle/>
          <a:p>
            <a:pPr algn="ctr" indent="0" marL="0">
              <a:lnSpc>
                <a:spcPts val="1519"/>
              </a:lnSpc>
              <a:buNone/>
            </a:pPr>
            <a:r>
              <a:rPr lang="en-US" sz="1125" b="1" dirty="0">
                <a:solidFill>
                  <a:srgbClr val="241C17"/>
                </a:solidFill>
                <a:latin typeface="Noto Sans TC" pitchFamily="34" charset="0"/>
                <a:ea typeface="Noto Sans TC" pitchFamily="34" charset="-122"/>
                <a:cs typeface="Noto Sans TC" pitchFamily="34" charset="-120"/>
              </a:rPr>
              <a:t>Hashtag</a:t>
            </a:r>
            <a:endParaRPr lang="en-US" sz="1125" dirty="0"/>
          </a:p>
        </p:txBody>
      </p:sp>
      <p:sp>
        <p:nvSpPr>
          <p:cNvPr id="11" name="Text 8"/>
          <p:cNvSpPr txBox="1"/>
          <p:nvPr/>
        </p:nvSpPr>
        <p:spPr>
          <a:xfrm>
            <a:off x="3531413" y="4149730"/>
            <a:ext cx="848289" cy="219090"/>
          </a:xfrm>
          <a:prstGeom prst="rect">
            <a:avLst/>
          </a:prstGeom>
          <a:noFill/>
          <a:ln/>
        </p:spPr>
        <p:txBody>
          <a:bodyPr wrap="square" lIns="0" tIns="0" rIns="0" bIns="0" rtlCol="0" anchor="t"/>
          <a:lstStyle/>
          <a:p>
            <a:pPr algn="ctr" indent="0" marL="0">
              <a:lnSpc>
                <a:spcPts val="1519"/>
              </a:lnSpc>
              <a:buNone/>
            </a:pPr>
            <a:r>
              <a:rPr lang="en-US" sz="1125" b="1" dirty="0">
                <a:solidFill>
                  <a:srgbClr val="241C17"/>
                </a:solidFill>
                <a:latin typeface="Noto Sans TC" pitchFamily="34" charset="0"/>
                <a:ea typeface="Noto Sans TC" pitchFamily="34" charset="-122"/>
                <a:cs typeface="Noto Sans TC" pitchFamily="34" charset="-120"/>
              </a:rPr>
              <a:t>地區關鍵字</a:t>
            </a:r>
            <a:endParaRPr lang="en-US" sz="1125" dirty="0"/>
          </a:p>
        </p:txBody>
      </p:sp>
      <p:sp>
        <p:nvSpPr>
          <p:cNvPr id="12" name="Text 9"/>
          <p:cNvSpPr txBox="1"/>
          <p:nvPr/>
        </p:nvSpPr>
        <p:spPr>
          <a:xfrm>
            <a:off x="5676504" y="4149730"/>
            <a:ext cx="848289" cy="219090"/>
          </a:xfrm>
          <a:prstGeom prst="rect">
            <a:avLst/>
          </a:prstGeom>
          <a:noFill/>
          <a:ln/>
        </p:spPr>
        <p:txBody>
          <a:bodyPr wrap="square" lIns="0" tIns="0" rIns="0" bIns="0" rtlCol="0" anchor="t"/>
          <a:lstStyle/>
          <a:p>
            <a:pPr algn="ctr" indent="0" marL="0">
              <a:lnSpc>
                <a:spcPts val="1519"/>
              </a:lnSpc>
              <a:buNone/>
            </a:pPr>
            <a:r>
              <a:rPr lang="en-US" sz="1125" b="1" dirty="0">
                <a:solidFill>
                  <a:srgbClr val="241C17"/>
                </a:solidFill>
                <a:latin typeface="Noto Sans TC" pitchFamily="34" charset="0"/>
                <a:ea typeface="Noto Sans TC" pitchFamily="34" charset="-122"/>
                <a:cs typeface="Noto Sans TC" pitchFamily="34" charset="-120"/>
              </a:rPr>
              <a:t>跟別人合作</a:t>
            </a:r>
            <a:endParaRPr lang="en-US" sz="1125" dirty="0"/>
          </a:p>
        </p:txBody>
      </p:sp>
      <p:sp>
        <p:nvSpPr>
          <p:cNvPr id="13" name="Text 10"/>
          <p:cNvSpPr txBox="1"/>
          <p:nvPr/>
        </p:nvSpPr>
        <p:spPr>
          <a:xfrm>
            <a:off x="7714610" y="4149730"/>
            <a:ext cx="1062258" cy="219090"/>
          </a:xfrm>
          <a:prstGeom prst="rect">
            <a:avLst/>
          </a:prstGeom>
          <a:noFill/>
          <a:ln/>
        </p:spPr>
        <p:txBody>
          <a:bodyPr wrap="square" lIns="0" tIns="0" rIns="0" bIns="0" rtlCol="0" anchor="t"/>
          <a:lstStyle/>
          <a:p>
            <a:pPr algn="ctr" indent="0" marL="0">
              <a:lnSpc>
                <a:spcPts val="1519"/>
              </a:lnSpc>
              <a:buNone/>
            </a:pPr>
            <a:r>
              <a:rPr lang="en-US" sz="1125" b="1" dirty="0">
                <a:solidFill>
                  <a:srgbClr val="241C17"/>
                </a:solidFill>
                <a:latin typeface="Noto Sans TC" pitchFamily="34" charset="0"/>
                <a:ea typeface="Noto Sans TC" pitchFamily="34" charset="-122"/>
                <a:cs typeface="Noto Sans TC" pitchFamily="34" charset="-120"/>
              </a:rPr>
              <a:t>市集 QR Code</a:t>
            </a:r>
            <a:endParaRPr lang="en-US" sz="1125" dirty="0"/>
          </a:p>
        </p:txBody>
      </p:sp>
      <p:sp>
        <p:nvSpPr>
          <p:cNvPr id="14" name="Text 11"/>
          <p:cNvSpPr txBox="1"/>
          <p:nvPr/>
        </p:nvSpPr>
        <p:spPr>
          <a:xfrm>
            <a:off x="9853117" y="4149730"/>
            <a:ext cx="1075334" cy="219090"/>
          </a:xfrm>
          <a:prstGeom prst="rect">
            <a:avLst/>
          </a:prstGeom>
          <a:noFill/>
          <a:ln/>
        </p:spPr>
        <p:txBody>
          <a:bodyPr wrap="square" lIns="0" tIns="0" rIns="0" bIns="0" rtlCol="0" anchor="t"/>
          <a:lstStyle/>
          <a:p>
            <a:pPr algn="ctr" indent="0" marL="0">
              <a:lnSpc>
                <a:spcPts val="1519"/>
              </a:lnSpc>
              <a:buNone/>
            </a:pPr>
            <a:r>
              <a:rPr lang="en-US" sz="1125" b="1" dirty="0">
                <a:solidFill>
                  <a:srgbClr val="241C17"/>
                </a:solidFill>
                <a:latin typeface="Noto Sans TC" pitchFamily="34" charset="0"/>
                <a:ea typeface="Noto Sans TC" pitchFamily="34" charset="-122"/>
                <a:cs typeface="Noto Sans TC" pitchFamily="34" charset="-120"/>
              </a:rPr>
              <a:t>LINE 好友分享</a:t>
            </a:r>
            <a:endParaRPr lang="en-US" sz="1125" dirty="0"/>
          </a:p>
        </p:txBody>
      </p:sp>
      <p:sp>
        <p:nvSpPr>
          <p:cNvPr id="15" name="Text 12"/>
          <p:cNvSpPr txBox="1"/>
          <p:nvPr/>
        </p:nvSpPr>
        <p:spPr>
          <a:xfrm>
            <a:off x="1533540" y="4937943"/>
            <a:ext cx="5341010" cy="295260"/>
          </a:xfrm>
          <a:prstGeom prst="rect">
            <a:avLst/>
          </a:prstGeom>
          <a:noFill/>
          <a:ln/>
        </p:spPr>
        <p:txBody>
          <a:bodyPr wrap="square" lIns="0" tIns="0" rIns="0" bIns="0" rtlCol="0" anchor="t"/>
          <a:lstStyle/>
          <a:p>
            <a:pPr algn="l" indent="0" marL="0">
              <a:lnSpc>
                <a:spcPts val="2325"/>
              </a:lnSpc>
              <a:buNone/>
            </a:pPr>
            <a:r>
              <a:rPr lang="en-US" sz="1500" b="1" dirty="0">
                <a:solidFill>
                  <a:srgbClr val="4A3C33"/>
                </a:solidFill>
                <a:latin typeface="Noto Sans TC" pitchFamily="34" charset="0"/>
                <a:ea typeface="Noto Sans TC" pitchFamily="34" charset="-122"/>
                <a:cs typeface="Noto Sans TC" pitchFamily="34" charset="-120"/>
              </a:rPr>
              <a:t>不用十個都做。</a:t>
            </a:r>
            <a:pPr algn="l" indent="0" marL="0">
              <a:lnSpc>
                <a:spcPts val="2325"/>
              </a:lnSpc>
              <a:buNone/>
            </a:pPr>
            <a:r>
              <a:rPr lang="en-US" sz="1500" b="1" dirty="0">
                <a:solidFill>
                  <a:srgbClr val="4A3C33"/>
                </a:solidFill>
                <a:latin typeface="Noto Sans TC" pitchFamily="34" charset="0"/>
                <a:ea typeface="Noto Sans TC" pitchFamily="34" charset="-122"/>
                <a:cs typeface="Noto Sans TC" pitchFamily="34" charset="-120"/>
              </a:rPr>
              <a:t>挑兩個，做三個月</a:t>
            </a:r>
            <a:pPr algn="l" indent="0" marL="0">
              <a:lnSpc>
                <a:spcPts val="2325"/>
              </a:lnSpc>
              <a:buNone/>
            </a:pPr>
            <a:r>
              <a:rPr lang="en-US" sz="1500" b="1" dirty="0">
                <a:solidFill>
                  <a:srgbClr val="4A3C33"/>
                </a:solidFill>
                <a:latin typeface="Noto Sans TC" pitchFamily="34" charset="0"/>
                <a:ea typeface="Noto Sans TC" pitchFamily="34" charset="-122"/>
                <a:cs typeface="Noto Sans TC" pitchFamily="34" charset="-120"/>
              </a:rPr>
              <a:t>，比十個都做一次有效。</a:t>
            </a:r>
            <a:endParaRPr lang="en-US" sz="1500" dirty="0"/>
          </a:p>
        </p:txBody>
      </p:sp>
      <p:sp>
        <p:nvSpPr>
          <p:cNvPr id="16" name="Text 13"/>
          <p:cNvSpPr txBox="1"/>
          <p:nvPr/>
        </p:nvSpPr>
        <p:spPr>
          <a:xfrm>
            <a:off x="2867010" y="4937943"/>
            <a:ext cx="1706270" cy="295260"/>
          </a:xfrm>
          <a:prstGeom prst="rect">
            <a:avLst/>
          </a:prstGeom>
          <a:noFill/>
          <a:ln/>
        </p:spPr>
        <p:txBody>
          <a:bodyPr wrap="square" lIns="0" tIns="0" rIns="0" bIns="0" rtlCol="0" anchor="t"/>
          <a:lstStyle/>
          <a:p>
            <a:pPr algn="l" indent="0" marL="0">
              <a:lnSpc>
                <a:spcPts val="2325"/>
              </a:lnSpc>
              <a:buNone/>
            </a:pPr>
            <a:r>
              <a:rPr lang="en-US" sz="1500" b="1" dirty="0">
                <a:solidFill>
                  <a:srgbClr val="4A3C33"/>
                </a:solidFill>
                <a:latin typeface="Noto Sans TC" pitchFamily="34" charset="0"/>
                <a:ea typeface="Noto Sans TC" pitchFamily="34" charset="-122"/>
                <a:cs typeface="Noto Sans TC" pitchFamily="34" charset="-120"/>
              </a:rPr>
              <a:t>挑兩個，做三個月</a:t>
            </a:r>
            <a:endParaRPr lang="en-US" sz="1500" dirty="0"/>
          </a:p>
        </p:txBody>
      </p:sp>
      <p:sp>
        <p:nvSpPr>
          <p:cNvPr id="17" name="Text 14"/>
          <p:cNvSpPr txBox="1"/>
          <p:nvPr/>
        </p:nvSpPr>
        <p:spPr>
          <a:xfrm>
            <a:off x="761970" y="6438930"/>
            <a:ext cx="1338042" cy="200071"/>
          </a:xfrm>
          <a:prstGeom prst="rect">
            <a:avLst/>
          </a:prstGeom>
          <a:noFill/>
          <a:ln/>
        </p:spPr>
        <p:txBody>
          <a:bodyPr wrap="square" lIns="0" tIns="0" rIns="0" bIns="0" rtlCol="0" anchor="t"/>
          <a:lstStyle/>
          <a:p>
            <a:pPr algn="l" indent="0" marL="0">
              <a:buNone/>
            </a:pPr>
            <a:r>
              <a:rPr lang="en-US" sz="938" b="1" spc="56" kern="0" dirty="0">
                <a:solidFill>
                  <a:srgbClr val="9C8B7C"/>
                </a:solidFill>
                <a:latin typeface="Noto Sans TC" pitchFamily="34" charset="0"/>
                <a:ea typeface="Noto Sans TC" pitchFamily="34" charset="-122"/>
                <a:cs typeface="Noto Sans TC" pitchFamily="34" charset="-120"/>
              </a:rPr>
              <a:t>PART 9 · 15:35</a:t>
            </a:r>
            <a:endParaRPr lang="en-US" sz="938" dirty="0"/>
          </a:p>
        </p:txBody>
      </p:sp>
      <p:sp>
        <p:nvSpPr>
          <p:cNvPr id="18" name="Text 15"/>
          <p:cNvSpPr txBox="1"/>
          <p:nvPr/>
        </p:nvSpPr>
        <p:spPr>
          <a:xfrm>
            <a:off x="10922599" y="6438930"/>
            <a:ext cx="562630" cy="200071"/>
          </a:xfrm>
          <a:prstGeom prst="rect">
            <a:avLst/>
          </a:prstGeom>
          <a:noFill/>
          <a:ln/>
        </p:spPr>
        <p:txBody>
          <a:bodyPr wrap="square" lIns="0" tIns="0" rIns="0" bIns="0" rtlCol="0" anchor="t"/>
          <a:lstStyle/>
          <a:p>
            <a:pPr algn="l" indent="0" marL="0">
              <a:buNone/>
            </a:pPr>
            <a:r>
              <a:rPr lang="en-US" sz="938" b="1" spc="56" kern="0" dirty="0">
                <a:solidFill>
                  <a:srgbClr val="9C8B7C"/>
                </a:solidFill>
                <a:latin typeface="Noto Sans TC" pitchFamily="34" charset="0"/>
                <a:ea typeface="Noto Sans TC" pitchFamily="34" charset="-122"/>
                <a:cs typeface="Noto Sans TC" pitchFamily="34" charset="-120"/>
              </a:rPr>
              <a:t>66 / 75</a:t>
            </a:r>
            <a:endParaRPr lang="en-US" sz="938"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BF7F1"/>
        </a:solidFill>
      </p:bgPr>
    </p:bg>
    <p:spTree>
      <p:nvGrpSpPr>
        <p:cNvPr id="1" name=""/>
        <p:cNvGrpSpPr/>
        <p:nvPr/>
      </p:nvGrpSpPr>
      <p:grpSpPr>
        <a:xfrm>
          <a:off x="0" y="0"/>
          <a:ext cx="0" cy="0"/>
          <a:chOff x="0" y="0"/>
          <a:chExt cx="0" cy="0"/>
        </a:xfrm>
      </p:grpSpPr>
      <p:pic>
        <p:nvPicPr>
          <p:cNvPr id="2" name="Image 0" descr="/home/user/gogoeveryday/social-course/export-pptx/build/bg/67.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3976451" y="384871"/>
            <a:ext cx="1181405" cy="219090"/>
          </a:xfrm>
          <a:prstGeom prst="rect">
            <a:avLst/>
          </a:prstGeom>
          <a:noFill/>
          <a:ln/>
        </p:spPr>
        <p:txBody>
          <a:bodyPr wrap="square" lIns="0" tIns="0" rIns="0" bIns="0" rtlCol="0" anchor="t"/>
          <a:lstStyle/>
          <a:p>
            <a:pPr algn="ctr" indent="0" marL="0">
              <a:buNone/>
            </a:pPr>
            <a:r>
              <a:rPr lang="en-US" sz="1125" b="1" spc="225" kern="0" dirty="0">
                <a:solidFill>
                  <a:srgbClr val="C05F3C"/>
                </a:solidFill>
                <a:latin typeface="Noto Sans TC" pitchFamily="34" charset="0"/>
                <a:ea typeface="Noto Sans TC" pitchFamily="34" charset="-122"/>
                <a:cs typeface="Noto Sans TC" pitchFamily="34" charset="-120"/>
              </a:rPr>
              <a:t>最重要的提醒</a:t>
            </a:r>
            <a:endParaRPr lang="en-US" sz="1125" dirty="0"/>
          </a:p>
        </p:txBody>
      </p:sp>
      <p:sp>
        <p:nvSpPr>
          <p:cNvPr id="4" name="Text 1"/>
          <p:cNvSpPr txBox="1"/>
          <p:nvPr/>
        </p:nvSpPr>
        <p:spPr>
          <a:xfrm>
            <a:off x="3884463" y="651601"/>
            <a:ext cx="4432554" cy="2120951"/>
          </a:xfrm>
          <a:prstGeom prst="rect">
            <a:avLst/>
          </a:prstGeom>
          <a:noFill/>
          <a:ln/>
        </p:spPr>
        <p:txBody>
          <a:bodyPr wrap="square" lIns="0" tIns="0" rIns="0" bIns="0" rtlCol="0" anchor="t"/>
          <a:lstStyle/>
          <a:p>
            <a:pPr algn="ctr" indent="0" marL="0">
              <a:lnSpc>
                <a:spcPts val="7626"/>
              </a:lnSpc>
              <a:buNone/>
            </a:pPr>
            <a:r>
              <a:rPr lang="en-US" sz="6150" b="1" spc="-184" kern="0" dirty="0">
                <a:solidFill>
                  <a:srgbClr val="241C17"/>
                </a:solidFill>
                <a:latin typeface="Noto Sans TC" pitchFamily="34" charset="0"/>
                <a:ea typeface="Noto Sans TC" pitchFamily="34" charset="-122"/>
                <a:cs typeface="Noto Sans TC" pitchFamily="34" charset="-120"/>
              </a:rPr>
              <a:t>曝光 ≠ 喜歡</a:t>
            </a:r>
            <a:endParaRPr lang="en-US" sz="6150" dirty="0"/>
          </a:p>
          <a:p>
            <a:pPr algn="ctr" indent="0" marL="0">
              <a:lnSpc>
                <a:spcPts val="7626"/>
              </a:lnSpc>
              <a:buNone/>
            </a:pPr>
            <a:r>
              <a:rPr lang="en-US" sz="6150" b="1" spc="-184" kern="0" dirty="0">
                <a:solidFill>
                  <a:srgbClr val="241C17"/>
                </a:solidFill>
                <a:latin typeface="Noto Sans TC" pitchFamily="34" charset="0"/>
                <a:ea typeface="Noto Sans TC" pitchFamily="34" charset="-122"/>
                <a:cs typeface="Noto Sans TC" pitchFamily="34" charset="-120"/>
              </a:rPr>
              <a:t>喜歡 ≠ 購買</a:t>
            </a:r>
            <a:endParaRPr lang="en-US" sz="6150" dirty="0"/>
          </a:p>
        </p:txBody>
      </p:sp>
      <p:sp>
        <p:nvSpPr>
          <p:cNvPr id="5" name="Text 2"/>
          <p:cNvSpPr txBox="1"/>
          <p:nvPr/>
        </p:nvSpPr>
        <p:spPr>
          <a:xfrm>
            <a:off x="5107015" y="2997952"/>
            <a:ext cx="1987266" cy="371521"/>
          </a:xfrm>
          <a:prstGeom prst="rect">
            <a:avLst/>
          </a:prstGeom>
          <a:noFill/>
          <a:ln/>
        </p:spPr>
        <p:txBody>
          <a:bodyPr wrap="square" lIns="0" tIns="0" rIns="0" bIns="0" rtlCol="0" anchor="t"/>
          <a:lstStyle/>
          <a:p>
            <a:pPr algn="ctr" indent="0" marL="0">
              <a:lnSpc>
                <a:spcPts val="3159"/>
              </a:lnSpc>
              <a:buNone/>
            </a:pPr>
            <a:r>
              <a:rPr lang="en-US" sz="1950" dirty="0">
                <a:solidFill>
                  <a:srgbClr val="4A3C33"/>
                </a:solidFill>
                <a:latin typeface="Noto Sans TC" pitchFamily="34" charset="0"/>
                <a:ea typeface="Noto Sans TC" pitchFamily="34" charset="-122"/>
                <a:cs typeface="Noto Sans TC" pitchFamily="34" charset="-120"/>
              </a:rPr>
              <a:t>中間還需要 ——</a:t>
            </a:r>
            <a:endParaRPr lang="en-US" sz="1950" dirty="0"/>
          </a:p>
        </p:txBody>
      </p:sp>
      <p:sp>
        <p:nvSpPr>
          <p:cNvPr id="6" name="Text 3"/>
          <p:cNvSpPr txBox="1"/>
          <p:nvPr/>
        </p:nvSpPr>
        <p:spPr>
          <a:xfrm>
            <a:off x="2348911" y="4608759"/>
            <a:ext cx="645841" cy="390540"/>
          </a:xfrm>
          <a:prstGeom prst="rect">
            <a:avLst/>
          </a:prstGeom>
          <a:noFill/>
          <a:ln/>
        </p:spPr>
        <p:txBody>
          <a:bodyPr wrap="square" lIns="0" tIns="0" rIns="0" bIns="0" rtlCol="0" anchor="t"/>
          <a:lstStyle/>
          <a:p>
            <a:pPr algn="ctr" indent="0" marL="0">
              <a:buNone/>
            </a:pPr>
            <a:r>
              <a:rPr lang="en-US" sz="2025" b="1" dirty="0">
                <a:solidFill>
                  <a:srgbClr val="241C17"/>
                </a:solidFill>
                <a:latin typeface="Noto Sans TC" pitchFamily="34" charset="0"/>
                <a:ea typeface="Noto Sans TC" pitchFamily="34" charset="-122"/>
                <a:cs typeface="Noto Sans TC" pitchFamily="34" charset="-120"/>
              </a:rPr>
              <a:t>內容</a:t>
            </a:r>
            <a:endParaRPr lang="en-US" sz="2025" dirty="0"/>
          </a:p>
        </p:txBody>
      </p:sp>
      <p:sp>
        <p:nvSpPr>
          <p:cNvPr id="7" name="Text 4"/>
          <p:cNvSpPr txBox="1"/>
          <p:nvPr/>
        </p:nvSpPr>
        <p:spPr>
          <a:xfrm>
            <a:off x="4634911" y="4608759"/>
            <a:ext cx="645841" cy="390540"/>
          </a:xfrm>
          <a:prstGeom prst="rect">
            <a:avLst/>
          </a:prstGeom>
          <a:noFill/>
          <a:ln/>
        </p:spPr>
        <p:txBody>
          <a:bodyPr wrap="square" lIns="0" tIns="0" rIns="0" bIns="0" rtlCol="0" anchor="t"/>
          <a:lstStyle/>
          <a:p>
            <a:pPr algn="ctr" indent="0" marL="0">
              <a:buNone/>
            </a:pPr>
            <a:r>
              <a:rPr lang="en-US" sz="2025" b="1" dirty="0">
                <a:solidFill>
                  <a:srgbClr val="241C17"/>
                </a:solidFill>
                <a:latin typeface="Noto Sans TC" pitchFamily="34" charset="0"/>
                <a:ea typeface="Noto Sans TC" pitchFamily="34" charset="-122"/>
                <a:cs typeface="Noto Sans TC" pitchFamily="34" charset="-120"/>
              </a:rPr>
              <a:t>品質</a:t>
            </a:r>
            <a:endParaRPr lang="en-US" sz="2025" dirty="0"/>
          </a:p>
        </p:txBody>
      </p:sp>
      <p:sp>
        <p:nvSpPr>
          <p:cNvPr id="8" name="Text 5"/>
          <p:cNvSpPr txBox="1"/>
          <p:nvPr/>
        </p:nvSpPr>
        <p:spPr>
          <a:xfrm>
            <a:off x="6920911" y="4608759"/>
            <a:ext cx="645841" cy="390540"/>
          </a:xfrm>
          <a:prstGeom prst="rect">
            <a:avLst/>
          </a:prstGeom>
          <a:noFill/>
          <a:ln/>
        </p:spPr>
        <p:txBody>
          <a:bodyPr wrap="square" lIns="0" tIns="0" rIns="0" bIns="0" rtlCol="0" anchor="t"/>
          <a:lstStyle/>
          <a:p>
            <a:pPr algn="ctr" indent="0" marL="0">
              <a:buNone/>
            </a:pPr>
            <a:r>
              <a:rPr lang="en-US" sz="2025" b="1" dirty="0">
                <a:solidFill>
                  <a:srgbClr val="241C17"/>
                </a:solidFill>
                <a:latin typeface="Noto Sans TC" pitchFamily="34" charset="0"/>
                <a:ea typeface="Noto Sans TC" pitchFamily="34" charset="-122"/>
                <a:cs typeface="Noto Sans TC" pitchFamily="34" charset="-120"/>
              </a:rPr>
              <a:t>信任</a:t>
            </a:r>
            <a:endParaRPr lang="en-US" sz="2025" dirty="0"/>
          </a:p>
        </p:txBody>
      </p:sp>
      <p:sp>
        <p:nvSpPr>
          <p:cNvPr id="9" name="Text 6"/>
          <p:cNvSpPr txBox="1"/>
          <p:nvPr/>
        </p:nvSpPr>
        <p:spPr>
          <a:xfrm>
            <a:off x="9206911" y="4608759"/>
            <a:ext cx="645841" cy="390540"/>
          </a:xfrm>
          <a:prstGeom prst="rect">
            <a:avLst/>
          </a:prstGeom>
          <a:noFill/>
          <a:ln/>
        </p:spPr>
        <p:txBody>
          <a:bodyPr wrap="square" lIns="0" tIns="0" rIns="0" bIns="0" rtlCol="0" anchor="t"/>
          <a:lstStyle/>
          <a:p>
            <a:pPr algn="ctr" indent="0" marL="0">
              <a:buNone/>
            </a:pPr>
            <a:r>
              <a:rPr lang="en-US" sz="2025" b="1" dirty="0">
                <a:solidFill>
                  <a:srgbClr val="241C17"/>
                </a:solidFill>
                <a:latin typeface="Noto Sans TC" pitchFamily="34" charset="0"/>
                <a:ea typeface="Noto Sans TC" pitchFamily="34" charset="-122"/>
                <a:cs typeface="Noto Sans TC" pitchFamily="34" charset="-120"/>
              </a:rPr>
              <a:t>服務</a:t>
            </a:r>
            <a:endParaRPr lang="en-US" sz="2025" dirty="0"/>
          </a:p>
        </p:txBody>
      </p:sp>
      <p:sp>
        <p:nvSpPr>
          <p:cNvPr id="10" name="Text 7"/>
          <p:cNvSpPr txBox="1"/>
          <p:nvPr/>
        </p:nvSpPr>
        <p:spPr>
          <a:xfrm>
            <a:off x="4237970" y="5589819"/>
            <a:ext cx="3725631" cy="722742"/>
          </a:xfrm>
          <a:prstGeom prst="rect">
            <a:avLst/>
          </a:prstGeom>
          <a:noFill/>
          <a:ln/>
        </p:spPr>
        <p:txBody>
          <a:bodyPr wrap="square" lIns="0" tIns="0" rIns="0" bIns="0" rtlCol="0" anchor="t"/>
          <a:lstStyle/>
          <a:p>
            <a:pPr algn="ctr" indent="0" marL="0">
              <a:lnSpc>
                <a:spcPts val="2916"/>
              </a:lnSpc>
              <a:buNone/>
            </a:pPr>
            <a:r>
              <a:rPr lang="en-US" sz="1800" dirty="0">
                <a:solidFill>
                  <a:srgbClr val="4A3C33"/>
                </a:solidFill>
                <a:latin typeface="Noto Sans TC" pitchFamily="34" charset="0"/>
                <a:ea typeface="Noto Sans TC" pitchFamily="34" charset="-122"/>
                <a:cs typeface="Noto Sans TC" pitchFamily="34" charset="-120"/>
              </a:rPr>
              <a:t> 社群只是</a:t>
            </a:r>
            <a:pPr algn="ctr" indent="0" marL="0">
              <a:lnSpc>
                <a:spcPts val="2916"/>
              </a:lnSpc>
              <a:buNone/>
            </a:pPr>
            <a:r>
              <a:rPr lang="en-US" sz="1800" b="1" dirty="0">
                <a:solidFill>
                  <a:srgbClr val="4A3C33"/>
                </a:solidFill>
                <a:latin typeface="Noto Sans TC" pitchFamily="34" charset="0"/>
                <a:ea typeface="Noto Sans TC" pitchFamily="34" charset="-122"/>
                <a:cs typeface="Noto Sans TC" pitchFamily="34" charset="-120"/>
              </a:rPr>
              <a:t>把好東西讓更多人知道</a:t>
            </a:r>
            <a:pPr algn="ctr" indent="0" marL="0">
              <a:lnSpc>
                <a:spcPts val="2916"/>
              </a:lnSpc>
              <a:buNone/>
            </a:pPr>
            <a:r>
              <a:rPr lang="en-US" sz="1800" dirty="0">
                <a:solidFill>
                  <a:srgbClr val="4A3C33"/>
                </a:solidFill>
                <a:latin typeface="Noto Sans TC" pitchFamily="34" charset="0"/>
                <a:ea typeface="Noto Sans TC" pitchFamily="34" charset="-122"/>
                <a:cs typeface="Noto Sans TC" pitchFamily="34" charset="-120"/>
              </a:rPr>
              <a:t>。</a:t>
            </a:r>
            <a:endParaRPr lang="en-US" sz="1800" dirty="0"/>
          </a:p>
          <a:p>
            <a:pPr algn="ctr" indent="0" marL="0">
              <a:lnSpc>
                <a:spcPts val="2916"/>
              </a:lnSpc>
              <a:buNone/>
            </a:pPr>
            <a:r>
              <a:rPr lang="en-US" sz="1800" dirty="0">
                <a:solidFill>
                  <a:srgbClr val="4A3C33"/>
                </a:solidFill>
                <a:latin typeface="Noto Sans TC" pitchFamily="34" charset="0"/>
                <a:ea typeface="Noto Sans TC" pitchFamily="34" charset="-122"/>
                <a:cs typeface="Noto Sans TC" pitchFamily="34" charset="-120"/>
              </a:rPr>
              <a:t> 它沒有辦法把不好的東西變好。</a:t>
            </a:r>
            <a:endParaRPr lang="en-US" sz="1800" dirty="0"/>
          </a:p>
        </p:txBody>
      </p:sp>
      <p:sp>
        <p:nvSpPr>
          <p:cNvPr id="11" name="Text 8"/>
          <p:cNvSpPr txBox="1"/>
          <p:nvPr/>
        </p:nvSpPr>
        <p:spPr>
          <a:xfrm>
            <a:off x="5186660" y="5589819"/>
            <a:ext cx="2514051" cy="352410"/>
          </a:xfrm>
          <a:prstGeom prst="rect">
            <a:avLst/>
          </a:prstGeom>
          <a:noFill/>
          <a:ln/>
        </p:spPr>
        <p:txBody>
          <a:bodyPr wrap="square" lIns="0" tIns="0" rIns="0" bIns="0" rtlCol="0" anchor="t"/>
          <a:lstStyle/>
          <a:p>
            <a:pPr algn="ctr" indent="0" marL="0">
              <a:lnSpc>
                <a:spcPts val="2916"/>
              </a:lnSpc>
              <a:buNone/>
            </a:pPr>
            <a:r>
              <a:rPr lang="en-US" sz="1800" b="1" dirty="0">
                <a:solidFill>
                  <a:srgbClr val="4A3C33"/>
                </a:solidFill>
                <a:latin typeface="Noto Sans TC" pitchFamily="34" charset="0"/>
                <a:ea typeface="Noto Sans TC" pitchFamily="34" charset="-122"/>
                <a:cs typeface="Noto Sans TC" pitchFamily="34" charset="-120"/>
              </a:rPr>
              <a:t>把好東西讓更多人知道</a:t>
            </a:r>
            <a:endParaRPr lang="en-US" sz="1800" dirty="0"/>
          </a:p>
        </p:txBody>
      </p:sp>
      <p:sp>
        <p:nvSpPr>
          <p:cNvPr id="12" name="Text 9"/>
          <p:cNvSpPr txBox="1"/>
          <p:nvPr/>
        </p:nvSpPr>
        <p:spPr>
          <a:xfrm>
            <a:off x="761970" y="6438930"/>
            <a:ext cx="1338042" cy="200071"/>
          </a:xfrm>
          <a:prstGeom prst="rect">
            <a:avLst/>
          </a:prstGeom>
          <a:noFill/>
          <a:ln/>
        </p:spPr>
        <p:txBody>
          <a:bodyPr wrap="square" lIns="0" tIns="0" rIns="0" bIns="0" rtlCol="0" anchor="t"/>
          <a:lstStyle/>
          <a:p>
            <a:pPr algn="l" indent="0" marL="0">
              <a:buNone/>
            </a:pPr>
            <a:r>
              <a:rPr lang="en-US" sz="938" b="1" spc="56" kern="0" dirty="0">
                <a:solidFill>
                  <a:srgbClr val="9C8B7C"/>
                </a:solidFill>
                <a:latin typeface="Noto Sans TC" pitchFamily="34" charset="0"/>
                <a:ea typeface="Noto Sans TC" pitchFamily="34" charset="-122"/>
                <a:cs typeface="Noto Sans TC" pitchFamily="34" charset="-120"/>
              </a:rPr>
              <a:t>PART 9 · 15:40</a:t>
            </a:r>
            <a:endParaRPr lang="en-US" sz="938" dirty="0"/>
          </a:p>
        </p:txBody>
      </p:sp>
      <p:sp>
        <p:nvSpPr>
          <p:cNvPr id="13" name="Text 10"/>
          <p:cNvSpPr txBox="1"/>
          <p:nvPr/>
        </p:nvSpPr>
        <p:spPr>
          <a:xfrm>
            <a:off x="10922599" y="6438930"/>
            <a:ext cx="562630" cy="200071"/>
          </a:xfrm>
          <a:prstGeom prst="rect">
            <a:avLst/>
          </a:prstGeom>
          <a:noFill/>
          <a:ln/>
        </p:spPr>
        <p:txBody>
          <a:bodyPr wrap="square" lIns="0" tIns="0" rIns="0" bIns="0" rtlCol="0" anchor="t"/>
          <a:lstStyle/>
          <a:p>
            <a:pPr algn="l" indent="0" marL="0">
              <a:buNone/>
            </a:pPr>
            <a:r>
              <a:rPr lang="en-US" sz="938" b="1" spc="56" kern="0" dirty="0">
                <a:solidFill>
                  <a:srgbClr val="9C8B7C"/>
                </a:solidFill>
                <a:latin typeface="Noto Sans TC" pitchFamily="34" charset="0"/>
                <a:ea typeface="Noto Sans TC" pitchFamily="34" charset="-122"/>
                <a:cs typeface="Noto Sans TC" pitchFamily="34" charset="-120"/>
              </a:rPr>
              <a:t>67 / 75</a:t>
            </a:r>
            <a:endParaRPr lang="en-US" sz="938"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BF7F1"/>
        </a:solidFill>
      </p:bgPr>
    </p:bg>
    <p:spTree>
      <p:nvGrpSpPr>
        <p:cNvPr id="1" name=""/>
        <p:cNvGrpSpPr/>
        <p:nvPr/>
      </p:nvGrpSpPr>
      <p:grpSpPr>
        <a:xfrm>
          <a:off x="0" y="0"/>
          <a:ext cx="0" cy="0"/>
          <a:chOff x="0" y="0"/>
          <a:chExt cx="0" cy="0"/>
        </a:xfrm>
      </p:grpSpPr>
      <p:pic>
        <p:nvPicPr>
          <p:cNvPr id="2" name="Image 0" descr="/home/user/gogoeveryday/social-course/export-pptx/build/bg/68.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761970" y="868131"/>
            <a:ext cx="1544879" cy="219090"/>
          </a:xfrm>
          <a:prstGeom prst="rect">
            <a:avLst/>
          </a:prstGeom>
          <a:noFill/>
          <a:ln/>
        </p:spPr>
        <p:txBody>
          <a:bodyPr wrap="square" lIns="0" tIns="0" rIns="0" bIns="0" rtlCol="0" anchor="t"/>
          <a:lstStyle/>
          <a:p>
            <a:pPr algn="l" indent="0" marL="0">
              <a:buNone/>
            </a:pPr>
            <a:r>
              <a:rPr lang="en-US" sz="1125" b="1" spc="225" kern="0" dirty="0">
                <a:solidFill>
                  <a:srgbClr val="C05F3C"/>
                </a:solidFill>
                <a:latin typeface="Noto Sans TC" pitchFamily="34" charset="0"/>
                <a:ea typeface="Noto Sans TC" pitchFamily="34" charset="-122"/>
                <a:cs typeface="Noto Sans TC" pitchFamily="34" charset="-120"/>
              </a:rPr>
              <a:t>五個最容易踩的雷</a:t>
            </a:r>
            <a:endParaRPr lang="en-US" sz="1125" dirty="0"/>
          </a:p>
        </p:txBody>
      </p:sp>
      <p:sp>
        <p:nvSpPr>
          <p:cNvPr id="4" name="Text 1"/>
          <p:cNvSpPr txBox="1"/>
          <p:nvPr/>
        </p:nvSpPr>
        <p:spPr>
          <a:xfrm>
            <a:off x="761970" y="1172901"/>
            <a:ext cx="2722900" cy="984534"/>
          </a:xfrm>
          <a:prstGeom prst="rect">
            <a:avLst/>
          </a:prstGeom>
          <a:noFill/>
          <a:ln/>
        </p:spPr>
        <p:txBody>
          <a:bodyPr wrap="square" lIns="0" tIns="0" rIns="0" bIns="0" rtlCol="0" anchor="t"/>
          <a:lstStyle/>
          <a:p>
            <a:pPr algn="l" indent="0" marL="0">
              <a:lnSpc>
                <a:spcPts val="3477"/>
              </a:lnSpc>
              <a:buNone/>
            </a:pPr>
            <a:r>
              <a:rPr lang="en-US" sz="2850" b="1" spc="-57" kern="0" dirty="0">
                <a:solidFill>
                  <a:srgbClr val="241C17"/>
                </a:solidFill>
                <a:latin typeface="Noto Sans TC" pitchFamily="34" charset="0"/>
                <a:ea typeface="Noto Sans TC" pitchFamily="34" charset="-122"/>
                <a:cs typeface="Noto Sans TC" pitchFamily="34" charset="-120"/>
              </a:rPr>
              <a:t>這五件事，</a:t>
            </a:r>
            <a:endParaRPr lang="en-US" sz="2850" dirty="0"/>
          </a:p>
          <a:p>
            <a:pPr algn="l" indent="0" marL="0">
              <a:lnSpc>
                <a:spcPts val="3477"/>
              </a:lnSpc>
              <a:buNone/>
            </a:pPr>
            <a:r>
              <a:rPr lang="en-US" sz="2850" b="1" spc="-57" kern="0" dirty="0">
                <a:solidFill>
                  <a:srgbClr val="241C17"/>
                </a:solidFill>
                <a:latin typeface="Noto Sans TC" pitchFamily="34" charset="0"/>
                <a:ea typeface="Noto Sans TC" pitchFamily="34" charset="-122"/>
                <a:cs typeface="Noto Sans TC" pitchFamily="34" charset="-120"/>
              </a:rPr>
              <a:t>做了會有反效果</a:t>
            </a:r>
            <a:endParaRPr lang="en-US" sz="2850" dirty="0"/>
          </a:p>
        </p:txBody>
      </p:sp>
      <p:sp>
        <p:nvSpPr>
          <p:cNvPr id="5" name="Text 2"/>
          <p:cNvSpPr txBox="1"/>
          <p:nvPr/>
        </p:nvSpPr>
        <p:spPr>
          <a:xfrm>
            <a:off x="1038210" y="2517983"/>
            <a:ext cx="264810" cy="257221"/>
          </a:xfrm>
          <a:prstGeom prst="rect">
            <a:avLst/>
          </a:prstGeom>
          <a:noFill/>
          <a:ln/>
        </p:spPr>
        <p:txBody>
          <a:bodyPr wrap="square" lIns="0" tIns="0" rIns="0" bIns="0" rtlCol="0" anchor="t"/>
          <a:lstStyle/>
          <a:p>
            <a:pPr algn="l" indent="0" marL="0">
              <a:buNone/>
            </a:pPr>
            <a:r>
              <a:rPr lang="en-US" sz="1275" b="1" dirty="0">
                <a:solidFill>
                  <a:srgbClr val="C05F3C"/>
                </a:solidFill>
                <a:latin typeface="Noto Sans TC" pitchFamily="34" charset="0"/>
                <a:ea typeface="Noto Sans TC" pitchFamily="34" charset="-122"/>
                <a:cs typeface="Noto Sans TC" pitchFamily="34" charset="-120"/>
              </a:rPr>
              <a:t>✕</a:t>
            </a:r>
            <a:endParaRPr lang="en-US" sz="1275" dirty="0"/>
          </a:p>
        </p:txBody>
      </p:sp>
      <p:sp>
        <p:nvSpPr>
          <p:cNvPr id="6" name="Text 3"/>
          <p:cNvSpPr txBox="1"/>
          <p:nvPr/>
        </p:nvSpPr>
        <p:spPr>
          <a:xfrm>
            <a:off x="1390620" y="2498964"/>
            <a:ext cx="1455359" cy="295260"/>
          </a:xfrm>
          <a:prstGeom prst="rect">
            <a:avLst/>
          </a:prstGeom>
          <a:noFill/>
          <a:ln/>
        </p:spPr>
        <p:txBody>
          <a:bodyPr wrap="square" lIns="0" tIns="0" rIns="0" bIns="0" rtlCol="0" anchor="t"/>
          <a:lstStyle/>
          <a:p>
            <a:pPr algn="l" indent="0" marL="0">
              <a:buNone/>
            </a:pPr>
            <a:r>
              <a:rPr lang="en-US" sz="1463" b="1" spc="-15" kern="0" dirty="0">
                <a:solidFill>
                  <a:srgbClr val="241C17"/>
                </a:solidFill>
                <a:latin typeface="Noto Sans TC" pitchFamily="34" charset="0"/>
                <a:ea typeface="Noto Sans TC" pitchFamily="34" charset="-122"/>
                <a:cs typeface="Noto Sans TC" pitchFamily="34" charset="-120"/>
              </a:rPr>
              <a:t>每天一直賣東西</a:t>
            </a:r>
            <a:endParaRPr lang="en-US" sz="1463" dirty="0"/>
          </a:p>
        </p:txBody>
      </p:sp>
      <p:sp>
        <p:nvSpPr>
          <p:cNvPr id="7" name="Text 4"/>
          <p:cNvSpPr txBox="1"/>
          <p:nvPr/>
        </p:nvSpPr>
        <p:spPr>
          <a:xfrm>
            <a:off x="1038210" y="3241914"/>
            <a:ext cx="264810" cy="257221"/>
          </a:xfrm>
          <a:prstGeom prst="rect">
            <a:avLst/>
          </a:prstGeom>
          <a:noFill/>
          <a:ln/>
        </p:spPr>
        <p:txBody>
          <a:bodyPr wrap="square" lIns="0" tIns="0" rIns="0" bIns="0" rtlCol="0" anchor="t"/>
          <a:lstStyle/>
          <a:p>
            <a:pPr algn="l" indent="0" marL="0">
              <a:buNone/>
            </a:pPr>
            <a:r>
              <a:rPr lang="en-US" sz="1275" b="1" dirty="0">
                <a:solidFill>
                  <a:srgbClr val="C05F3C"/>
                </a:solidFill>
                <a:latin typeface="Noto Sans TC" pitchFamily="34" charset="0"/>
                <a:ea typeface="Noto Sans TC" pitchFamily="34" charset="-122"/>
                <a:cs typeface="Noto Sans TC" pitchFamily="34" charset="-120"/>
              </a:rPr>
              <a:t>✕</a:t>
            </a:r>
            <a:endParaRPr lang="en-US" sz="1275" dirty="0"/>
          </a:p>
        </p:txBody>
      </p:sp>
      <p:sp>
        <p:nvSpPr>
          <p:cNvPr id="8" name="Text 5"/>
          <p:cNvSpPr txBox="1"/>
          <p:nvPr/>
        </p:nvSpPr>
        <p:spPr>
          <a:xfrm>
            <a:off x="1390620" y="3222894"/>
            <a:ext cx="1260500" cy="295260"/>
          </a:xfrm>
          <a:prstGeom prst="rect">
            <a:avLst/>
          </a:prstGeom>
          <a:noFill/>
          <a:ln/>
        </p:spPr>
        <p:txBody>
          <a:bodyPr wrap="square" lIns="0" tIns="0" rIns="0" bIns="0" rtlCol="0" anchor="t"/>
          <a:lstStyle/>
          <a:p>
            <a:pPr algn="l" indent="0" marL="0">
              <a:buNone/>
            </a:pPr>
            <a:r>
              <a:rPr lang="en-US" sz="1463" b="1" spc="-15" kern="0" dirty="0">
                <a:solidFill>
                  <a:srgbClr val="241C17"/>
                </a:solidFill>
                <a:latin typeface="Noto Sans TC" pitchFamily="34" charset="0"/>
                <a:ea typeface="Noto Sans TC" pitchFamily="34" charset="-122"/>
                <a:cs typeface="Noto Sans TC" pitchFamily="34" charset="-120"/>
              </a:rPr>
              <a:t>到處亂貼廣告</a:t>
            </a:r>
            <a:endParaRPr lang="en-US" sz="1463" dirty="0"/>
          </a:p>
        </p:txBody>
      </p:sp>
      <p:sp>
        <p:nvSpPr>
          <p:cNvPr id="9" name="Text 6"/>
          <p:cNvSpPr txBox="1"/>
          <p:nvPr/>
        </p:nvSpPr>
        <p:spPr>
          <a:xfrm>
            <a:off x="1038210" y="3965844"/>
            <a:ext cx="264810" cy="257221"/>
          </a:xfrm>
          <a:prstGeom prst="rect">
            <a:avLst/>
          </a:prstGeom>
          <a:noFill/>
          <a:ln/>
        </p:spPr>
        <p:txBody>
          <a:bodyPr wrap="square" lIns="0" tIns="0" rIns="0" bIns="0" rtlCol="0" anchor="t"/>
          <a:lstStyle/>
          <a:p>
            <a:pPr algn="l" indent="0" marL="0">
              <a:buNone/>
            </a:pPr>
            <a:r>
              <a:rPr lang="en-US" sz="1275" b="1" dirty="0">
                <a:solidFill>
                  <a:srgbClr val="C05F3C"/>
                </a:solidFill>
                <a:latin typeface="Noto Sans TC" pitchFamily="34" charset="0"/>
                <a:ea typeface="Noto Sans TC" pitchFamily="34" charset="-122"/>
                <a:cs typeface="Noto Sans TC" pitchFamily="34" charset="-120"/>
              </a:rPr>
              <a:t>✕</a:t>
            </a:r>
            <a:endParaRPr lang="en-US" sz="1275" dirty="0"/>
          </a:p>
        </p:txBody>
      </p:sp>
      <p:sp>
        <p:nvSpPr>
          <p:cNvPr id="10" name="Text 7"/>
          <p:cNvSpPr txBox="1"/>
          <p:nvPr/>
        </p:nvSpPr>
        <p:spPr>
          <a:xfrm>
            <a:off x="1390620" y="3946733"/>
            <a:ext cx="1650309" cy="295260"/>
          </a:xfrm>
          <a:prstGeom prst="rect">
            <a:avLst/>
          </a:prstGeom>
          <a:noFill/>
          <a:ln/>
        </p:spPr>
        <p:txBody>
          <a:bodyPr wrap="square" lIns="0" tIns="0" rIns="0" bIns="0" rtlCol="0" anchor="t"/>
          <a:lstStyle/>
          <a:p>
            <a:pPr algn="l" indent="0" marL="0">
              <a:buNone/>
            </a:pPr>
            <a:r>
              <a:rPr lang="en-US" sz="1463" b="1" spc="-15" kern="0" dirty="0">
                <a:solidFill>
                  <a:srgbClr val="241C17"/>
                </a:solidFill>
                <a:latin typeface="Noto Sans TC" pitchFamily="34" charset="0"/>
                <a:ea typeface="Noto Sans TC" pitchFamily="34" charset="-122"/>
                <a:cs typeface="Noto Sans TC" pitchFamily="34" charset="-120"/>
              </a:rPr>
              <a:t>每一篇都長得一樣</a:t>
            </a:r>
            <a:endParaRPr lang="en-US" sz="1463" dirty="0"/>
          </a:p>
        </p:txBody>
      </p:sp>
      <p:sp>
        <p:nvSpPr>
          <p:cNvPr id="11" name="Text 8"/>
          <p:cNvSpPr txBox="1"/>
          <p:nvPr/>
        </p:nvSpPr>
        <p:spPr>
          <a:xfrm>
            <a:off x="1038210" y="4689683"/>
            <a:ext cx="264810" cy="257221"/>
          </a:xfrm>
          <a:prstGeom prst="rect">
            <a:avLst/>
          </a:prstGeom>
          <a:noFill/>
          <a:ln/>
        </p:spPr>
        <p:txBody>
          <a:bodyPr wrap="square" lIns="0" tIns="0" rIns="0" bIns="0" rtlCol="0" anchor="t"/>
          <a:lstStyle/>
          <a:p>
            <a:pPr algn="l" indent="0" marL="0">
              <a:buNone/>
            </a:pPr>
            <a:r>
              <a:rPr lang="en-US" sz="1275" b="1" dirty="0">
                <a:solidFill>
                  <a:srgbClr val="C05F3C"/>
                </a:solidFill>
                <a:latin typeface="Noto Sans TC" pitchFamily="34" charset="0"/>
                <a:ea typeface="Noto Sans TC" pitchFamily="34" charset="-122"/>
                <a:cs typeface="Noto Sans TC" pitchFamily="34" charset="-120"/>
              </a:rPr>
              <a:t>✕</a:t>
            </a:r>
            <a:endParaRPr lang="en-US" sz="1275" dirty="0"/>
          </a:p>
        </p:txBody>
      </p:sp>
      <p:sp>
        <p:nvSpPr>
          <p:cNvPr id="12" name="Text 9"/>
          <p:cNvSpPr txBox="1"/>
          <p:nvPr/>
        </p:nvSpPr>
        <p:spPr>
          <a:xfrm>
            <a:off x="1390620" y="4670664"/>
            <a:ext cx="1455359" cy="295260"/>
          </a:xfrm>
          <a:prstGeom prst="rect">
            <a:avLst/>
          </a:prstGeom>
          <a:noFill/>
          <a:ln/>
        </p:spPr>
        <p:txBody>
          <a:bodyPr wrap="square" lIns="0" tIns="0" rIns="0" bIns="0" rtlCol="0" anchor="t"/>
          <a:lstStyle/>
          <a:p>
            <a:pPr algn="l" indent="0" marL="0">
              <a:buNone/>
            </a:pPr>
            <a:r>
              <a:rPr lang="en-US" sz="1463" b="1" spc="-15" kern="0" dirty="0">
                <a:solidFill>
                  <a:srgbClr val="241C17"/>
                </a:solidFill>
                <a:latin typeface="Noto Sans TC" pitchFamily="34" charset="0"/>
                <a:ea typeface="Noto Sans TC" pitchFamily="34" charset="-122"/>
                <a:cs typeface="Noto Sans TC" pitchFamily="34" charset="-120"/>
              </a:rPr>
              <a:t>有人留言不回覆</a:t>
            </a:r>
            <a:endParaRPr lang="en-US" sz="1463" dirty="0"/>
          </a:p>
        </p:txBody>
      </p:sp>
      <p:sp>
        <p:nvSpPr>
          <p:cNvPr id="13" name="Text 10"/>
          <p:cNvSpPr txBox="1"/>
          <p:nvPr/>
        </p:nvSpPr>
        <p:spPr>
          <a:xfrm>
            <a:off x="1038210" y="5413614"/>
            <a:ext cx="264810" cy="257221"/>
          </a:xfrm>
          <a:prstGeom prst="rect">
            <a:avLst/>
          </a:prstGeom>
          <a:noFill/>
          <a:ln/>
        </p:spPr>
        <p:txBody>
          <a:bodyPr wrap="square" lIns="0" tIns="0" rIns="0" bIns="0" rtlCol="0" anchor="t"/>
          <a:lstStyle/>
          <a:p>
            <a:pPr algn="l" indent="0" marL="0">
              <a:buNone/>
            </a:pPr>
            <a:r>
              <a:rPr lang="en-US" sz="1275" b="1" dirty="0">
                <a:solidFill>
                  <a:srgbClr val="C05F3C"/>
                </a:solidFill>
                <a:latin typeface="Noto Sans TC" pitchFamily="34" charset="0"/>
                <a:ea typeface="Noto Sans TC" pitchFamily="34" charset="-122"/>
                <a:cs typeface="Noto Sans TC" pitchFamily="34" charset="-120"/>
              </a:rPr>
              <a:t>✕</a:t>
            </a:r>
            <a:endParaRPr lang="en-US" sz="1275" dirty="0"/>
          </a:p>
        </p:txBody>
      </p:sp>
      <p:sp>
        <p:nvSpPr>
          <p:cNvPr id="14" name="Text 11"/>
          <p:cNvSpPr txBox="1"/>
          <p:nvPr/>
        </p:nvSpPr>
        <p:spPr>
          <a:xfrm>
            <a:off x="1390620" y="5394594"/>
            <a:ext cx="1845076" cy="295260"/>
          </a:xfrm>
          <a:prstGeom prst="rect">
            <a:avLst/>
          </a:prstGeom>
          <a:noFill/>
          <a:ln/>
        </p:spPr>
        <p:txBody>
          <a:bodyPr wrap="square" lIns="0" tIns="0" rIns="0" bIns="0" rtlCol="0" anchor="t"/>
          <a:lstStyle/>
          <a:p>
            <a:pPr algn="l" indent="0" marL="0">
              <a:buNone/>
            </a:pPr>
            <a:r>
              <a:rPr lang="en-US" sz="1463" b="1" spc="-15" kern="0" dirty="0">
                <a:solidFill>
                  <a:srgbClr val="241C17"/>
                </a:solidFill>
                <a:latin typeface="Noto Sans TC" pitchFamily="34" charset="0"/>
                <a:ea typeface="Noto Sans TC" pitchFamily="34" charset="-122"/>
                <a:cs typeface="Noto Sans TC" pitchFamily="34" charset="-120"/>
              </a:rPr>
              <a:t>發了幾天之後就消失</a:t>
            </a:r>
            <a:endParaRPr lang="en-US" sz="1463" dirty="0"/>
          </a:p>
        </p:txBody>
      </p:sp>
      <p:sp>
        <p:nvSpPr>
          <p:cNvPr id="15" name="Text 12"/>
          <p:cNvSpPr txBox="1"/>
          <p:nvPr/>
        </p:nvSpPr>
        <p:spPr>
          <a:xfrm>
            <a:off x="7530267" y="3287451"/>
            <a:ext cx="2665476" cy="1830629"/>
          </a:xfrm>
          <a:prstGeom prst="rect">
            <a:avLst/>
          </a:prstGeom>
          <a:noFill/>
          <a:ln/>
        </p:spPr>
        <p:txBody>
          <a:bodyPr wrap="square" lIns="0" tIns="0" rIns="0" bIns="0" rtlCol="0" anchor="t"/>
          <a:lstStyle/>
          <a:p>
            <a:pPr algn="ctr" indent="0" marL="0">
              <a:lnSpc>
                <a:spcPts val="2066"/>
              </a:lnSpc>
              <a:buNone/>
            </a:pPr>
            <a:r>
              <a:rPr lang="en-US" sz="1275" b="1" dirty="0">
                <a:solidFill>
                  <a:srgbClr val="4A3C33"/>
                </a:solidFill>
                <a:latin typeface="Noto Sans TC" pitchFamily="34" charset="0"/>
                <a:ea typeface="Noto Sans TC" pitchFamily="34" charset="-122"/>
                <a:cs typeface="Noto Sans TC" pitchFamily="34" charset="-120"/>
              </a:rPr>
              <a:t> 其中最可惜的是最後一個 ——</a:t>
            </a:r>
            <a:endParaRPr lang="en-US" sz="1275" dirty="0"/>
          </a:p>
          <a:p>
            <a:pPr algn="ctr" indent="0" marL="0">
              <a:lnSpc>
                <a:spcPts val="2066"/>
              </a:lnSpc>
              <a:buNone/>
            </a:pPr>
            <a:r>
              <a:rPr lang="en-US" sz="1275" b="1" dirty="0">
                <a:solidFill>
                  <a:srgbClr val="C05F3C"/>
                </a:solidFill>
                <a:latin typeface="Noto Sans TC" pitchFamily="34" charset="0"/>
                <a:ea typeface="Noto Sans TC" pitchFamily="34" charset="-122"/>
                <a:cs typeface="Noto Sans TC" pitchFamily="34" charset="-120"/>
              </a:rPr>
              <a:t>發了三篇沒有人看，就放棄了。</a:t>
            </a:r>
            <a:endParaRPr lang="en-US" sz="1275" dirty="0"/>
          </a:p>
          <a:p>
            <a:pPr algn="ctr" indent="0" marL="0">
              <a:lnSpc>
                <a:spcPts val="2066"/>
              </a:lnSpc>
              <a:buNone/>
            </a:pPr>
            <a:r>
              <a:rPr lang="en-US" sz="1275" b="1" dirty="0">
                <a:solidFill>
                  <a:srgbClr val="4A3C33"/>
                </a:solidFill>
                <a:latin typeface="Noto Sans TC" pitchFamily="34" charset="0"/>
                <a:ea typeface="Noto Sans TC" pitchFamily="34" charset="-122"/>
                <a:cs typeface="Noto Sans TC" pitchFamily="34" charset="-120"/>
              </a:rPr>
              <a:t> 社群是慢慢累積的，</a:t>
            </a:r>
            <a:endParaRPr lang="en-US" sz="1275" dirty="0"/>
          </a:p>
          <a:p>
            <a:pPr algn="ctr" indent="0" marL="0">
              <a:lnSpc>
                <a:spcPts val="2066"/>
              </a:lnSpc>
              <a:buNone/>
            </a:pPr>
            <a:r>
              <a:rPr lang="en-US" sz="1275" b="1" dirty="0">
                <a:solidFill>
                  <a:srgbClr val="4A3C33"/>
                </a:solidFill>
                <a:latin typeface="Noto Sans TC" pitchFamily="34" charset="0"/>
                <a:ea typeface="Noto Sans TC" pitchFamily="34" charset="-122"/>
                <a:cs typeface="Noto Sans TC" pitchFamily="34" charset="-120"/>
              </a:rPr>
              <a:t>前三個月幾乎都沒什麼人看，這很正常。</a:t>
            </a:r>
            <a:endParaRPr lang="en-US" sz="1275" dirty="0"/>
          </a:p>
        </p:txBody>
      </p:sp>
      <p:sp>
        <p:nvSpPr>
          <p:cNvPr id="16" name="Text 13"/>
          <p:cNvSpPr txBox="1"/>
          <p:nvPr/>
        </p:nvSpPr>
        <p:spPr>
          <a:xfrm>
            <a:off x="7616129" y="3811951"/>
            <a:ext cx="2493843" cy="257221"/>
          </a:xfrm>
          <a:prstGeom prst="rect">
            <a:avLst/>
          </a:prstGeom>
          <a:noFill/>
          <a:ln/>
        </p:spPr>
        <p:txBody>
          <a:bodyPr wrap="square" lIns="0" tIns="0" rIns="0" bIns="0" rtlCol="0" anchor="t"/>
          <a:lstStyle/>
          <a:p>
            <a:pPr algn="ctr" indent="0" marL="0">
              <a:lnSpc>
                <a:spcPts val="2066"/>
              </a:lnSpc>
              <a:buNone/>
            </a:pPr>
            <a:r>
              <a:rPr lang="en-US" sz="1275" b="1" dirty="0">
                <a:solidFill>
                  <a:srgbClr val="C05F3C"/>
                </a:solidFill>
                <a:latin typeface="Noto Sans TC" pitchFamily="34" charset="0"/>
                <a:ea typeface="Noto Sans TC" pitchFamily="34" charset="-122"/>
                <a:cs typeface="Noto Sans TC" pitchFamily="34" charset="-120"/>
              </a:rPr>
              <a:t>發了三篇沒有人看，就放棄了。</a:t>
            </a:r>
            <a:endParaRPr lang="en-US" sz="1275" dirty="0"/>
          </a:p>
        </p:txBody>
      </p:sp>
      <p:sp>
        <p:nvSpPr>
          <p:cNvPr id="17" name="Text 14"/>
          <p:cNvSpPr txBox="1"/>
          <p:nvPr/>
        </p:nvSpPr>
        <p:spPr>
          <a:xfrm>
            <a:off x="761970" y="6438930"/>
            <a:ext cx="1338042" cy="200071"/>
          </a:xfrm>
          <a:prstGeom prst="rect">
            <a:avLst/>
          </a:prstGeom>
          <a:noFill/>
          <a:ln/>
        </p:spPr>
        <p:txBody>
          <a:bodyPr wrap="square" lIns="0" tIns="0" rIns="0" bIns="0" rtlCol="0" anchor="t"/>
          <a:lstStyle/>
          <a:p>
            <a:pPr algn="l" indent="0" marL="0">
              <a:buNone/>
            </a:pPr>
            <a:r>
              <a:rPr lang="en-US" sz="938" b="1" spc="56" kern="0" dirty="0">
                <a:solidFill>
                  <a:srgbClr val="9C8B7C"/>
                </a:solidFill>
                <a:latin typeface="Noto Sans TC" pitchFamily="34" charset="0"/>
                <a:ea typeface="Noto Sans TC" pitchFamily="34" charset="-122"/>
                <a:cs typeface="Noto Sans TC" pitchFamily="34" charset="-120"/>
              </a:rPr>
              <a:t>PART 9 · 15:43</a:t>
            </a:r>
            <a:endParaRPr lang="en-US" sz="938" dirty="0"/>
          </a:p>
        </p:txBody>
      </p:sp>
      <p:sp>
        <p:nvSpPr>
          <p:cNvPr id="18" name="Text 15"/>
          <p:cNvSpPr txBox="1"/>
          <p:nvPr/>
        </p:nvSpPr>
        <p:spPr>
          <a:xfrm>
            <a:off x="10922599" y="6438930"/>
            <a:ext cx="562630" cy="200071"/>
          </a:xfrm>
          <a:prstGeom prst="rect">
            <a:avLst/>
          </a:prstGeom>
          <a:noFill/>
          <a:ln/>
        </p:spPr>
        <p:txBody>
          <a:bodyPr wrap="square" lIns="0" tIns="0" rIns="0" bIns="0" rtlCol="0" anchor="t"/>
          <a:lstStyle/>
          <a:p>
            <a:pPr algn="l" indent="0" marL="0">
              <a:buNone/>
            </a:pPr>
            <a:r>
              <a:rPr lang="en-US" sz="938" b="1" spc="56" kern="0" dirty="0">
                <a:solidFill>
                  <a:srgbClr val="9C8B7C"/>
                </a:solidFill>
                <a:latin typeface="Noto Sans TC" pitchFamily="34" charset="0"/>
                <a:ea typeface="Noto Sans TC" pitchFamily="34" charset="-122"/>
                <a:cs typeface="Noto Sans TC" pitchFamily="34" charset="-120"/>
              </a:rPr>
              <a:t>68 / 75</a:t>
            </a:r>
            <a:endParaRPr lang="en-US" sz="938"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BF7F1"/>
        </a:solidFill>
      </p:bgPr>
    </p:bg>
    <p:spTree>
      <p:nvGrpSpPr>
        <p:cNvPr id="1" name=""/>
        <p:cNvGrpSpPr/>
        <p:nvPr/>
      </p:nvGrpSpPr>
      <p:grpSpPr>
        <a:xfrm>
          <a:off x="0" y="0"/>
          <a:ext cx="0" cy="0"/>
          <a:chOff x="0" y="0"/>
          <a:chExt cx="0" cy="0"/>
        </a:xfrm>
      </p:grpSpPr>
      <p:pic>
        <p:nvPicPr>
          <p:cNvPr id="2" name="Image 0" descr="/home/user/gogoeveryday/social-course/export-pptx/build/bg/69.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761970" y="1119317"/>
            <a:ext cx="2271827" cy="219090"/>
          </a:xfrm>
          <a:prstGeom prst="rect">
            <a:avLst/>
          </a:prstGeom>
          <a:noFill/>
          <a:ln/>
        </p:spPr>
        <p:txBody>
          <a:bodyPr wrap="square" lIns="0" tIns="0" rIns="0" bIns="0" rtlCol="0" anchor="t"/>
          <a:lstStyle/>
          <a:p>
            <a:pPr algn="l" indent="0" marL="0">
              <a:buNone/>
            </a:pPr>
            <a:r>
              <a:rPr lang="en-US" sz="1125" b="1" spc="225" kern="0" dirty="0">
                <a:solidFill>
                  <a:srgbClr val="C05F3C"/>
                </a:solidFill>
                <a:latin typeface="Noto Sans TC" pitchFamily="34" charset="0"/>
                <a:ea typeface="Noto Sans TC" pitchFamily="34" charset="-122"/>
                <a:cs typeface="Noto Sans TC" pitchFamily="34" charset="-120"/>
              </a:rPr>
              <a:t>解決「我不知道要發什麼」</a:t>
            </a:r>
            <a:endParaRPr lang="en-US" sz="1125" dirty="0"/>
          </a:p>
        </p:txBody>
      </p:sp>
      <p:sp>
        <p:nvSpPr>
          <p:cNvPr id="4" name="Text 1"/>
          <p:cNvSpPr txBox="1"/>
          <p:nvPr/>
        </p:nvSpPr>
        <p:spPr>
          <a:xfrm>
            <a:off x="761970" y="1424178"/>
            <a:ext cx="4602907" cy="542971"/>
          </a:xfrm>
          <a:prstGeom prst="rect">
            <a:avLst/>
          </a:prstGeom>
          <a:noFill/>
          <a:ln/>
        </p:spPr>
        <p:txBody>
          <a:bodyPr wrap="square" lIns="0" tIns="0" rIns="0" bIns="0" rtlCol="0" anchor="t"/>
          <a:lstStyle/>
          <a:p>
            <a:pPr algn="l" indent="0" marL="0">
              <a:lnSpc>
                <a:spcPts val="3477"/>
              </a:lnSpc>
              <a:buNone/>
            </a:pPr>
            <a:r>
              <a:rPr lang="en-US" sz="2850" b="1" spc="-57" kern="0" dirty="0">
                <a:solidFill>
                  <a:srgbClr val="241C17"/>
                </a:solidFill>
                <a:latin typeface="Noto Sans TC" pitchFamily="34" charset="0"/>
                <a:ea typeface="Noto Sans TC" pitchFamily="34" charset="-122"/>
                <a:cs typeface="Noto Sans TC" pitchFamily="34" charset="-120"/>
              </a:rPr>
              <a:t>你可以發的內容，只有四類</a:t>
            </a:r>
            <a:endParaRPr lang="en-US" sz="2850" dirty="0"/>
          </a:p>
        </p:txBody>
      </p:sp>
      <p:sp>
        <p:nvSpPr>
          <p:cNvPr id="5" name="Text 2"/>
          <p:cNvSpPr txBox="1"/>
          <p:nvPr/>
        </p:nvSpPr>
        <p:spPr>
          <a:xfrm>
            <a:off x="981060" y="3313511"/>
            <a:ext cx="584210" cy="352410"/>
          </a:xfrm>
          <a:prstGeom prst="rect">
            <a:avLst/>
          </a:prstGeom>
          <a:noFill/>
          <a:ln/>
        </p:spPr>
        <p:txBody>
          <a:bodyPr wrap="square" lIns="0" tIns="0" rIns="0" bIns="0" rtlCol="0" anchor="t"/>
          <a:lstStyle/>
          <a:p>
            <a:pPr algn="l" indent="0" marL="0">
              <a:buNone/>
            </a:pPr>
            <a:r>
              <a:rPr lang="en-US" sz="1800" b="1" spc="-18" kern="0" dirty="0">
                <a:solidFill>
                  <a:srgbClr val="C05F3C"/>
                </a:solidFill>
                <a:latin typeface="Noto Sans TC" pitchFamily="34" charset="0"/>
                <a:ea typeface="Noto Sans TC" pitchFamily="34" charset="-122"/>
                <a:cs typeface="Noto Sans TC" pitchFamily="34" charset="-120"/>
              </a:rPr>
              <a:t>商品</a:t>
            </a:r>
            <a:endParaRPr lang="en-US" sz="1800" dirty="0"/>
          </a:p>
        </p:txBody>
      </p:sp>
      <p:sp>
        <p:nvSpPr>
          <p:cNvPr id="6" name="Text 3"/>
          <p:cNvSpPr txBox="1"/>
          <p:nvPr/>
        </p:nvSpPr>
        <p:spPr>
          <a:xfrm>
            <a:off x="981060" y="3675431"/>
            <a:ext cx="664860" cy="209580"/>
          </a:xfrm>
          <a:prstGeom prst="rect">
            <a:avLst/>
          </a:prstGeom>
          <a:noFill/>
          <a:ln/>
        </p:spPr>
        <p:txBody>
          <a:bodyPr wrap="square" lIns="0" tIns="0" rIns="0" bIns="0" rtlCol="0" anchor="t"/>
          <a:lstStyle/>
          <a:p>
            <a:pPr algn="l" indent="0" marL="0">
              <a:buNone/>
            </a:pPr>
            <a:r>
              <a:rPr lang="en-US" sz="1050" b="1" dirty="0">
                <a:solidFill>
                  <a:srgbClr val="9C8B7C"/>
                </a:solidFill>
                <a:latin typeface="Noto Sans TC" pitchFamily="34" charset="0"/>
                <a:ea typeface="Noto Sans TC" pitchFamily="34" charset="-122"/>
                <a:cs typeface="Noto Sans TC" pitchFamily="34" charset="-120"/>
              </a:rPr>
              <a:t>我賣什麼</a:t>
            </a:r>
            <a:endParaRPr lang="en-US" sz="1050" dirty="0"/>
          </a:p>
        </p:txBody>
      </p:sp>
      <p:sp>
        <p:nvSpPr>
          <p:cNvPr id="7" name="Text 4"/>
          <p:cNvSpPr txBox="1"/>
          <p:nvPr/>
        </p:nvSpPr>
        <p:spPr>
          <a:xfrm>
            <a:off x="981060" y="3980292"/>
            <a:ext cx="2211294" cy="219090"/>
          </a:xfrm>
          <a:prstGeom prst="rect">
            <a:avLst/>
          </a:prstGeom>
          <a:noFill/>
          <a:ln/>
        </p:spPr>
        <p:txBody>
          <a:bodyPr wrap="square" lIns="0" tIns="0" rIns="0" bIns="0" rtlCol="0" anchor="t"/>
          <a:lstStyle/>
          <a:p>
            <a:pPr algn="l" indent="0" marL="0">
              <a:lnSpc>
                <a:spcPts val="1823"/>
              </a:lnSpc>
              <a:buNone/>
            </a:pPr>
            <a:r>
              <a:rPr lang="en-US" sz="1125" dirty="0">
                <a:solidFill>
                  <a:srgbClr val="4A3C33"/>
                </a:solidFill>
                <a:latin typeface="Noto Sans TC" pitchFamily="34" charset="0"/>
                <a:ea typeface="Noto Sans TC" pitchFamily="34" charset="-122"/>
                <a:cs typeface="Noto Sans TC" pitchFamily="34" charset="-120"/>
              </a:rPr>
              <a:t>成品照、新品、口味介紹、包裝</a:t>
            </a:r>
            <a:endParaRPr lang="en-US" sz="1125" dirty="0"/>
          </a:p>
        </p:txBody>
      </p:sp>
      <p:sp>
        <p:nvSpPr>
          <p:cNvPr id="8" name="Text 5"/>
          <p:cNvSpPr txBox="1"/>
          <p:nvPr/>
        </p:nvSpPr>
        <p:spPr>
          <a:xfrm>
            <a:off x="3676620" y="3313511"/>
            <a:ext cx="584210" cy="352410"/>
          </a:xfrm>
          <a:prstGeom prst="rect">
            <a:avLst/>
          </a:prstGeom>
          <a:noFill/>
          <a:ln/>
        </p:spPr>
        <p:txBody>
          <a:bodyPr wrap="square" lIns="0" tIns="0" rIns="0" bIns="0" rtlCol="0" anchor="t"/>
          <a:lstStyle/>
          <a:p>
            <a:pPr algn="l" indent="0" marL="0">
              <a:buNone/>
            </a:pPr>
            <a:r>
              <a:rPr lang="en-US" sz="1800" b="1" spc="-18" kern="0" dirty="0">
                <a:solidFill>
                  <a:srgbClr val="D99A4E"/>
                </a:solidFill>
                <a:latin typeface="Noto Sans TC" pitchFamily="34" charset="0"/>
                <a:ea typeface="Noto Sans TC" pitchFamily="34" charset="-122"/>
                <a:cs typeface="Noto Sans TC" pitchFamily="34" charset="-120"/>
              </a:rPr>
              <a:t>過程</a:t>
            </a:r>
            <a:endParaRPr lang="en-US" sz="1800" dirty="0"/>
          </a:p>
        </p:txBody>
      </p:sp>
      <p:sp>
        <p:nvSpPr>
          <p:cNvPr id="9" name="Text 6"/>
          <p:cNvSpPr txBox="1"/>
          <p:nvPr/>
        </p:nvSpPr>
        <p:spPr>
          <a:xfrm>
            <a:off x="3676620" y="3675431"/>
            <a:ext cx="938997" cy="209580"/>
          </a:xfrm>
          <a:prstGeom prst="rect">
            <a:avLst/>
          </a:prstGeom>
          <a:noFill/>
          <a:ln/>
        </p:spPr>
        <p:txBody>
          <a:bodyPr wrap="square" lIns="0" tIns="0" rIns="0" bIns="0" rtlCol="0" anchor="t"/>
          <a:lstStyle/>
          <a:p>
            <a:pPr algn="l" indent="0" marL="0">
              <a:buNone/>
            </a:pPr>
            <a:r>
              <a:rPr lang="en-US" sz="1050" b="1" dirty="0">
                <a:solidFill>
                  <a:srgbClr val="9C8B7C"/>
                </a:solidFill>
                <a:latin typeface="Noto Sans TC" pitchFamily="34" charset="0"/>
                <a:ea typeface="Noto Sans TC" pitchFamily="34" charset="-122"/>
                <a:cs typeface="Noto Sans TC" pitchFamily="34" charset="-120"/>
              </a:rPr>
              <a:t>我是怎麼做的</a:t>
            </a:r>
            <a:endParaRPr lang="en-US" sz="1050" dirty="0"/>
          </a:p>
        </p:txBody>
      </p:sp>
      <p:sp>
        <p:nvSpPr>
          <p:cNvPr id="10" name="Text 7"/>
          <p:cNvSpPr txBox="1"/>
          <p:nvPr/>
        </p:nvSpPr>
        <p:spPr>
          <a:xfrm>
            <a:off x="3676620" y="3980292"/>
            <a:ext cx="2211294" cy="450525"/>
          </a:xfrm>
          <a:prstGeom prst="rect">
            <a:avLst/>
          </a:prstGeom>
          <a:noFill/>
          <a:ln/>
        </p:spPr>
        <p:txBody>
          <a:bodyPr wrap="square" lIns="0" tIns="0" rIns="0" bIns="0" rtlCol="0" anchor="t"/>
          <a:lstStyle/>
          <a:p>
            <a:pPr algn="l" indent="0" marL="0">
              <a:lnSpc>
                <a:spcPts val="1823"/>
              </a:lnSpc>
              <a:buNone/>
            </a:pPr>
            <a:r>
              <a:rPr lang="en-US" sz="1125" dirty="0">
                <a:solidFill>
                  <a:srgbClr val="4A3C33"/>
                </a:solidFill>
                <a:latin typeface="Noto Sans TC" pitchFamily="34" charset="0"/>
                <a:ea typeface="Noto Sans TC" pitchFamily="34" charset="-122"/>
                <a:cs typeface="Noto Sans TC" pitchFamily="34" charset="-120"/>
              </a:rPr>
              <a:t>備料、製作、烘烤、包裝、失敗的那次</a:t>
            </a:r>
            <a:endParaRPr lang="en-US" sz="1125" dirty="0"/>
          </a:p>
        </p:txBody>
      </p:sp>
      <p:sp>
        <p:nvSpPr>
          <p:cNvPr id="11" name="Text 8"/>
          <p:cNvSpPr txBox="1"/>
          <p:nvPr/>
        </p:nvSpPr>
        <p:spPr>
          <a:xfrm>
            <a:off x="6372271" y="3313511"/>
            <a:ext cx="357805" cy="352410"/>
          </a:xfrm>
          <a:prstGeom prst="rect">
            <a:avLst/>
          </a:prstGeom>
          <a:noFill/>
          <a:ln/>
        </p:spPr>
        <p:txBody>
          <a:bodyPr wrap="square" lIns="0" tIns="0" rIns="0" bIns="0" rtlCol="0" anchor="t"/>
          <a:lstStyle/>
          <a:p>
            <a:pPr algn="l" indent="0" marL="0">
              <a:buNone/>
            </a:pPr>
            <a:r>
              <a:rPr lang="en-US" sz="1800" b="1" spc="-18" kern="0" dirty="0">
                <a:solidFill>
                  <a:srgbClr val="5F7A63"/>
                </a:solidFill>
                <a:latin typeface="Noto Sans TC" pitchFamily="34" charset="0"/>
                <a:ea typeface="Noto Sans TC" pitchFamily="34" charset="-122"/>
                <a:cs typeface="Noto Sans TC" pitchFamily="34" charset="-120"/>
              </a:rPr>
              <a:t>人</a:t>
            </a:r>
            <a:endParaRPr lang="en-US" sz="1800" dirty="0"/>
          </a:p>
        </p:txBody>
      </p:sp>
      <p:sp>
        <p:nvSpPr>
          <p:cNvPr id="12" name="Text 9"/>
          <p:cNvSpPr txBox="1"/>
          <p:nvPr/>
        </p:nvSpPr>
        <p:spPr>
          <a:xfrm>
            <a:off x="6372271" y="3675431"/>
            <a:ext cx="1221638" cy="209580"/>
          </a:xfrm>
          <a:prstGeom prst="rect">
            <a:avLst/>
          </a:prstGeom>
          <a:noFill/>
          <a:ln/>
        </p:spPr>
        <p:txBody>
          <a:bodyPr wrap="square" lIns="0" tIns="0" rIns="0" bIns="0" rtlCol="0" anchor="t"/>
          <a:lstStyle/>
          <a:p>
            <a:pPr algn="l" indent="0" marL="0">
              <a:buNone/>
            </a:pPr>
            <a:r>
              <a:rPr lang="en-US" sz="1050" b="1" dirty="0">
                <a:solidFill>
                  <a:srgbClr val="9C8B7C"/>
                </a:solidFill>
                <a:latin typeface="Noto Sans TC" pitchFamily="34" charset="0"/>
                <a:ea typeface="Noto Sans TC" pitchFamily="34" charset="-122"/>
                <a:cs typeface="Noto Sans TC" pitchFamily="34" charset="-120"/>
              </a:rPr>
              <a:t>我是誰／工作日常</a:t>
            </a:r>
            <a:endParaRPr lang="en-US" sz="1050" dirty="0"/>
          </a:p>
        </p:txBody>
      </p:sp>
      <p:sp>
        <p:nvSpPr>
          <p:cNvPr id="13" name="Text 10"/>
          <p:cNvSpPr txBox="1"/>
          <p:nvPr/>
        </p:nvSpPr>
        <p:spPr>
          <a:xfrm>
            <a:off x="6372271" y="3980292"/>
            <a:ext cx="2211294" cy="450525"/>
          </a:xfrm>
          <a:prstGeom prst="rect">
            <a:avLst/>
          </a:prstGeom>
          <a:noFill/>
          <a:ln/>
        </p:spPr>
        <p:txBody>
          <a:bodyPr wrap="square" lIns="0" tIns="0" rIns="0" bIns="0" rtlCol="0" anchor="t"/>
          <a:lstStyle/>
          <a:p>
            <a:pPr algn="l" indent="0" marL="0">
              <a:lnSpc>
                <a:spcPts val="1823"/>
              </a:lnSpc>
              <a:buNone/>
            </a:pPr>
            <a:r>
              <a:rPr lang="en-US" sz="1125" dirty="0">
                <a:solidFill>
                  <a:srgbClr val="4A3C33"/>
                </a:solidFill>
                <a:latin typeface="Noto Sans TC" pitchFamily="34" charset="0"/>
                <a:ea typeface="Noto Sans TC" pitchFamily="34" charset="-122"/>
                <a:cs typeface="Noto Sans TC" pitchFamily="34" charset="-120"/>
              </a:rPr>
              <a:t>為什麼開始做、今天的工作、市集現場</a:t>
            </a:r>
            <a:endParaRPr lang="en-US" sz="1125" dirty="0"/>
          </a:p>
        </p:txBody>
      </p:sp>
      <p:sp>
        <p:nvSpPr>
          <p:cNvPr id="14" name="Text 11"/>
          <p:cNvSpPr txBox="1"/>
          <p:nvPr/>
        </p:nvSpPr>
        <p:spPr>
          <a:xfrm>
            <a:off x="9067830" y="3313511"/>
            <a:ext cx="1290493" cy="352410"/>
          </a:xfrm>
          <a:prstGeom prst="rect">
            <a:avLst/>
          </a:prstGeom>
          <a:noFill/>
          <a:ln/>
        </p:spPr>
        <p:txBody>
          <a:bodyPr wrap="square" lIns="0" tIns="0" rIns="0" bIns="0" rtlCol="0" anchor="t"/>
          <a:lstStyle/>
          <a:p>
            <a:pPr algn="l" indent="0" marL="0">
              <a:buNone/>
            </a:pPr>
            <a:r>
              <a:rPr lang="en-US" sz="1800" b="1" spc="-18" kern="0" dirty="0">
                <a:solidFill>
                  <a:srgbClr val="8A5A6D"/>
                </a:solidFill>
                <a:latin typeface="Noto Sans TC" pitchFamily="34" charset="0"/>
                <a:ea typeface="Noto Sans TC" pitchFamily="34" charset="-122"/>
                <a:cs typeface="Noto Sans TC" pitchFamily="34" charset="-120"/>
              </a:rPr>
              <a:t>有用的內容</a:t>
            </a:r>
            <a:endParaRPr lang="en-US" sz="1800" dirty="0"/>
          </a:p>
        </p:txBody>
      </p:sp>
      <p:sp>
        <p:nvSpPr>
          <p:cNvPr id="15" name="Text 12"/>
          <p:cNvSpPr txBox="1"/>
          <p:nvPr/>
        </p:nvSpPr>
        <p:spPr>
          <a:xfrm>
            <a:off x="9067830" y="3675431"/>
            <a:ext cx="1504371" cy="209580"/>
          </a:xfrm>
          <a:prstGeom prst="rect">
            <a:avLst/>
          </a:prstGeom>
          <a:noFill/>
          <a:ln/>
        </p:spPr>
        <p:txBody>
          <a:bodyPr wrap="square" lIns="0" tIns="0" rIns="0" bIns="0" rtlCol="0" anchor="t"/>
          <a:lstStyle/>
          <a:p>
            <a:pPr algn="l" indent="0" marL="0">
              <a:buNone/>
            </a:pPr>
            <a:r>
              <a:rPr lang="en-US" sz="1050" b="1" dirty="0">
                <a:solidFill>
                  <a:srgbClr val="9C8B7C"/>
                </a:solidFill>
                <a:latin typeface="Noto Sans TC" pitchFamily="34" charset="0"/>
                <a:ea typeface="Noto Sans TC" pitchFamily="34" charset="-122"/>
                <a:cs typeface="Noto Sans TC" pitchFamily="34" charset="-120"/>
              </a:rPr>
              <a:t>技巧、知識、使用方式</a:t>
            </a:r>
            <a:endParaRPr lang="en-US" sz="1050" dirty="0"/>
          </a:p>
        </p:txBody>
      </p:sp>
      <p:sp>
        <p:nvSpPr>
          <p:cNvPr id="16" name="Text 13"/>
          <p:cNvSpPr txBox="1"/>
          <p:nvPr/>
        </p:nvSpPr>
        <p:spPr>
          <a:xfrm>
            <a:off x="9067830" y="3980292"/>
            <a:ext cx="2211294" cy="219090"/>
          </a:xfrm>
          <a:prstGeom prst="rect">
            <a:avLst/>
          </a:prstGeom>
          <a:noFill/>
          <a:ln/>
        </p:spPr>
        <p:txBody>
          <a:bodyPr wrap="square" lIns="0" tIns="0" rIns="0" bIns="0" rtlCol="0" anchor="t"/>
          <a:lstStyle/>
          <a:p>
            <a:pPr algn="l" indent="0" marL="0">
              <a:lnSpc>
                <a:spcPts val="1823"/>
              </a:lnSpc>
              <a:buNone/>
            </a:pPr>
            <a:r>
              <a:rPr lang="en-US" sz="1125" dirty="0">
                <a:solidFill>
                  <a:srgbClr val="4A3C33"/>
                </a:solidFill>
                <a:latin typeface="Noto Sans TC" pitchFamily="34" charset="0"/>
                <a:ea typeface="Noto Sans TC" pitchFamily="34" charset="-122"/>
                <a:cs typeface="Noto Sans TC" pitchFamily="34" charset="-120"/>
              </a:rPr>
              <a:t>怎麼保存、怎麼搭配、怎麼挑選</a:t>
            </a:r>
            <a:endParaRPr lang="en-US" sz="1125" dirty="0"/>
          </a:p>
        </p:txBody>
      </p:sp>
      <p:sp>
        <p:nvSpPr>
          <p:cNvPr id="17" name="Text 14"/>
          <p:cNvSpPr txBox="1"/>
          <p:nvPr/>
        </p:nvSpPr>
        <p:spPr>
          <a:xfrm>
            <a:off x="1533540" y="5095585"/>
            <a:ext cx="5139111" cy="295260"/>
          </a:xfrm>
          <a:prstGeom prst="rect">
            <a:avLst/>
          </a:prstGeom>
          <a:noFill/>
          <a:ln/>
        </p:spPr>
        <p:txBody>
          <a:bodyPr wrap="square" lIns="0" tIns="0" rIns="0" bIns="0" rtlCol="0" anchor="t"/>
          <a:lstStyle/>
          <a:p>
            <a:pPr algn="l" indent="0" marL="0">
              <a:lnSpc>
                <a:spcPts val="2325"/>
              </a:lnSpc>
              <a:buNone/>
            </a:pPr>
            <a:r>
              <a:rPr lang="en-US" sz="1500" b="1" dirty="0">
                <a:solidFill>
                  <a:srgbClr val="4A3C33"/>
                </a:solidFill>
                <a:latin typeface="Noto Sans TC" pitchFamily="34" charset="0"/>
                <a:ea typeface="Noto Sans TC" pitchFamily="34" charset="-122"/>
                <a:cs typeface="Noto Sans TC" pitchFamily="34" charset="-120"/>
              </a:rPr>
              <a:t>下次不知道要發什麼的時候，</a:t>
            </a:r>
            <a:pPr algn="l" indent="0" marL="0">
              <a:lnSpc>
                <a:spcPts val="2325"/>
              </a:lnSpc>
              <a:buNone/>
            </a:pPr>
            <a:r>
              <a:rPr lang="en-US" sz="1500" b="1" dirty="0">
                <a:solidFill>
                  <a:srgbClr val="C05F3C"/>
                </a:solidFill>
                <a:latin typeface="Noto Sans TC" pitchFamily="34" charset="0"/>
                <a:ea typeface="Noto Sans TC" pitchFamily="34" charset="-122"/>
                <a:cs typeface="Noto Sans TC" pitchFamily="34" charset="-120"/>
              </a:rPr>
              <a:t>從這四類裡面挑一個</a:t>
            </a:r>
            <a:pPr algn="l" indent="0" marL="0">
              <a:lnSpc>
                <a:spcPts val="2325"/>
              </a:lnSpc>
              <a:buNone/>
            </a:pPr>
            <a:r>
              <a:rPr lang="en-US" sz="1500" b="1" dirty="0">
                <a:solidFill>
                  <a:srgbClr val="4A3C33"/>
                </a:solidFill>
                <a:latin typeface="Noto Sans TC" pitchFamily="34" charset="0"/>
                <a:ea typeface="Noto Sans TC" pitchFamily="34" charset="-122"/>
                <a:cs typeface="Noto Sans TC" pitchFamily="34" charset="-120"/>
              </a:rPr>
              <a:t>就好。</a:t>
            </a:r>
            <a:endParaRPr lang="en-US" sz="1500" dirty="0"/>
          </a:p>
        </p:txBody>
      </p:sp>
      <p:sp>
        <p:nvSpPr>
          <p:cNvPr id="18" name="Text 15"/>
          <p:cNvSpPr txBox="1"/>
          <p:nvPr/>
        </p:nvSpPr>
        <p:spPr>
          <a:xfrm>
            <a:off x="4010010" y="5095585"/>
            <a:ext cx="1908261" cy="295260"/>
          </a:xfrm>
          <a:prstGeom prst="rect">
            <a:avLst/>
          </a:prstGeom>
          <a:noFill/>
          <a:ln/>
        </p:spPr>
        <p:txBody>
          <a:bodyPr wrap="square" lIns="0" tIns="0" rIns="0" bIns="0" rtlCol="0" anchor="t"/>
          <a:lstStyle/>
          <a:p>
            <a:pPr algn="l" indent="0" marL="0">
              <a:lnSpc>
                <a:spcPts val="2325"/>
              </a:lnSpc>
              <a:buNone/>
            </a:pPr>
            <a:r>
              <a:rPr lang="en-US" sz="1500" b="1" dirty="0">
                <a:solidFill>
                  <a:srgbClr val="C05F3C"/>
                </a:solidFill>
                <a:latin typeface="Noto Sans TC" pitchFamily="34" charset="0"/>
                <a:ea typeface="Noto Sans TC" pitchFamily="34" charset="-122"/>
                <a:cs typeface="Noto Sans TC" pitchFamily="34" charset="-120"/>
              </a:rPr>
              <a:t>從這四類裡面挑一個</a:t>
            </a:r>
            <a:endParaRPr lang="en-US" sz="1500" dirty="0"/>
          </a:p>
        </p:txBody>
      </p:sp>
      <p:sp>
        <p:nvSpPr>
          <p:cNvPr id="19" name="Text 16"/>
          <p:cNvSpPr txBox="1"/>
          <p:nvPr/>
        </p:nvSpPr>
        <p:spPr>
          <a:xfrm>
            <a:off x="761970" y="6438930"/>
            <a:ext cx="1338042" cy="200071"/>
          </a:xfrm>
          <a:prstGeom prst="rect">
            <a:avLst/>
          </a:prstGeom>
          <a:noFill/>
          <a:ln/>
        </p:spPr>
        <p:txBody>
          <a:bodyPr wrap="square" lIns="0" tIns="0" rIns="0" bIns="0" rtlCol="0" anchor="t"/>
          <a:lstStyle/>
          <a:p>
            <a:pPr algn="l" indent="0" marL="0">
              <a:buNone/>
            </a:pPr>
            <a:r>
              <a:rPr lang="en-US" sz="938" b="1" spc="56" kern="0" dirty="0">
                <a:solidFill>
                  <a:srgbClr val="9C8B7C"/>
                </a:solidFill>
                <a:latin typeface="Noto Sans TC" pitchFamily="34" charset="0"/>
                <a:ea typeface="Noto Sans TC" pitchFamily="34" charset="-122"/>
                <a:cs typeface="Noto Sans TC" pitchFamily="34" charset="-120"/>
              </a:rPr>
              <a:t>PART 9 · 15:46</a:t>
            </a:r>
            <a:endParaRPr lang="en-US" sz="938" dirty="0"/>
          </a:p>
        </p:txBody>
      </p:sp>
      <p:sp>
        <p:nvSpPr>
          <p:cNvPr id="20" name="Text 17"/>
          <p:cNvSpPr txBox="1"/>
          <p:nvPr/>
        </p:nvSpPr>
        <p:spPr>
          <a:xfrm>
            <a:off x="10922599" y="6438930"/>
            <a:ext cx="562630" cy="200071"/>
          </a:xfrm>
          <a:prstGeom prst="rect">
            <a:avLst/>
          </a:prstGeom>
          <a:noFill/>
          <a:ln/>
        </p:spPr>
        <p:txBody>
          <a:bodyPr wrap="square" lIns="0" tIns="0" rIns="0" bIns="0" rtlCol="0" anchor="t"/>
          <a:lstStyle/>
          <a:p>
            <a:pPr algn="l" indent="0" marL="0">
              <a:buNone/>
            </a:pPr>
            <a:r>
              <a:rPr lang="en-US" sz="938" b="1" spc="56" kern="0" dirty="0">
                <a:solidFill>
                  <a:srgbClr val="9C8B7C"/>
                </a:solidFill>
                <a:latin typeface="Noto Sans TC" pitchFamily="34" charset="0"/>
                <a:ea typeface="Noto Sans TC" pitchFamily="34" charset="-122"/>
                <a:cs typeface="Noto Sans TC" pitchFamily="34" charset="-120"/>
              </a:rPr>
              <a:t>69 / 75</a:t>
            </a:r>
            <a:endParaRPr lang="en-US" sz="938"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BF7F1"/>
        </a:solidFill>
      </p:bgPr>
    </p:bg>
    <p:spTree>
      <p:nvGrpSpPr>
        <p:cNvPr id="1" name=""/>
        <p:cNvGrpSpPr/>
        <p:nvPr/>
      </p:nvGrpSpPr>
      <p:grpSpPr>
        <a:xfrm>
          <a:off x="0" y="0"/>
          <a:ext cx="0" cy="0"/>
          <a:chOff x="0" y="0"/>
          <a:chExt cx="0" cy="0"/>
        </a:xfrm>
      </p:grpSpPr>
      <p:pic>
        <p:nvPicPr>
          <p:cNvPr id="2" name="Image 0" descr="/home/user/gogoeveryday/social-course/export-pptx/build/bg/70.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761970" y="820491"/>
            <a:ext cx="1363188" cy="219090"/>
          </a:xfrm>
          <a:prstGeom prst="rect">
            <a:avLst/>
          </a:prstGeom>
          <a:noFill/>
          <a:ln/>
        </p:spPr>
        <p:txBody>
          <a:bodyPr wrap="square" lIns="0" tIns="0" rIns="0" bIns="0" rtlCol="0" anchor="t"/>
          <a:lstStyle/>
          <a:p>
            <a:pPr algn="l" indent="0" marL="0">
              <a:buNone/>
            </a:pPr>
            <a:r>
              <a:rPr lang="en-US" sz="1125" b="1" spc="225" kern="0" dirty="0">
                <a:solidFill>
                  <a:srgbClr val="5F7A63"/>
                </a:solidFill>
                <a:latin typeface="Noto Sans TC" pitchFamily="34" charset="0"/>
                <a:ea typeface="Noto Sans TC" pitchFamily="34" charset="-122"/>
                <a:cs typeface="Noto Sans TC" pitchFamily="34" charset="-120"/>
              </a:rPr>
              <a:t>一週四篇的範例</a:t>
            </a:r>
            <a:endParaRPr lang="en-US" sz="1125" dirty="0"/>
          </a:p>
        </p:txBody>
      </p:sp>
      <p:sp>
        <p:nvSpPr>
          <p:cNvPr id="4" name="Text 1"/>
          <p:cNvSpPr txBox="1"/>
          <p:nvPr/>
        </p:nvSpPr>
        <p:spPr>
          <a:xfrm>
            <a:off x="761970" y="1125261"/>
            <a:ext cx="3474903" cy="984534"/>
          </a:xfrm>
          <a:prstGeom prst="rect">
            <a:avLst/>
          </a:prstGeom>
          <a:noFill/>
          <a:ln/>
        </p:spPr>
        <p:txBody>
          <a:bodyPr wrap="square" lIns="0" tIns="0" rIns="0" bIns="0" rtlCol="0" anchor="t"/>
          <a:lstStyle/>
          <a:p>
            <a:pPr algn="l" indent="0" marL="0">
              <a:lnSpc>
                <a:spcPts val="3477"/>
              </a:lnSpc>
              <a:buNone/>
            </a:pPr>
            <a:r>
              <a:rPr lang="en-US" sz="2850" b="1" spc="-57" kern="0" dirty="0">
                <a:solidFill>
                  <a:srgbClr val="241C17"/>
                </a:solidFill>
                <a:latin typeface="Noto Sans TC" pitchFamily="34" charset="0"/>
                <a:ea typeface="Noto Sans TC" pitchFamily="34" charset="-122"/>
                <a:cs typeface="Noto Sans TC" pitchFamily="34" charset="-120"/>
              </a:rPr>
              <a:t>四篇裡面，</a:t>
            </a:r>
            <a:endParaRPr lang="en-US" sz="2850" dirty="0"/>
          </a:p>
          <a:p>
            <a:pPr algn="l" indent="0" marL="0">
              <a:lnSpc>
                <a:spcPts val="3477"/>
              </a:lnSpc>
              <a:buNone/>
            </a:pPr>
            <a:r>
              <a:rPr lang="en-US" sz="2850" b="1" spc="-57" kern="0" dirty="0">
                <a:solidFill>
                  <a:srgbClr val="241C17"/>
                </a:solidFill>
                <a:latin typeface="Noto Sans TC" pitchFamily="34" charset="0"/>
                <a:ea typeface="Noto Sans TC" pitchFamily="34" charset="-122"/>
                <a:cs typeface="Noto Sans TC" pitchFamily="34" charset="-120"/>
              </a:rPr>
              <a:t>只有一篇在賣東西。</a:t>
            </a:r>
            <a:endParaRPr lang="en-US" sz="2850" dirty="0"/>
          </a:p>
        </p:txBody>
      </p:sp>
      <p:sp>
        <p:nvSpPr>
          <p:cNvPr id="5" name="Text 2"/>
          <p:cNvSpPr txBox="1"/>
          <p:nvPr/>
        </p:nvSpPr>
        <p:spPr>
          <a:xfrm>
            <a:off x="1066648" y="2575133"/>
            <a:ext cx="417332" cy="219090"/>
          </a:xfrm>
          <a:prstGeom prst="rect">
            <a:avLst/>
          </a:prstGeom>
          <a:noFill/>
          <a:ln/>
        </p:spPr>
        <p:txBody>
          <a:bodyPr wrap="square" lIns="0" tIns="0" rIns="0" bIns="0" rtlCol="0" anchor="t"/>
          <a:lstStyle/>
          <a:p>
            <a:pPr algn="l" indent="0" marL="0">
              <a:buNone/>
            </a:pPr>
            <a:r>
              <a:rPr lang="en-US" sz="1125" b="1" dirty="0">
                <a:solidFill>
                  <a:srgbClr val="C05F3C"/>
                </a:solidFill>
                <a:latin typeface="Noto Sans TC" pitchFamily="34" charset="0"/>
                <a:ea typeface="Noto Sans TC" pitchFamily="34" charset="-122"/>
                <a:cs typeface="Noto Sans TC" pitchFamily="34" charset="-120"/>
              </a:rPr>
              <a:t>週一</a:t>
            </a:r>
            <a:endParaRPr lang="en-US" sz="1125" dirty="0"/>
          </a:p>
        </p:txBody>
      </p:sp>
      <p:sp>
        <p:nvSpPr>
          <p:cNvPr id="6" name="Text 3"/>
          <p:cNvSpPr txBox="1"/>
          <p:nvPr/>
        </p:nvSpPr>
        <p:spPr>
          <a:xfrm>
            <a:off x="1609710" y="2441814"/>
            <a:ext cx="483992" cy="266730"/>
          </a:xfrm>
          <a:prstGeom prst="rect">
            <a:avLst/>
          </a:prstGeom>
          <a:noFill/>
          <a:ln/>
        </p:spPr>
        <p:txBody>
          <a:bodyPr wrap="square" lIns="0" tIns="0" rIns="0" bIns="0" rtlCol="0" anchor="t"/>
          <a:lstStyle/>
          <a:p>
            <a:pPr algn="l" indent="0" marL="0">
              <a:buNone/>
            </a:pPr>
            <a:r>
              <a:rPr lang="en-US" sz="1388" b="1" dirty="0">
                <a:solidFill>
                  <a:srgbClr val="C05F3C"/>
                </a:solidFill>
                <a:latin typeface="Noto Sans TC" pitchFamily="34" charset="0"/>
                <a:ea typeface="Noto Sans TC" pitchFamily="34" charset="-122"/>
                <a:cs typeface="Noto Sans TC" pitchFamily="34" charset="-120"/>
              </a:rPr>
              <a:t>商品</a:t>
            </a:r>
            <a:endParaRPr lang="en-US" sz="1388" dirty="0"/>
          </a:p>
        </p:txBody>
      </p:sp>
      <p:sp>
        <p:nvSpPr>
          <p:cNvPr id="7" name="Text 4"/>
          <p:cNvSpPr txBox="1"/>
          <p:nvPr/>
        </p:nvSpPr>
        <p:spPr>
          <a:xfrm>
            <a:off x="1609710" y="2708544"/>
            <a:ext cx="1605504" cy="219090"/>
          </a:xfrm>
          <a:prstGeom prst="rect">
            <a:avLst/>
          </a:prstGeom>
          <a:noFill/>
          <a:ln/>
        </p:spPr>
        <p:txBody>
          <a:bodyPr wrap="square" lIns="0" tIns="0" rIns="0" bIns="0" rtlCol="0" anchor="t"/>
          <a:lstStyle/>
          <a:p>
            <a:pPr algn="l" indent="0" marL="0">
              <a:buNone/>
            </a:pPr>
            <a:r>
              <a:rPr lang="en-US" sz="1125" b="1" dirty="0">
                <a:solidFill>
                  <a:srgbClr val="7A6A5D"/>
                </a:solidFill>
                <a:latin typeface="Noto Sans TC" pitchFamily="34" charset="0"/>
                <a:ea typeface="Noto Sans TC" pitchFamily="34" charset="-122"/>
                <a:cs typeface="Noto Sans TC" pitchFamily="34" charset="-120"/>
              </a:rPr>
              <a:t>今天新做好的草莓果醬</a:t>
            </a:r>
            <a:endParaRPr lang="en-US" sz="1125" dirty="0"/>
          </a:p>
        </p:txBody>
      </p:sp>
      <p:sp>
        <p:nvSpPr>
          <p:cNvPr id="8" name="Text 5"/>
          <p:cNvSpPr txBox="1"/>
          <p:nvPr/>
        </p:nvSpPr>
        <p:spPr>
          <a:xfrm>
            <a:off x="1066648" y="3508644"/>
            <a:ext cx="417332" cy="219090"/>
          </a:xfrm>
          <a:prstGeom prst="rect">
            <a:avLst/>
          </a:prstGeom>
          <a:noFill/>
          <a:ln/>
        </p:spPr>
        <p:txBody>
          <a:bodyPr wrap="square" lIns="0" tIns="0" rIns="0" bIns="0" rtlCol="0" anchor="t"/>
          <a:lstStyle/>
          <a:p>
            <a:pPr algn="l" indent="0" marL="0">
              <a:buNone/>
            </a:pPr>
            <a:r>
              <a:rPr lang="en-US" sz="1125" b="1" dirty="0">
                <a:solidFill>
                  <a:srgbClr val="D99A4E"/>
                </a:solidFill>
                <a:latin typeface="Noto Sans TC" pitchFamily="34" charset="0"/>
                <a:ea typeface="Noto Sans TC" pitchFamily="34" charset="-122"/>
                <a:cs typeface="Noto Sans TC" pitchFamily="34" charset="-120"/>
              </a:rPr>
              <a:t>週三</a:t>
            </a:r>
            <a:endParaRPr lang="en-US" sz="1125" dirty="0"/>
          </a:p>
        </p:txBody>
      </p:sp>
      <p:sp>
        <p:nvSpPr>
          <p:cNvPr id="9" name="Text 6"/>
          <p:cNvSpPr txBox="1"/>
          <p:nvPr/>
        </p:nvSpPr>
        <p:spPr>
          <a:xfrm>
            <a:off x="1609710" y="3375233"/>
            <a:ext cx="483992" cy="266730"/>
          </a:xfrm>
          <a:prstGeom prst="rect">
            <a:avLst/>
          </a:prstGeom>
          <a:noFill/>
          <a:ln/>
        </p:spPr>
        <p:txBody>
          <a:bodyPr wrap="square" lIns="0" tIns="0" rIns="0" bIns="0" rtlCol="0" anchor="t"/>
          <a:lstStyle/>
          <a:p>
            <a:pPr algn="l" indent="0" marL="0">
              <a:buNone/>
            </a:pPr>
            <a:r>
              <a:rPr lang="en-US" sz="1388" b="1" dirty="0">
                <a:solidFill>
                  <a:srgbClr val="D99A4E"/>
                </a:solidFill>
                <a:latin typeface="Noto Sans TC" pitchFamily="34" charset="0"/>
                <a:ea typeface="Noto Sans TC" pitchFamily="34" charset="-122"/>
                <a:cs typeface="Noto Sans TC" pitchFamily="34" charset="-120"/>
              </a:rPr>
              <a:t>幕後</a:t>
            </a:r>
            <a:endParaRPr lang="en-US" sz="1388" dirty="0"/>
          </a:p>
        </p:txBody>
      </p:sp>
      <p:sp>
        <p:nvSpPr>
          <p:cNvPr id="10" name="Text 7"/>
          <p:cNvSpPr txBox="1"/>
          <p:nvPr/>
        </p:nvSpPr>
        <p:spPr>
          <a:xfrm>
            <a:off x="1609710" y="3641964"/>
            <a:ext cx="1908353" cy="219090"/>
          </a:xfrm>
          <a:prstGeom prst="rect">
            <a:avLst/>
          </a:prstGeom>
          <a:noFill/>
          <a:ln/>
        </p:spPr>
        <p:txBody>
          <a:bodyPr wrap="square" lIns="0" tIns="0" rIns="0" bIns="0" rtlCol="0" anchor="t"/>
          <a:lstStyle/>
          <a:p>
            <a:pPr algn="l" indent="0" marL="0">
              <a:buNone/>
            </a:pPr>
            <a:r>
              <a:rPr lang="en-US" sz="1125" b="1" dirty="0">
                <a:solidFill>
                  <a:srgbClr val="7A6A5D"/>
                </a:solidFill>
                <a:latin typeface="Noto Sans TC" pitchFamily="34" charset="0"/>
                <a:ea typeface="Noto Sans TC" pitchFamily="34" charset="-122"/>
                <a:cs typeface="Noto Sans TC" pitchFamily="34" charset="-120"/>
              </a:rPr>
              <a:t>熬果醬的鍋子與一整個下午</a:t>
            </a:r>
            <a:endParaRPr lang="en-US" sz="1125" dirty="0"/>
          </a:p>
        </p:txBody>
      </p:sp>
      <p:sp>
        <p:nvSpPr>
          <p:cNvPr id="11" name="Text 8"/>
          <p:cNvSpPr txBox="1"/>
          <p:nvPr/>
        </p:nvSpPr>
        <p:spPr>
          <a:xfrm>
            <a:off x="1066648" y="4442064"/>
            <a:ext cx="417332" cy="219090"/>
          </a:xfrm>
          <a:prstGeom prst="rect">
            <a:avLst/>
          </a:prstGeom>
          <a:noFill/>
          <a:ln/>
        </p:spPr>
        <p:txBody>
          <a:bodyPr wrap="square" lIns="0" tIns="0" rIns="0" bIns="0" rtlCol="0" anchor="t"/>
          <a:lstStyle/>
          <a:p>
            <a:pPr algn="l" indent="0" marL="0">
              <a:buNone/>
            </a:pPr>
            <a:r>
              <a:rPr lang="en-US" sz="1125" b="1" dirty="0">
                <a:solidFill>
                  <a:srgbClr val="8A5A6D"/>
                </a:solidFill>
                <a:latin typeface="Noto Sans TC" pitchFamily="34" charset="0"/>
                <a:ea typeface="Noto Sans TC" pitchFamily="34" charset="-122"/>
                <a:cs typeface="Noto Sans TC" pitchFamily="34" charset="-120"/>
              </a:rPr>
              <a:t>週五</a:t>
            </a:r>
            <a:endParaRPr lang="en-US" sz="1125" dirty="0"/>
          </a:p>
        </p:txBody>
      </p:sp>
      <p:sp>
        <p:nvSpPr>
          <p:cNvPr id="12" name="Text 9"/>
          <p:cNvSpPr txBox="1"/>
          <p:nvPr/>
        </p:nvSpPr>
        <p:spPr>
          <a:xfrm>
            <a:off x="1609710" y="4308744"/>
            <a:ext cx="660197" cy="266730"/>
          </a:xfrm>
          <a:prstGeom prst="rect">
            <a:avLst/>
          </a:prstGeom>
          <a:noFill/>
          <a:ln/>
        </p:spPr>
        <p:txBody>
          <a:bodyPr wrap="square" lIns="0" tIns="0" rIns="0" bIns="0" rtlCol="0" anchor="t"/>
          <a:lstStyle/>
          <a:p>
            <a:pPr algn="l" indent="0" marL="0">
              <a:buNone/>
            </a:pPr>
            <a:r>
              <a:rPr lang="en-US" sz="1388" b="1" dirty="0">
                <a:solidFill>
                  <a:srgbClr val="8A5A6D"/>
                </a:solidFill>
                <a:latin typeface="Noto Sans TC" pitchFamily="34" charset="0"/>
                <a:ea typeface="Noto Sans TC" pitchFamily="34" charset="-122"/>
                <a:cs typeface="Noto Sans TC" pitchFamily="34" charset="-120"/>
              </a:rPr>
              <a:t>小技巧</a:t>
            </a:r>
            <a:endParaRPr lang="en-US" sz="1388" dirty="0"/>
          </a:p>
        </p:txBody>
      </p:sp>
      <p:sp>
        <p:nvSpPr>
          <p:cNvPr id="13" name="Text 10"/>
          <p:cNvSpPr txBox="1"/>
          <p:nvPr/>
        </p:nvSpPr>
        <p:spPr>
          <a:xfrm>
            <a:off x="1609710" y="4575383"/>
            <a:ext cx="1454079" cy="219090"/>
          </a:xfrm>
          <a:prstGeom prst="rect">
            <a:avLst/>
          </a:prstGeom>
          <a:noFill/>
          <a:ln/>
        </p:spPr>
        <p:txBody>
          <a:bodyPr wrap="square" lIns="0" tIns="0" rIns="0" bIns="0" rtlCol="0" anchor="t"/>
          <a:lstStyle/>
          <a:p>
            <a:pPr algn="l" indent="0" marL="0">
              <a:buNone/>
            </a:pPr>
            <a:r>
              <a:rPr lang="en-US" sz="1125" b="1" dirty="0">
                <a:solidFill>
                  <a:srgbClr val="7A6A5D"/>
                </a:solidFill>
                <a:latin typeface="Noto Sans TC" pitchFamily="34" charset="0"/>
                <a:ea typeface="Noto Sans TC" pitchFamily="34" charset="-122"/>
                <a:cs typeface="Noto Sans TC" pitchFamily="34" charset="-120"/>
              </a:rPr>
              <a:t>果醬開封後怎麼保存</a:t>
            </a:r>
            <a:endParaRPr lang="en-US" sz="1125" dirty="0"/>
          </a:p>
        </p:txBody>
      </p:sp>
      <p:sp>
        <p:nvSpPr>
          <p:cNvPr id="14" name="Text 11"/>
          <p:cNvSpPr txBox="1"/>
          <p:nvPr/>
        </p:nvSpPr>
        <p:spPr>
          <a:xfrm>
            <a:off x="1066648" y="5375483"/>
            <a:ext cx="417332" cy="219090"/>
          </a:xfrm>
          <a:prstGeom prst="rect">
            <a:avLst/>
          </a:prstGeom>
          <a:noFill/>
          <a:ln/>
        </p:spPr>
        <p:txBody>
          <a:bodyPr wrap="square" lIns="0" tIns="0" rIns="0" bIns="0" rtlCol="0" anchor="t"/>
          <a:lstStyle/>
          <a:p>
            <a:pPr algn="l" indent="0" marL="0">
              <a:buNone/>
            </a:pPr>
            <a:r>
              <a:rPr lang="en-US" sz="1125" b="1" dirty="0">
                <a:solidFill>
                  <a:srgbClr val="5F7A63"/>
                </a:solidFill>
                <a:latin typeface="Noto Sans TC" pitchFamily="34" charset="0"/>
                <a:ea typeface="Noto Sans TC" pitchFamily="34" charset="-122"/>
                <a:cs typeface="Noto Sans TC" pitchFamily="34" charset="-120"/>
              </a:rPr>
              <a:t>週日</a:t>
            </a:r>
            <a:endParaRPr lang="en-US" sz="1125" dirty="0"/>
          </a:p>
        </p:txBody>
      </p:sp>
      <p:sp>
        <p:nvSpPr>
          <p:cNvPr id="15" name="Text 12"/>
          <p:cNvSpPr txBox="1"/>
          <p:nvPr/>
        </p:nvSpPr>
        <p:spPr>
          <a:xfrm>
            <a:off x="1609710" y="5242164"/>
            <a:ext cx="1398575" cy="266730"/>
          </a:xfrm>
          <a:prstGeom prst="rect">
            <a:avLst/>
          </a:prstGeom>
          <a:noFill/>
          <a:ln/>
        </p:spPr>
        <p:txBody>
          <a:bodyPr wrap="square" lIns="0" tIns="0" rIns="0" bIns="0" rtlCol="0" anchor="t"/>
          <a:lstStyle/>
          <a:p>
            <a:pPr algn="l" indent="0" marL="0">
              <a:buNone/>
            </a:pPr>
            <a:r>
              <a:rPr lang="en-US" sz="1388" b="1" dirty="0">
                <a:solidFill>
                  <a:srgbClr val="5F7A63"/>
                </a:solidFill>
                <a:latin typeface="Noto Sans TC" pitchFamily="34" charset="0"/>
                <a:ea typeface="Noto Sans TC" pitchFamily="34" charset="-122"/>
                <a:cs typeface="Noto Sans TC" pitchFamily="34" charset="-120"/>
              </a:rPr>
              <a:t>生活／客人分享</a:t>
            </a:r>
            <a:endParaRPr lang="en-US" sz="1388" dirty="0"/>
          </a:p>
        </p:txBody>
      </p:sp>
      <p:sp>
        <p:nvSpPr>
          <p:cNvPr id="16" name="Text 13"/>
          <p:cNvSpPr txBox="1"/>
          <p:nvPr/>
        </p:nvSpPr>
        <p:spPr>
          <a:xfrm>
            <a:off x="1609710" y="5508894"/>
            <a:ext cx="1454079" cy="219090"/>
          </a:xfrm>
          <a:prstGeom prst="rect">
            <a:avLst/>
          </a:prstGeom>
          <a:noFill/>
          <a:ln/>
        </p:spPr>
        <p:txBody>
          <a:bodyPr wrap="square" lIns="0" tIns="0" rIns="0" bIns="0" rtlCol="0" anchor="t"/>
          <a:lstStyle/>
          <a:p>
            <a:pPr algn="l" indent="0" marL="0">
              <a:buNone/>
            </a:pPr>
            <a:r>
              <a:rPr lang="en-US" sz="1125" b="1" dirty="0">
                <a:solidFill>
                  <a:srgbClr val="7A6A5D"/>
                </a:solidFill>
                <a:latin typeface="Noto Sans TC" pitchFamily="34" charset="0"/>
                <a:ea typeface="Noto Sans TC" pitchFamily="34" charset="-122"/>
                <a:cs typeface="Noto Sans TC" pitchFamily="34" charset="-120"/>
              </a:rPr>
              <a:t>客人傳來的早餐照片</a:t>
            </a:r>
            <a:endParaRPr lang="en-US" sz="1125" dirty="0"/>
          </a:p>
        </p:txBody>
      </p:sp>
      <p:sp>
        <p:nvSpPr>
          <p:cNvPr id="17" name="Text 14"/>
          <p:cNvSpPr txBox="1"/>
          <p:nvPr/>
        </p:nvSpPr>
        <p:spPr>
          <a:xfrm>
            <a:off x="8303758" y="5833506"/>
            <a:ext cx="2006651" cy="491124"/>
          </a:xfrm>
          <a:prstGeom prst="rect">
            <a:avLst/>
          </a:prstGeom>
          <a:noFill/>
          <a:ln/>
        </p:spPr>
        <p:txBody>
          <a:bodyPr wrap="square" lIns="0" tIns="0" rIns="0" bIns="0" rtlCol="0" anchor="t"/>
          <a:lstStyle/>
          <a:p>
            <a:pPr algn="ctr" indent="0" marL="0">
              <a:lnSpc>
                <a:spcPts val="1918"/>
              </a:lnSpc>
              <a:buNone/>
            </a:pPr>
            <a:r>
              <a:rPr lang="en-US" sz="1238" b="1" dirty="0">
                <a:solidFill>
                  <a:srgbClr val="4A3C33"/>
                </a:solidFill>
                <a:latin typeface="Noto Sans TC" pitchFamily="34" charset="0"/>
                <a:ea typeface="Noto Sans TC" pitchFamily="34" charset="-122"/>
                <a:cs typeface="Noto Sans TC" pitchFamily="34" charset="-120"/>
              </a:rPr>
              <a:t> 讓帳號比較像</a:t>
            </a:r>
            <a:pPr algn="ctr" indent="0" marL="0">
              <a:lnSpc>
                <a:spcPts val="1918"/>
              </a:lnSpc>
              <a:buNone/>
            </a:pPr>
            <a:r>
              <a:rPr lang="en-US" sz="1238" b="1" dirty="0">
                <a:solidFill>
                  <a:srgbClr val="4A3C33"/>
                </a:solidFill>
                <a:latin typeface="Noto Sans TC" pitchFamily="34" charset="0"/>
                <a:ea typeface="Noto Sans TC" pitchFamily="34" charset="-122"/>
                <a:cs typeface="Noto Sans TC" pitchFamily="34" charset="-120"/>
              </a:rPr>
              <a:t>「一個人」</a:t>
            </a:r>
            <a:pPr algn="ctr" indent="0" marL="0">
              <a:lnSpc>
                <a:spcPts val="1918"/>
              </a:lnSpc>
              <a:buNone/>
            </a:pPr>
            <a:r>
              <a:rPr lang="en-US" sz="1238" b="1" dirty="0">
                <a:solidFill>
                  <a:srgbClr val="4A3C33"/>
                </a:solidFill>
                <a:latin typeface="Noto Sans TC" pitchFamily="34" charset="0"/>
                <a:ea typeface="Noto Sans TC" pitchFamily="34" charset="-122"/>
                <a:cs typeface="Noto Sans TC" pitchFamily="34" charset="-120"/>
              </a:rPr>
              <a:t>，</a:t>
            </a:r>
            <a:endParaRPr lang="en-US" sz="1238" dirty="0"/>
          </a:p>
          <a:p>
            <a:pPr algn="ctr" indent="0" marL="0">
              <a:lnSpc>
                <a:spcPts val="1918"/>
              </a:lnSpc>
              <a:buNone/>
            </a:pPr>
            <a:r>
              <a:rPr lang="en-US" sz="1238" b="1" dirty="0">
                <a:solidFill>
                  <a:srgbClr val="4A3C33"/>
                </a:solidFill>
                <a:latin typeface="Noto Sans TC" pitchFamily="34" charset="0"/>
                <a:ea typeface="Noto Sans TC" pitchFamily="34" charset="-122"/>
                <a:cs typeface="Noto Sans TC" pitchFamily="34" charset="-120"/>
              </a:rPr>
              <a:t>不是「一張廣告傳單」。</a:t>
            </a:r>
            <a:endParaRPr lang="en-US" sz="1238" dirty="0"/>
          </a:p>
        </p:txBody>
      </p:sp>
      <p:sp>
        <p:nvSpPr>
          <p:cNvPr id="18" name="Text 15"/>
          <p:cNvSpPr txBox="1"/>
          <p:nvPr/>
        </p:nvSpPr>
        <p:spPr>
          <a:xfrm>
            <a:off x="9279788" y="5833506"/>
            <a:ext cx="840516" cy="247620"/>
          </a:xfrm>
          <a:prstGeom prst="rect">
            <a:avLst/>
          </a:prstGeom>
          <a:noFill/>
          <a:ln/>
        </p:spPr>
        <p:txBody>
          <a:bodyPr wrap="square" lIns="0" tIns="0" rIns="0" bIns="0" rtlCol="0" anchor="t"/>
          <a:lstStyle/>
          <a:p>
            <a:pPr algn="ctr" indent="0" marL="0">
              <a:lnSpc>
                <a:spcPts val="1918"/>
              </a:lnSpc>
              <a:buNone/>
            </a:pPr>
            <a:r>
              <a:rPr lang="en-US" sz="1238" b="1" dirty="0">
                <a:solidFill>
                  <a:srgbClr val="4A3C33"/>
                </a:solidFill>
                <a:latin typeface="Noto Sans TC" pitchFamily="34" charset="0"/>
                <a:ea typeface="Noto Sans TC" pitchFamily="34" charset="-122"/>
                <a:cs typeface="Noto Sans TC" pitchFamily="34" charset="-120"/>
              </a:rPr>
              <a:t>「一個人」</a:t>
            </a:r>
            <a:endParaRPr lang="en-US" sz="1238" dirty="0"/>
          </a:p>
        </p:txBody>
      </p:sp>
      <p:sp>
        <p:nvSpPr>
          <p:cNvPr id="19" name="Text 16"/>
          <p:cNvSpPr txBox="1"/>
          <p:nvPr/>
        </p:nvSpPr>
        <p:spPr>
          <a:xfrm>
            <a:off x="10458907" y="304770"/>
            <a:ext cx="867766" cy="209580"/>
          </a:xfrm>
          <a:prstGeom prst="rect">
            <a:avLst/>
          </a:prstGeom>
          <a:noFill/>
          <a:ln/>
        </p:spPr>
        <p:txBody>
          <a:bodyPr wrap="square" lIns="0" tIns="0" rIns="0" bIns="0" rtlCol="0" anchor="t"/>
          <a:lstStyle/>
          <a:p>
            <a:pPr algn="l" indent="0" marL="0">
              <a:buNone/>
            </a:pPr>
            <a:r>
              <a:rPr lang="en-US" sz="1013" b="1" spc="142" kern="0" dirty="0">
                <a:solidFill>
                  <a:srgbClr val="FBF7F1"/>
                </a:solidFill>
                <a:latin typeface="Noto Sans TC" pitchFamily="34" charset="0"/>
                <a:ea typeface="Noto Sans TC" pitchFamily="34" charset="-122"/>
                <a:cs typeface="Noto Sans TC" pitchFamily="34" charset="-120"/>
              </a:rPr>
              <a:t>寫發文計畫</a:t>
            </a:r>
            <a:endParaRPr lang="en-US" sz="1013" dirty="0"/>
          </a:p>
        </p:txBody>
      </p:sp>
      <p:sp>
        <p:nvSpPr>
          <p:cNvPr id="20" name="Text 17"/>
          <p:cNvSpPr txBox="1"/>
          <p:nvPr/>
        </p:nvSpPr>
        <p:spPr>
          <a:xfrm>
            <a:off x="761970" y="6438930"/>
            <a:ext cx="1338042" cy="200071"/>
          </a:xfrm>
          <a:prstGeom prst="rect">
            <a:avLst/>
          </a:prstGeom>
          <a:noFill/>
          <a:ln/>
        </p:spPr>
        <p:txBody>
          <a:bodyPr wrap="square" lIns="0" tIns="0" rIns="0" bIns="0" rtlCol="0" anchor="t"/>
          <a:lstStyle/>
          <a:p>
            <a:pPr algn="l" indent="0" marL="0">
              <a:buNone/>
            </a:pPr>
            <a:r>
              <a:rPr lang="en-US" sz="938" b="1" spc="56" kern="0" dirty="0">
                <a:solidFill>
                  <a:srgbClr val="9C8B7C"/>
                </a:solidFill>
                <a:latin typeface="Noto Sans TC" pitchFamily="34" charset="0"/>
                <a:ea typeface="Noto Sans TC" pitchFamily="34" charset="-122"/>
                <a:cs typeface="Noto Sans TC" pitchFamily="34" charset="-120"/>
              </a:rPr>
              <a:t>PART 9 · 15:49</a:t>
            </a:r>
            <a:endParaRPr lang="en-US" sz="938" dirty="0"/>
          </a:p>
        </p:txBody>
      </p:sp>
      <p:sp>
        <p:nvSpPr>
          <p:cNvPr id="21" name="Text 18"/>
          <p:cNvSpPr txBox="1"/>
          <p:nvPr/>
        </p:nvSpPr>
        <p:spPr>
          <a:xfrm>
            <a:off x="10922599" y="6438930"/>
            <a:ext cx="562630" cy="200071"/>
          </a:xfrm>
          <a:prstGeom prst="rect">
            <a:avLst/>
          </a:prstGeom>
          <a:noFill/>
          <a:ln/>
        </p:spPr>
        <p:txBody>
          <a:bodyPr wrap="square" lIns="0" tIns="0" rIns="0" bIns="0" rtlCol="0" anchor="t"/>
          <a:lstStyle/>
          <a:p>
            <a:pPr algn="l" indent="0" marL="0">
              <a:buNone/>
            </a:pPr>
            <a:r>
              <a:rPr lang="en-US" sz="938" b="1" spc="56" kern="0" dirty="0">
                <a:solidFill>
                  <a:srgbClr val="9C8B7C"/>
                </a:solidFill>
                <a:latin typeface="Noto Sans TC" pitchFamily="34" charset="0"/>
                <a:ea typeface="Noto Sans TC" pitchFamily="34" charset="-122"/>
                <a:cs typeface="Noto Sans TC" pitchFamily="34" charset="-120"/>
              </a:rPr>
              <a:t>70 / 75</a:t>
            </a:r>
            <a:endParaRPr lang="en-US" sz="938"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BF7F1"/>
        </a:solidFill>
      </p:bgPr>
    </p:bg>
    <p:spTree>
      <p:nvGrpSpPr>
        <p:cNvPr id="1" name=""/>
        <p:cNvGrpSpPr/>
        <p:nvPr/>
      </p:nvGrpSpPr>
      <p:grpSpPr>
        <a:xfrm>
          <a:off x="0" y="0"/>
          <a:ext cx="0" cy="0"/>
          <a:chOff x="0" y="0"/>
          <a:chExt cx="0" cy="0"/>
        </a:xfrm>
      </p:grpSpPr>
      <p:pic>
        <p:nvPicPr>
          <p:cNvPr id="2" name="Image 0" descr="/home/user/gogoeveryday/social-course/export-pptx/build/bg/71.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761970" y="756666"/>
            <a:ext cx="2523378" cy="219090"/>
          </a:xfrm>
          <a:prstGeom prst="rect">
            <a:avLst/>
          </a:prstGeom>
          <a:noFill/>
          <a:ln/>
        </p:spPr>
        <p:txBody>
          <a:bodyPr wrap="square" lIns="0" tIns="0" rIns="0" bIns="0" rtlCol="0" anchor="t"/>
          <a:lstStyle/>
          <a:p>
            <a:pPr algn="l" indent="0" marL="0">
              <a:buNone/>
            </a:pPr>
            <a:r>
              <a:rPr lang="en-US" sz="1125" b="1" spc="225" kern="0" dirty="0">
                <a:solidFill>
                  <a:srgbClr val="C05F3C"/>
                </a:solidFill>
                <a:latin typeface="Noto Sans TC" pitchFamily="34" charset="0"/>
                <a:ea typeface="Noto Sans TC" pitchFamily="34" charset="-122"/>
                <a:cs typeface="Noto Sans TC" pitchFamily="34" charset="-120"/>
              </a:rPr>
              <a:t>今天最後一個任務 · 12 分鐘</a:t>
            </a:r>
            <a:endParaRPr lang="en-US" sz="1125" dirty="0"/>
          </a:p>
        </p:txBody>
      </p:sp>
      <p:sp>
        <p:nvSpPr>
          <p:cNvPr id="4" name="Text 1"/>
          <p:cNvSpPr txBox="1"/>
          <p:nvPr/>
        </p:nvSpPr>
        <p:spPr>
          <a:xfrm>
            <a:off x="761970" y="1061436"/>
            <a:ext cx="3098810" cy="542971"/>
          </a:xfrm>
          <a:prstGeom prst="rect">
            <a:avLst/>
          </a:prstGeom>
          <a:noFill/>
          <a:ln/>
        </p:spPr>
        <p:txBody>
          <a:bodyPr wrap="square" lIns="0" tIns="0" rIns="0" bIns="0" rtlCol="0" anchor="t"/>
          <a:lstStyle/>
          <a:p>
            <a:pPr algn="l" indent="0" marL="0">
              <a:lnSpc>
                <a:spcPts val="3477"/>
              </a:lnSpc>
              <a:buNone/>
            </a:pPr>
            <a:r>
              <a:rPr lang="en-US" sz="2850" b="1" spc="-57" kern="0" dirty="0">
                <a:solidFill>
                  <a:srgbClr val="241C17"/>
                </a:solidFill>
                <a:latin typeface="Noto Sans TC" pitchFamily="34" charset="0"/>
                <a:ea typeface="Noto Sans TC" pitchFamily="34" charset="-122"/>
                <a:cs typeface="Noto Sans TC" pitchFamily="34" charset="-120"/>
              </a:rPr>
              <a:t>完成一則真的內容</a:t>
            </a:r>
            <a:endParaRPr lang="en-US" sz="2850" dirty="0"/>
          </a:p>
        </p:txBody>
      </p:sp>
      <p:sp>
        <p:nvSpPr>
          <p:cNvPr id="5" name="Text 2"/>
          <p:cNvSpPr txBox="1"/>
          <p:nvPr/>
        </p:nvSpPr>
        <p:spPr>
          <a:xfrm>
            <a:off x="761970" y="1693560"/>
            <a:ext cx="3240999" cy="722742"/>
          </a:xfrm>
          <a:prstGeom prst="rect">
            <a:avLst/>
          </a:prstGeom>
          <a:noFill/>
          <a:ln/>
        </p:spPr>
        <p:txBody>
          <a:bodyPr wrap="square" lIns="0" tIns="0" rIns="0" bIns="0" rtlCol="0" anchor="t"/>
          <a:lstStyle/>
          <a:p>
            <a:pPr algn="l" indent="0" marL="0">
              <a:lnSpc>
                <a:spcPts val="2916"/>
              </a:lnSpc>
              <a:buNone/>
            </a:pPr>
            <a:r>
              <a:rPr lang="en-US" sz="1800" dirty="0">
                <a:solidFill>
                  <a:srgbClr val="4A3C33"/>
                </a:solidFill>
                <a:latin typeface="Noto Sans TC" pitchFamily="34" charset="0"/>
                <a:ea typeface="Noto Sans TC" pitchFamily="34" charset="-122"/>
                <a:cs typeface="Noto Sans TC" pitchFamily="34" charset="-120"/>
              </a:rPr>
              <a:t> 選一個平台，</a:t>
            </a:r>
            <a:endParaRPr lang="en-US" sz="1800" dirty="0"/>
          </a:p>
          <a:p>
            <a:pPr algn="l" indent="0" marL="0">
              <a:lnSpc>
                <a:spcPts val="2916"/>
              </a:lnSpc>
              <a:buNone/>
            </a:pPr>
            <a:r>
              <a:rPr lang="en-US" sz="1800" b="1" dirty="0">
                <a:solidFill>
                  <a:srgbClr val="4A3C33"/>
                </a:solidFill>
                <a:latin typeface="Noto Sans TC" pitchFamily="34" charset="0"/>
                <a:ea typeface="Noto Sans TC" pitchFamily="34" charset="-122"/>
                <a:cs typeface="Noto Sans TC" pitchFamily="34" charset="-120"/>
              </a:rPr>
              <a:t>發布出去</a:t>
            </a:r>
            <a:pPr algn="l" indent="0" marL="0">
              <a:lnSpc>
                <a:spcPts val="2916"/>
              </a:lnSpc>
              <a:buNone/>
            </a:pPr>
            <a:r>
              <a:rPr lang="en-US" sz="1800" dirty="0">
                <a:solidFill>
                  <a:srgbClr val="4A3C33"/>
                </a:solidFill>
                <a:latin typeface="Noto Sans TC" pitchFamily="34" charset="0"/>
                <a:ea typeface="Noto Sans TC" pitchFamily="34" charset="-122"/>
                <a:cs typeface="Noto Sans TC" pitchFamily="34" charset="-120"/>
              </a:rPr>
              <a:t>，或至少</a:t>
            </a:r>
            <a:pPr algn="l" indent="0" marL="0">
              <a:lnSpc>
                <a:spcPts val="2916"/>
              </a:lnSpc>
              <a:buNone/>
            </a:pPr>
            <a:r>
              <a:rPr lang="en-US" sz="1800" b="1" dirty="0">
                <a:solidFill>
                  <a:srgbClr val="4A3C33"/>
                </a:solidFill>
                <a:latin typeface="Noto Sans TC" pitchFamily="34" charset="0"/>
                <a:ea typeface="Noto Sans TC" pitchFamily="34" charset="-122"/>
                <a:cs typeface="Noto Sans TC" pitchFamily="34" charset="-120"/>
              </a:rPr>
              <a:t>存成草稿</a:t>
            </a:r>
            <a:pPr algn="l" indent="0" marL="0">
              <a:lnSpc>
                <a:spcPts val="2916"/>
              </a:lnSpc>
              <a:buNone/>
            </a:pPr>
            <a:r>
              <a:rPr lang="en-US" sz="1800" dirty="0">
                <a:solidFill>
                  <a:srgbClr val="4A3C33"/>
                </a:solidFill>
                <a:latin typeface="Noto Sans TC" pitchFamily="34" charset="0"/>
                <a:ea typeface="Noto Sans TC" pitchFamily="34" charset="-122"/>
                <a:cs typeface="Noto Sans TC" pitchFamily="34" charset="-120"/>
              </a:rPr>
              <a:t>。</a:t>
            </a:r>
            <a:endParaRPr lang="en-US" sz="1800" dirty="0"/>
          </a:p>
        </p:txBody>
      </p:sp>
      <p:sp>
        <p:nvSpPr>
          <p:cNvPr id="6" name="Text 3"/>
          <p:cNvSpPr txBox="1"/>
          <p:nvPr/>
        </p:nvSpPr>
        <p:spPr>
          <a:xfrm>
            <a:off x="761970" y="2063801"/>
            <a:ext cx="1060155" cy="352410"/>
          </a:xfrm>
          <a:prstGeom prst="rect">
            <a:avLst/>
          </a:prstGeom>
          <a:noFill/>
          <a:ln/>
        </p:spPr>
        <p:txBody>
          <a:bodyPr wrap="square" lIns="0" tIns="0" rIns="0" bIns="0" rtlCol="0" anchor="t"/>
          <a:lstStyle/>
          <a:p>
            <a:pPr algn="l" indent="0" marL="0">
              <a:lnSpc>
                <a:spcPts val="2916"/>
              </a:lnSpc>
              <a:buNone/>
            </a:pPr>
            <a:r>
              <a:rPr lang="en-US" sz="1800" b="1" dirty="0">
                <a:solidFill>
                  <a:srgbClr val="4A3C33"/>
                </a:solidFill>
                <a:latin typeface="Noto Sans TC" pitchFamily="34" charset="0"/>
                <a:ea typeface="Noto Sans TC" pitchFamily="34" charset="-122"/>
                <a:cs typeface="Noto Sans TC" pitchFamily="34" charset="-120"/>
              </a:rPr>
              <a:t>發布出去</a:t>
            </a:r>
            <a:endParaRPr lang="en-US" sz="1800" dirty="0"/>
          </a:p>
        </p:txBody>
      </p:sp>
      <p:sp>
        <p:nvSpPr>
          <p:cNvPr id="7" name="Text 4"/>
          <p:cNvSpPr txBox="1"/>
          <p:nvPr/>
        </p:nvSpPr>
        <p:spPr>
          <a:xfrm>
            <a:off x="2590770" y="2063801"/>
            <a:ext cx="1060155" cy="352410"/>
          </a:xfrm>
          <a:prstGeom prst="rect">
            <a:avLst/>
          </a:prstGeom>
          <a:noFill/>
          <a:ln/>
        </p:spPr>
        <p:txBody>
          <a:bodyPr wrap="square" lIns="0" tIns="0" rIns="0" bIns="0" rtlCol="0" anchor="t"/>
          <a:lstStyle/>
          <a:p>
            <a:pPr algn="l" indent="0" marL="0">
              <a:lnSpc>
                <a:spcPts val="2916"/>
              </a:lnSpc>
              <a:buNone/>
            </a:pPr>
            <a:r>
              <a:rPr lang="en-US" sz="1800" b="1" dirty="0">
                <a:solidFill>
                  <a:srgbClr val="4A3C33"/>
                </a:solidFill>
                <a:latin typeface="Noto Sans TC" pitchFamily="34" charset="0"/>
                <a:ea typeface="Noto Sans TC" pitchFamily="34" charset="-122"/>
                <a:cs typeface="Noto Sans TC" pitchFamily="34" charset="-120"/>
              </a:rPr>
              <a:t>存成草稿</a:t>
            </a:r>
            <a:endParaRPr lang="en-US" sz="1800" dirty="0"/>
          </a:p>
        </p:txBody>
      </p:sp>
      <p:sp>
        <p:nvSpPr>
          <p:cNvPr id="8" name="Text 5"/>
          <p:cNvSpPr txBox="1"/>
          <p:nvPr/>
        </p:nvSpPr>
        <p:spPr>
          <a:xfrm>
            <a:off x="1181130" y="2719791"/>
            <a:ext cx="827532" cy="219090"/>
          </a:xfrm>
          <a:prstGeom prst="rect">
            <a:avLst/>
          </a:prstGeom>
          <a:noFill/>
          <a:ln/>
        </p:spPr>
        <p:txBody>
          <a:bodyPr wrap="square" lIns="0" tIns="0" rIns="0" bIns="0" rtlCol="0" anchor="t"/>
          <a:lstStyle/>
          <a:p>
            <a:pPr algn="l" indent="0" marL="0">
              <a:buNone/>
            </a:pPr>
            <a:r>
              <a:rPr lang="en-US" sz="1088" b="1" spc="43" kern="0" dirty="0">
                <a:solidFill>
                  <a:srgbClr val="1877F2"/>
                </a:solidFill>
                <a:latin typeface="Noto Sans TC" pitchFamily="34" charset="0"/>
                <a:ea typeface="Noto Sans TC" pitchFamily="34" charset="-122"/>
                <a:cs typeface="Noto Sans TC" pitchFamily="34" charset="-120"/>
              </a:rPr>
              <a:t> Facebook</a:t>
            </a:r>
            <a:endParaRPr lang="en-US" sz="1088" dirty="0"/>
          </a:p>
        </p:txBody>
      </p:sp>
      <p:sp>
        <p:nvSpPr>
          <p:cNvPr id="9" name="Text 6"/>
          <p:cNvSpPr txBox="1"/>
          <p:nvPr/>
        </p:nvSpPr>
        <p:spPr>
          <a:xfrm>
            <a:off x="2142805" y="2719791"/>
            <a:ext cx="274503" cy="219090"/>
          </a:xfrm>
          <a:prstGeom prst="rect">
            <a:avLst/>
          </a:prstGeom>
          <a:noFill/>
          <a:ln/>
        </p:spPr>
        <p:txBody>
          <a:bodyPr wrap="square" lIns="0" tIns="0" rIns="0" bIns="0" rtlCol="0" anchor="t"/>
          <a:lstStyle/>
          <a:p>
            <a:pPr algn="l" indent="0" marL="0">
              <a:buNone/>
            </a:pPr>
            <a:r>
              <a:rPr lang="en-US" sz="1125" b="1" dirty="0">
                <a:solidFill>
                  <a:srgbClr val="9C8B7C"/>
                </a:solidFill>
                <a:latin typeface="Noto Sans TC" pitchFamily="34" charset="0"/>
                <a:ea typeface="Noto Sans TC" pitchFamily="34" charset="-122"/>
                <a:cs typeface="Noto Sans TC" pitchFamily="34" charset="-120"/>
              </a:rPr>
              <a:t>或</a:t>
            </a:r>
            <a:endParaRPr lang="en-US" sz="1125" dirty="0"/>
          </a:p>
        </p:txBody>
      </p:sp>
      <p:sp>
        <p:nvSpPr>
          <p:cNvPr id="10" name="Text 7"/>
          <p:cNvSpPr txBox="1"/>
          <p:nvPr/>
        </p:nvSpPr>
        <p:spPr>
          <a:xfrm>
            <a:off x="2819278" y="2719791"/>
            <a:ext cx="873984" cy="219090"/>
          </a:xfrm>
          <a:prstGeom prst="rect">
            <a:avLst/>
          </a:prstGeom>
          <a:noFill/>
          <a:ln/>
        </p:spPr>
        <p:txBody>
          <a:bodyPr wrap="square" lIns="0" tIns="0" rIns="0" bIns="0" rtlCol="0" anchor="t"/>
          <a:lstStyle/>
          <a:p>
            <a:pPr algn="l" indent="0" marL="0">
              <a:buNone/>
            </a:pPr>
            <a:r>
              <a:rPr lang="en-US" sz="1088" b="1" spc="43" kern="0" dirty="0">
                <a:solidFill>
                  <a:srgbClr val="E1306C"/>
                </a:solidFill>
                <a:latin typeface="Noto Sans TC" pitchFamily="34" charset="0"/>
                <a:ea typeface="Noto Sans TC" pitchFamily="34" charset="-122"/>
                <a:cs typeface="Noto Sans TC" pitchFamily="34" charset="-120"/>
              </a:rPr>
              <a:t> Instagram</a:t>
            </a:r>
            <a:endParaRPr lang="en-US" sz="1088" dirty="0"/>
          </a:p>
        </p:txBody>
      </p:sp>
      <p:sp>
        <p:nvSpPr>
          <p:cNvPr id="11" name="Text 8"/>
          <p:cNvSpPr txBox="1"/>
          <p:nvPr/>
        </p:nvSpPr>
        <p:spPr>
          <a:xfrm>
            <a:off x="761970" y="3234141"/>
            <a:ext cx="1397386" cy="219090"/>
          </a:xfrm>
          <a:prstGeom prst="rect">
            <a:avLst/>
          </a:prstGeom>
          <a:noFill/>
          <a:ln/>
        </p:spPr>
        <p:txBody>
          <a:bodyPr wrap="square" lIns="0" tIns="0" rIns="0" bIns="0" rtlCol="0" anchor="t"/>
          <a:lstStyle/>
          <a:p>
            <a:pPr algn="l" indent="0" marL="0">
              <a:buNone/>
            </a:pPr>
            <a:r>
              <a:rPr lang="en-US" sz="1125" b="1" spc="225" kern="0" dirty="0">
                <a:solidFill>
                  <a:srgbClr val="C05F3C"/>
                </a:solidFill>
                <a:latin typeface="Noto Sans TC" pitchFamily="34" charset="0"/>
                <a:ea typeface="Noto Sans TC" pitchFamily="34" charset="-122"/>
                <a:cs typeface="Noto Sans TC" pitchFamily="34" charset="-120"/>
              </a:rPr>
              <a:t>至少要包含 ——</a:t>
            </a:r>
            <a:endParaRPr lang="en-US" sz="1125" dirty="0"/>
          </a:p>
        </p:txBody>
      </p:sp>
      <p:sp>
        <p:nvSpPr>
          <p:cNvPr id="12" name="Text 9"/>
          <p:cNvSpPr txBox="1"/>
          <p:nvPr/>
        </p:nvSpPr>
        <p:spPr>
          <a:xfrm>
            <a:off x="1304940" y="3681832"/>
            <a:ext cx="838139" cy="266730"/>
          </a:xfrm>
          <a:prstGeom prst="rect">
            <a:avLst/>
          </a:prstGeom>
          <a:noFill/>
          <a:ln/>
        </p:spPr>
        <p:txBody>
          <a:bodyPr wrap="square" lIns="0" tIns="0" rIns="0" bIns="0" rtlCol="0" anchor="t"/>
          <a:lstStyle/>
          <a:p>
            <a:pPr algn="l" indent="0" marL="0">
              <a:buNone/>
            </a:pPr>
            <a:r>
              <a:rPr lang="en-US" sz="1388" b="1" dirty="0">
                <a:solidFill>
                  <a:srgbClr val="4A3C33"/>
                </a:solidFill>
                <a:latin typeface="Noto Sans TC" pitchFamily="34" charset="0"/>
                <a:ea typeface="Noto Sans TC" pitchFamily="34" charset="-122"/>
                <a:cs typeface="Noto Sans TC" pitchFamily="34" charset="-120"/>
              </a:rPr>
              <a:t>一張圖片</a:t>
            </a:r>
            <a:endParaRPr lang="en-US" sz="1388" dirty="0"/>
          </a:p>
        </p:txBody>
      </p:sp>
      <p:sp>
        <p:nvSpPr>
          <p:cNvPr id="13" name="Text 10"/>
          <p:cNvSpPr txBox="1"/>
          <p:nvPr/>
        </p:nvSpPr>
        <p:spPr>
          <a:xfrm>
            <a:off x="1304940" y="4310482"/>
            <a:ext cx="1025042" cy="266730"/>
          </a:xfrm>
          <a:prstGeom prst="rect">
            <a:avLst/>
          </a:prstGeom>
          <a:noFill/>
          <a:ln/>
        </p:spPr>
        <p:txBody>
          <a:bodyPr wrap="square" lIns="0" tIns="0" rIns="0" bIns="0" rtlCol="0" anchor="t"/>
          <a:lstStyle/>
          <a:p>
            <a:pPr algn="l" indent="0" marL="0">
              <a:buNone/>
            </a:pPr>
            <a:r>
              <a:rPr lang="en-US" sz="1388" b="1" dirty="0">
                <a:solidFill>
                  <a:srgbClr val="4A3C33"/>
                </a:solidFill>
                <a:latin typeface="Noto Sans TC" pitchFamily="34" charset="0"/>
                <a:ea typeface="Noto Sans TC" pitchFamily="34" charset="-122"/>
                <a:cs typeface="Noto Sans TC" pitchFamily="34" charset="-120"/>
              </a:rPr>
              <a:t>簡短的文字</a:t>
            </a:r>
            <a:endParaRPr lang="en-US" sz="1388" dirty="0"/>
          </a:p>
        </p:txBody>
      </p:sp>
      <p:sp>
        <p:nvSpPr>
          <p:cNvPr id="14" name="Text 11"/>
          <p:cNvSpPr txBox="1"/>
          <p:nvPr/>
        </p:nvSpPr>
        <p:spPr>
          <a:xfrm>
            <a:off x="1304940" y="4939132"/>
            <a:ext cx="2145640" cy="266730"/>
          </a:xfrm>
          <a:prstGeom prst="rect">
            <a:avLst/>
          </a:prstGeom>
          <a:noFill/>
          <a:ln/>
        </p:spPr>
        <p:txBody>
          <a:bodyPr wrap="square" lIns="0" tIns="0" rIns="0" bIns="0" rtlCol="0" anchor="t"/>
          <a:lstStyle/>
          <a:p>
            <a:pPr algn="l" indent="0" marL="0">
              <a:buNone/>
            </a:pPr>
            <a:r>
              <a:rPr lang="en-US" sz="1388" b="1" dirty="0">
                <a:solidFill>
                  <a:srgbClr val="4A3C33"/>
                </a:solidFill>
                <a:latin typeface="Noto Sans TC" pitchFamily="34" charset="0"/>
                <a:ea typeface="Noto Sans TC" pitchFamily="34" charset="-122"/>
                <a:cs typeface="Noto Sans TC" pitchFamily="34" charset="-120"/>
              </a:rPr>
              <a:t>符合這個平台的呈現方式</a:t>
            </a:r>
            <a:endParaRPr lang="en-US" sz="1388" dirty="0"/>
          </a:p>
        </p:txBody>
      </p:sp>
      <p:sp>
        <p:nvSpPr>
          <p:cNvPr id="15" name="Text 12"/>
          <p:cNvSpPr txBox="1"/>
          <p:nvPr/>
        </p:nvSpPr>
        <p:spPr>
          <a:xfrm>
            <a:off x="1304940" y="5567782"/>
            <a:ext cx="2438796" cy="266730"/>
          </a:xfrm>
          <a:prstGeom prst="rect">
            <a:avLst/>
          </a:prstGeom>
          <a:noFill/>
          <a:ln/>
        </p:spPr>
        <p:txBody>
          <a:bodyPr wrap="square" lIns="0" tIns="0" rIns="0" bIns="0" rtlCol="0" anchor="t"/>
          <a:lstStyle/>
          <a:p>
            <a:pPr algn="l" indent="0" marL="0">
              <a:buNone/>
            </a:pPr>
            <a:r>
              <a:rPr lang="en-US" sz="1388" b="1" dirty="0">
                <a:solidFill>
                  <a:srgbClr val="4A3C33"/>
                </a:solidFill>
                <a:latin typeface="Noto Sans TC" pitchFamily="34" charset="0"/>
                <a:ea typeface="Noto Sans TC" pitchFamily="34" charset="-122"/>
                <a:cs typeface="Noto Sans TC" pitchFamily="34" charset="-120"/>
              </a:rPr>
              <a:t>相關的 Hashtag（IG 適用）</a:t>
            </a:r>
            <a:endParaRPr lang="en-US" sz="1388" dirty="0"/>
          </a:p>
        </p:txBody>
      </p:sp>
      <p:sp>
        <p:nvSpPr>
          <p:cNvPr id="16" name="Text 13"/>
          <p:cNvSpPr txBox="1"/>
          <p:nvPr/>
        </p:nvSpPr>
        <p:spPr>
          <a:xfrm>
            <a:off x="8307873" y="1796979"/>
            <a:ext cx="1886499" cy="200071"/>
          </a:xfrm>
          <a:prstGeom prst="rect">
            <a:avLst/>
          </a:prstGeom>
          <a:noFill/>
          <a:ln/>
        </p:spPr>
        <p:txBody>
          <a:bodyPr wrap="square" lIns="0" tIns="0" rIns="0" bIns="0" rtlCol="0" anchor="t"/>
          <a:lstStyle/>
          <a:p>
            <a:pPr algn="ctr" indent="0" marL="0">
              <a:buNone/>
            </a:pPr>
            <a:r>
              <a:rPr lang="en-US" sz="975" b="1" spc="136" kern="0" dirty="0">
                <a:solidFill>
                  <a:srgbClr val="9C8B7C"/>
                </a:solidFill>
                <a:latin typeface="Noto Sans TC" pitchFamily="34" charset="0"/>
                <a:ea typeface="Noto Sans TC" pitchFamily="34" charset="-122"/>
                <a:cs typeface="Noto Sans TC" pitchFamily="34" charset="-120"/>
              </a:rPr>
              <a:t>卡住的時候，照這個順序做</a:t>
            </a:r>
            <a:endParaRPr lang="en-US" sz="975" dirty="0"/>
          </a:p>
        </p:txBody>
      </p:sp>
      <p:sp>
        <p:nvSpPr>
          <p:cNvPr id="17" name="Text 14"/>
          <p:cNvSpPr txBox="1"/>
          <p:nvPr/>
        </p:nvSpPr>
        <p:spPr>
          <a:xfrm>
            <a:off x="7822052" y="2149389"/>
            <a:ext cx="210221" cy="209580"/>
          </a:xfrm>
          <a:prstGeom prst="rect">
            <a:avLst/>
          </a:prstGeom>
          <a:noFill/>
          <a:ln/>
        </p:spPr>
        <p:txBody>
          <a:bodyPr wrap="square" lIns="0" tIns="0" rIns="0" bIns="0" rtlCol="0" anchor="t"/>
          <a:lstStyle/>
          <a:p>
            <a:pPr algn="ctr" indent="0" marL="0">
              <a:buNone/>
            </a:pPr>
            <a:r>
              <a:rPr lang="en-US" sz="1050" b="1" dirty="0">
                <a:solidFill>
                  <a:srgbClr val="C05F3C"/>
                </a:solidFill>
                <a:latin typeface="Noto Sans TC" pitchFamily="34" charset="0"/>
                <a:ea typeface="Noto Sans TC" pitchFamily="34" charset="-122"/>
                <a:cs typeface="Noto Sans TC" pitchFamily="34" charset="-120"/>
              </a:rPr>
              <a:t>1</a:t>
            </a:r>
            <a:endParaRPr lang="en-US" sz="1050" dirty="0"/>
          </a:p>
        </p:txBody>
      </p:sp>
      <p:sp>
        <p:nvSpPr>
          <p:cNvPr id="18" name="Text 15"/>
          <p:cNvSpPr txBox="1"/>
          <p:nvPr/>
        </p:nvSpPr>
        <p:spPr>
          <a:xfrm>
            <a:off x="8070586" y="2149389"/>
            <a:ext cx="2751430" cy="467807"/>
          </a:xfrm>
          <a:prstGeom prst="rect">
            <a:avLst/>
          </a:prstGeom>
          <a:noFill/>
          <a:ln/>
        </p:spPr>
        <p:txBody>
          <a:bodyPr wrap="square" lIns="0" tIns="0" rIns="0" bIns="0" rtlCol="0" anchor="t"/>
          <a:lstStyle/>
          <a:p>
            <a:pPr algn="ctr" indent="0" marL="0">
              <a:lnSpc>
                <a:spcPts val="1883"/>
              </a:lnSpc>
              <a:buNone/>
            </a:pPr>
            <a:r>
              <a:rPr lang="en-US" sz="1163" dirty="0">
                <a:solidFill>
                  <a:srgbClr val="4A3C33"/>
                </a:solidFill>
                <a:latin typeface="Noto Sans TC" pitchFamily="34" charset="0"/>
                <a:ea typeface="Noto Sans TC" pitchFamily="34" charset="-122"/>
                <a:cs typeface="Noto Sans TC" pitchFamily="34" charset="-120"/>
              </a:rPr>
              <a:t>打開手機相簿，挑一張今天或最近拍的照片</a:t>
            </a:r>
            <a:endParaRPr lang="en-US" sz="1163" dirty="0"/>
          </a:p>
        </p:txBody>
      </p:sp>
      <p:sp>
        <p:nvSpPr>
          <p:cNvPr id="19" name="Text 16"/>
          <p:cNvSpPr txBox="1"/>
          <p:nvPr/>
        </p:nvSpPr>
        <p:spPr>
          <a:xfrm>
            <a:off x="7822052" y="2770541"/>
            <a:ext cx="210221" cy="209580"/>
          </a:xfrm>
          <a:prstGeom prst="rect">
            <a:avLst/>
          </a:prstGeom>
          <a:noFill/>
          <a:ln/>
        </p:spPr>
        <p:txBody>
          <a:bodyPr wrap="square" lIns="0" tIns="0" rIns="0" bIns="0" rtlCol="0" anchor="t"/>
          <a:lstStyle/>
          <a:p>
            <a:pPr algn="ctr" indent="0" marL="0">
              <a:buNone/>
            </a:pPr>
            <a:r>
              <a:rPr lang="en-US" sz="1050" b="1" dirty="0">
                <a:solidFill>
                  <a:srgbClr val="C05F3C"/>
                </a:solidFill>
                <a:latin typeface="Noto Sans TC" pitchFamily="34" charset="0"/>
                <a:ea typeface="Noto Sans TC" pitchFamily="34" charset="-122"/>
                <a:cs typeface="Noto Sans TC" pitchFamily="34" charset="-120"/>
              </a:rPr>
              <a:t>2</a:t>
            </a:r>
            <a:endParaRPr lang="en-US" sz="1050" dirty="0"/>
          </a:p>
        </p:txBody>
      </p:sp>
      <p:sp>
        <p:nvSpPr>
          <p:cNvPr id="20" name="Text 17"/>
          <p:cNvSpPr txBox="1"/>
          <p:nvPr/>
        </p:nvSpPr>
        <p:spPr>
          <a:xfrm>
            <a:off x="8090154" y="2770541"/>
            <a:ext cx="1812524" cy="228600"/>
          </a:xfrm>
          <a:prstGeom prst="rect">
            <a:avLst/>
          </a:prstGeom>
          <a:noFill/>
          <a:ln/>
        </p:spPr>
        <p:txBody>
          <a:bodyPr wrap="square" lIns="0" tIns="0" rIns="0" bIns="0" rtlCol="0" anchor="t"/>
          <a:lstStyle/>
          <a:p>
            <a:pPr algn="ctr" indent="0" marL="0">
              <a:lnSpc>
                <a:spcPts val="1883"/>
              </a:lnSpc>
              <a:buNone/>
            </a:pPr>
            <a:r>
              <a:rPr lang="en-US" sz="1163" dirty="0">
                <a:solidFill>
                  <a:srgbClr val="4A3C33"/>
                </a:solidFill>
                <a:latin typeface="Noto Sans TC" pitchFamily="34" charset="0"/>
                <a:ea typeface="Noto Sans TC" pitchFamily="34" charset="-122"/>
                <a:cs typeface="Noto Sans TC" pitchFamily="34" charset="-120"/>
              </a:rPr>
              <a:t>用一句話說：這是什麼？</a:t>
            </a:r>
            <a:endParaRPr lang="en-US" sz="1163" dirty="0"/>
          </a:p>
        </p:txBody>
      </p:sp>
      <p:sp>
        <p:nvSpPr>
          <p:cNvPr id="21" name="Text 18"/>
          <p:cNvSpPr txBox="1"/>
          <p:nvPr/>
        </p:nvSpPr>
        <p:spPr>
          <a:xfrm>
            <a:off x="7822052" y="3152668"/>
            <a:ext cx="210221" cy="209580"/>
          </a:xfrm>
          <a:prstGeom prst="rect">
            <a:avLst/>
          </a:prstGeom>
          <a:noFill/>
          <a:ln/>
        </p:spPr>
        <p:txBody>
          <a:bodyPr wrap="square" lIns="0" tIns="0" rIns="0" bIns="0" rtlCol="0" anchor="t"/>
          <a:lstStyle/>
          <a:p>
            <a:pPr algn="ctr" indent="0" marL="0">
              <a:buNone/>
            </a:pPr>
            <a:r>
              <a:rPr lang="en-US" sz="1050" b="1" dirty="0">
                <a:solidFill>
                  <a:srgbClr val="C05F3C"/>
                </a:solidFill>
                <a:latin typeface="Noto Sans TC" pitchFamily="34" charset="0"/>
                <a:ea typeface="Noto Sans TC" pitchFamily="34" charset="-122"/>
                <a:cs typeface="Noto Sans TC" pitchFamily="34" charset="-120"/>
              </a:rPr>
              <a:t>3</a:t>
            </a:r>
            <a:endParaRPr lang="en-US" sz="1050" dirty="0"/>
          </a:p>
        </p:txBody>
      </p:sp>
      <p:sp>
        <p:nvSpPr>
          <p:cNvPr id="22" name="Text 19"/>
          <p:cNvSpPr txBox="1"/>
          <p:nvPr/>
        </p:nvSpPr>
        <p:spPr>
          <a:xfrm>
            <a:off x="8076895" y="3152668"/>
            <a:ext cx="2281977" cy="228600"/>
          </a:xfrm>
          <a:prstGeom prst="rect">
            <a:avLst/>
          </a:prstGeom>
          <a:noFill/>
          <a:ln/>
        </p:spPr>
        <p:txBody>
          <a:bodyPr wrap="square" lIns="0" tIns="0" rIns="0" bIns="0" rtlCol="0" anchor="t"/>
          <a:lstStyle/>
          <a:p>
            <a:pPr algn="ctr" indent="0" marL="0">
              <a:lnSpc>
                <a:spcPts val="1883"/>
              </a:lnSpc>
              <a:buNone/>
            </a:pPr>
            <a:r>
              <a:rPr lang="en-US" sz="1163" dirty="0">
                <a:solidFill>
                  <a:srgbClr val="4A3C33"/>
                </a:solidFill>
                <a:latin typeface="Noto Sans TC" pitchFamily="34" charset="0"/>
                <a:ea typeface="Noto Sans TC" pitchFamily="34" charset="-122"/>
                <a:cs typeface="Noto Sans TC" pitchFamily="34" charset="-120"/>
              </a:rPr>
              <a:t>再用一句話說：有什麼特別的？</a:t>
            </a:r>
            <a:endParaRPr lang="en-US" sz="1163" dirty="0"/>
          </a:p>
        </p:txBody>
      </p:sp>
      <p:sp>
        <p:nvSpPr>
          <p:cNvPr id="23" name="Text 20"/>
          <p:cNvSpPr txBox="1"/>
          <p:nvPr/>
        </p:nvSpPr>
        <p:spPr>
          <a:xfrm>
            <a:off x="7822052" y="3534705"/>
            <a:ext cx="210221" cy="209580"/>
          </a:xfrm>
          <a:prstGeom prst="rect">
            <a:avLst/>
          </a:prstGeom>
          <a:noFill/>
          <a:ln/>
        </p:spPr>
        <p:txBody>
          <a:bodyPr wrap="square" lIns="0" tIns="0" rIns="0" bIns="0" rtlCol="0" anchor="t"/>
          <a:lstStyle/>
          <a:p>
            <a:pPr algn="ctr" indent="0" marL="0">
              <a:buNone/>
            </a:pPr>
            <a:r>
              <a:rPr lang="en-US" sz="1050" b="1" dirty="0">
                <a:solidFill>
                  <a:srgbClr val="C05F3C"/>
                </a:solidFill>
                <a:latin typeface="Noto Sans TC" pitchFamily="34" charset="0"/>
                <a:ea typeface="Noto Sans TC" pitchFamily="34" charset="-122"/>
                <a:cs typeface="Noto Sans TC" pitchFamily="34" charset="-120"/>
              </a:rPr>
              <a:t>4</a:t>
            </a:r>
            <a:endParaRPr lang="en-US" sz="1050" dirty="0"/>
          </a:p>
        </p:txBody>
      </p:sp>
      <p:sp>
        <p:nvSpPr>
          <p:cNvPr id="24" name="Text 21"/>
          <p:cNvSpPr txBox="1"/>
          <p:nvPr/>
        </p:nvSpPr>
        <p:spPr>
          <a:xfrm>
            <a:off x="8072415" y="3534705"/>
            <a:ext cx="2438430" cy="228600"/>
          </a:xfrm>
          <a:prstGeom prst="rect">
            <a:avLst/>
          </a:prstGeom>
          <a:noFill/>
          <a:ln/>
        </p:spPr>
        <p:txBody>
          <a:bodyPr wrap="square" lIns="0" tIns="0" rIns="0" bIns="0" rtlCol="0" anchor="t"/>
          <a:lstStyle/>
          <a:p>
            <a:pPr algn="ctr" indent="0" marL="0">
              <a:lnSpc>
                <a:spcPts val="1883"/>
              </a:lnSpc>
              <a:buNone/>
            </a:pPr>
            <a:r>
              <a:rPr lang="en-US" sz="1163" dirty="0">
                <a:solidFill>
                  <a:srgbClr val="4A3C33"/>
                </a:solidFill>
                <a:latin typeface="Noto Sans TC" pitchFamily="34" charset="0"/>
                <a:ea typeface="Noto Sans TC" pitchFamily="34" charset="-122"/>
                <a:cs typeface="Noto Sans TC" pitchFamily="34" charset="-120"/>
              </a:rPr>
              <a:t>最後寫：想要的話可以怎麼跟我說</a:t>
            </a:r>
            <a:endParaRPr lang="en-US" sz="1163" dirty="0"/>
          </a:p>
        </p:txBody>
      </p:sp>
      <p:sp>
        <p:nvSpPr>
          <p:cNvPr id="25" name="Text 22"/>
          <p:cNvSpPr txBox="1"/>
          <p:nvPr/>
        </p:nvSpPr>
        <p:spPr>
          <a:xfrm>
            <a:off x="7822052" y="3916741"/>
            <a:ext cx="210221" cy="209580"/>
          </a:xfrm>
          <a:prstGeom prst="rect">
            <a:avLst/>
          </a:prstGeom>
          <a:noFill/>
          <a:ln/>
        </p:spPr>
        <p:txBody>
          <a:bodyPr wrap="square" lIns="0" tIns="0" rIns="0" bIns="0" rtlCol="0" anchor="t"/>
          <a:lstStyle/>
          <a:p>
            <a:pPr algn="ctr" indent="0" marL="0">
              <a:buNone/>
            </a:pPr>
            <a:r>
              <a:rPr lang="en-US" sz="1050" b="1" dirty="0">
                <a:solidFill>
                  <a:srgbClr val="C05F3C"/>
                </a:solidFill>
                <a:latin typeface="Noto Sans TC" pitchFamily="34" charset="0"/>
                <a:ea typeface="Noto Sans TC" pitchFamily="34" charset="-122"/>
                <a:cs typeface="Noto Sans TC" pitchFamily="34" charset="-120"/>
              </a:rPr>
              <a:t>5</a:t>
            </a:r>
            <a:endParaRPr lang="en-US" sz="1050" dirty="0"/>
          </a:p>
        </p:txBody>
      </p:sp>
      <p:sp>
        <p:nvSpPr>
          <p:cNvPr id="26" name="Text 23"/>
          <p:cNvSpPr txBox="1"/>
          <p:nvPr/>
        </p:nvSpPr>
        <p:spPr>
          <a:xfrm>
            <a:off x="8075889" y="3916741"/>
            <a:ext cx="2315078" cy="228600"/>
          </a:xfrm>
          <a:prstGeom prst="rect">
            <a:avLst/>
          </a:prstGeom>
          <a:noFill/>
          <a:ln/>
        </p:spPr>
        <p:txBody>
          <a:bodyPr wrap="square" lIns="0" tIns="0" rIns="0" bIns="0" rtlCol="0" anchor="t"/>
          <a:lstStyle/>
          <a:p>
            <a:pPr algn="ctr" indent="0" marL="0">
              <a:lnSpc>
                <a:spcPts val="1883"/>
              </a:lnSpc>
              <a:buNone/>
            </a:pPr>
            <a:r>
              <a:rPr lang="en-US" sz="1163" dirty="0">
                <a:solidFill>
                  <a:srgbClr val="4A3C33"/>
                </a:solidFill>
                <a:latin typeface="Noto Sans TC" pitchFamily="34" charset="0"/>
                <a:ea typeface="Noto Sans TC" pitchFamily="34" charset="-122"/>
                <a:cs typeface="Noto Sans TC" pitchFamily="34" charset="-120"/>
              </a:rPr>
              <a:t>IG 的話，從講義 3 挑 5 個關鍵字</a:t>
            </a:r>
            <a:endParaRPr lang="en-US" sz="1163" dirty="0"/>
          </a:p>
        </p:txBody>
      </p:sp>
      <p:sp>
        <p:nvSpPr>
          <p:cNvPr id="27" name="Text 24"/>
          <p:cNvSpPr txBox="1"/>
          <p:nvPr/>
        </p:nvSpPr>
        <p:spPr>
          <a:xfrm>
            <a:off x="8115666" y="4748479"/>
            <a:ext cx="1923440" cy="247620"/>
          </a:xfrm>
          <a:prstGeom prst="rect">
            <a:avLst/>
          </a:prstGeom>
          <a:noFill/>
          <a:ln/>
        </p:spPr>
        <p:txBody>
          <a:bodyPr wrap="square" lIns="0" tIns="0" rIns="0" bIns="0" rtlCol="0" anchor="t"/>
          <a:lstStyle/>
          <a:p>
            <a:pPr algn="ctr" indent="0" marL="0">
              <a:lnSpc>
                <a:spcPts val="1918"/>
              </a:lnSpc>
              <a:buNone/>
            </a:pPr>
            <a:r>
              <a:rPr lang="en-US" sz="1238" b="1" dirty="0">
                <a:solidFill>
                  <a:srgbClr val="4A3C33"/>
                </a:solidFill>
                <a:latin typeface="Noto Sans TC" pitchFamily="34" charset="0"/>
                <a:ea typeface="Noto Sans TC" pitchFamily="34" charset="-122"/>
                <a:cs typeface="Noto Sans TC" pitchFamily="34" charset="-120"/>
              </a:rPr>
              <a:t>不用寫得好，</a:t>
            </a:r>
            <a:pPr algn="ctr" indent="0" marL="0">
              <a:lnSpc>
                <a:spcPts val="1918"/>
              </a:lnSpc>
              <a:buNone/>
            </a:pPr>
            <a:r>
              <a:rPr lang="en-US" sz="1238" b="1" dirty="0">
                <a:solidFill>
                  <a:srgbClr val="4A3C33"/>
                </a:solidFill>
                <a:latin typeface="Noto Sans TC" pitchFamily="34" charset="0"/>
                <a:ea typeface="Noto Sans TC" pitchFamily="34" charset="-122"/>
                <a:cs typeface="Noto Sans TC" pitchFamily="34" charset="-120"/>
              </a:rPr>
              <a:t>寫完就好</a:t>
            </a:r>
            <a:pPr algn="ctr" indent="0" marL="0">
              <a:lnSpc>
                <a:spcPts val="1918"/>
              </a:lnSpc>
              <a:buNone/>
            </a:pPr>
            <a:r>
              <a:rPr lang="en-US" sz="1238" b="1" dirty="0">
                <a:solidFill>
                  <a:srgbClr val="4A3C33"/>
                </a:solidFill>
                <a:latin typeface="Noto Sans TC" pitchFamily="34" charset="0"/>
                <a:ea typeface="Noto Sans TC" pitchFamily="34" charset="-122"/>
                <a:cs typeface="Noto Sans TC" pitchFamily="34" charset="-120"/>
              </a:rPr>
              <a:t>。</a:t>
            </a:r>
            <a:endParaRPr lang="en-US" sz="1238" dirty="0"/>
          </a:p>
        </p:txBody>
      </p:sp>
      <p:sp>
        <p:nvSpPr>
          <p:cNvPr id="28" name="Text 25"/>
          <p:cNvSpPr txBox="1"/>
          <p:nvPr/>
        </p:nvSpPr>
        <p:spPr>
          <a:xfrm>
            <a:off x="9090142" y="4748479"/>
            <a:ext cx="760141" cy="247620"/>
          </a:xfrm>
          <a:prstGeom prst="rect">
            <a:avLst/>
          </a:prstGeom>
          <a:noFill/>
          <a:ln/>
        </p:spPr>
        <p:txBody>
          <a:bodyPr wrap="square" lIns="0" tIns="0" rIns="0" bIns="0" rtlCol="0" anchor="t"/>
          <a:lstStyle/>
          <a:p>
            <a:pPr algn="ctr" indent="0" marL="0">
              <a:lnSpc>
                <a:spcPts val="1918"/>
              </a:lnSpc>
              <a:buNone/>
            </a:pPr>
            <a:r>
              <a:rPr lang="en-US" sz="1238" b="1" dirty="0">
                <a:solidFill>
                  <a:srgbClr val="4A3C33"/>
                </a:solidFill>
                <a:latin typeface="Noto Sans TC" pitchFamily="34" charset="0"/>
                <a:ea typeface="Noto Sans TC" pitchFamily="34" charset="-122"/>
                <a:cs typeface="Noto Sans TC" pitchFamily="34" charset="-120"/>
              </a:rPr>
              <a:t>寫完就好</a:t>
            </a:r>
            <a:endParaRPr lang="en-US" sz="1238" dirty="0"/>
          </a:p>
        </p:txBody>
      </p:sp>
      <p:sp>
        <p:nvSpPr>
          <p:cNvPr id="29" name="Text 26"/>
          <p:cNvSpPr txBox="1"/>
          <p:nvPr/>
        </p:nvSpPr>
        <p:spPr>
          <a:xfrm>
            <a:off x="9930293" y="304770"/>
            <a:ext cx="1428201" cy="209580"/>
          </a:xfrm>
          <a:prstGeom prst="rect">
            <a:avLst/>
          </a:prstGeom>
          <a:noFill/>
          <a:ln/>
        </p:spPr>
        <p:txBody>
          <a:bodyPr wrap="square" lIns="0" tIns="0" rIns="0" bIns="0" rtlCol="0" anchor="t"/>
          <a:lstStyle/>
          <a:p>
            <a:pPr algn="l" indent="0" marL="0">
              <a:buNone/>
            </a:pPr>
            <a:r>
              <a:rPr lang="en-US" sz="1013" b="1" spc="142" kern="0" dirty="0">
                <a:solidFill>
                  <a:srgbClr val="FBF7F1"/>
                </a:solidFill>
                <a:latin typeface="Noto Sans TC" pitchFamily="34" charset="0"/>
                <a:ea typeface="Noto Sans TC" pitchFamily="34" charset="-122"/>
                <a:cs typeface="Noto Sans TC" pitchFamily="34" charset="-120"/>
              </a:rPr>
              <a:t>講義 4 · 實際發布</a:t>
            </a:r>
            <a:endParaRPr lang="en-US" sz="1013" dirty="0"/>
          </a:p>
        </p:txBody>
      </p:sp>
      <p:sp>
        <p:nvSpPr>
          <p:cNvPr id="30" name="Text 27"/>
          <p:cNvSpPr txBox="1"/>
          <p:nvPr/>
        </p:nvSpPr>
        <p:spPr>
          <a:xfrm>
            <a:off x="761970" y="6438930"/>
            <a:ext cx="1338042" cy="200071"/>
          </a:xfrm>
          <a:prstGeom prst="rect">
            <a:avLst/>
          </a:prstGeom>
          <a:noFill/>
          <a:ln/>
        </p:spPr>
        <p:txBody>
          <a:bodyPr wrap="square" lIns="0" tIns="0" rIns="0" bIns="0" rtlCol="0" anchor="t"/>
          <a:lstStyle/>
          <a:p>
            <a:pPr algn="l" indent="0" marL="0">
              <a:buNone/>
            </a:pPr>
            <a:r>
              <a:rPr lang="en-US" sz="938" b="1" spc="56" kern="0" dirty="0">
                <a:solidFill>
                  <a:srgbClr val="9C8B7C"/>
                </a:solidFill>
                <a:latin typeface="Noto Sans TC" pitchFamily="34" charset="0"/>
                <a:ea typeface="Noto Sans TC" pitchFamily="34" charset="-122"/>
                <a:cs typeface="Noto Sans TC" pitchFamily="34" charset="-120"/>
              </a:rPr>
              <a:t>PART 9 · 15:52</a:t>
            </a:r>
            <a:endParaRPr lang="en-US" sz="938" dirty="0"/>
          </a:p>
        </p:txBody>
      </p:sp>
      <p:sp>
        <p:nvSpPr>
          <p:cNvPr id="31" name="Text 28"/>
          <p:cNvSpPr txBox="1"/>
          <p:nvPr/>
        </p:nvSpPr>
        <p:spPr>
          <a:xfrm>
            <a:off x="10922599" y="6438930"/>
            <a:ext cx="562630" cy="200071"/>
          </a:xfrm>
          <a:prstGeom prst="rect">
            <a:avLst/>
          </a:prstGeom>
          <a:noFill/>
          <a:ln/>
        </p:spPr>
        <p:txBody>
          <a:bodyPr wrap="square" lIns="0" tIns="0" rIns="0" bIns="0" rtlCol="0" anchor="t"/>
          <a:lstStyle/>
          <a:p>
            <a:pPr algn="l" indent="0" marL="0">
              <a:buNone/>
            </a:pPr>
            <a:r>
              <a:rPr lang="en-US" sz="938" b="1" spc="56" kern="0" dirty="0">
                <a:solidFill>
                  <a:srgbClr val="9C8B7C"/>
                </a:solidFill>
                <a:latin typeface="Noto Sans TC" pitchFamily="34" charset="0"/>
                <a:ea typeface="Noto Sans TC" pitchFamily="34" charset="-122"/>
                <a:cs typeface="Noto Sans TC" pitchFamily="34" charset="-120"/>
              </a:rPr>
              <a:t>71 / 75</a:t>
            </a:r>
            <a:endParaRPr lang="en-US" sz="938"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BF7F1"/>
        </a:solidFill>
      </p:bgPr>
    </p:bg>
    <p:spTree>
      <p:nvGrpSpPr>
        <p:cNvPr id="1" name=""/>
        <p:cNvGrpSpPr/>
        <p:nvPr/>
      </p:nvGrpSpPr>
      <p:grpSpPr>
        <a:xfrm>
          <a:off x="0" y="0"/>
          <a:ext cx="0" cy="0"/>
          <a:chOff x="0" y="0"/>
          <a:chExt cx="0" cy="0"/>
        </a:xfrm>
      </p:grpSpPr>
      <p:pic>
        <p:nvPicPr>
          <p:cNvPr id="2" name="Image 0" descr="/home/user/gogoeveryday/social-course/export-pptx/build/bg/72.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3536259" y="991027"/>
            <a:ext cx="1363188" cy="219090"/>
          </a:xfrm>
          <a:prstGeom prst="rect">
            <a:avLst/>
          </a:prstGeom>
          <a:noFill/>
          <a:ln/>
        </p:spPr>
        <p:txBody>
          <a:bodyPr wrap="square" lIns="0" tIns="0" rIns="0" bIns="0" rtlCol="0" anchor="t"/>
          <a:lstStyle/>
          <a:p>
            <a:pPr algn="ctr" indent="0" marL="0">
              <a:buNone/>
            </a:pPr>
            <a:r>
              <a:rPr lang="en-US" sz="1125" b="1" spc="225" kern="0" dirty="0">
                <a:solidFill>
                  <a:srgbClr val="C05F3C"/>
                </a:solidFill>
                <a:latin typeface="Noto Sans TC" pitchFamily="34" charset="0"/>
                <a:ea typeface="Noto Sans TC" pitchFamily="34" charset="-122"/>
                <a:cs typeface="Noto Sans TC" pitchFamily="34" charset="-120"/>
              </a:rPr>
              <a:t>帶回家的三張紙</a:t>
            </a:r>
            <a:endParaRPr lang="en-US" sz="1125" dirty="0"/>
          </a:p>
        </p:txBody>
      </p:sp>
      <p:sp>
        <p:nvSpPr>
          <p:cNvPr id="4" name="Text 1"/>
          <p:cNvSpPr txBox="1"/>
          <p:nvPr/>
        </p:nvSpPr>
        <p:spPr>
          <a:xfrm>
            <a:off x="3423331" y="1295888"/>
            <a:ext cx="5354909" cy="542971"/>
          </a:xfrm>
          <a:prstGeom prst="rect">
            <a:avLst/>
          </a:prstGeom>
          <a:noFill/>
          <a:ln/>
        </p:spPr>
        <p:txBody>
          <a:bodyPr wrap="square" lIns="0" tIns="0" rIns="0" bIns="0" rtlCol="0" anchor="t"/>
          <a:lstStyle/>
          <a:p>
            <a:pPr algn="ctr" indent="0" marL="0">
              <a:lnSpc>
                <a:spcPts val="3477"/>
              </a:lnSpc>
              <a:buNone/>
            </a:pPr>
            <a:r>
              <a:rPr lang="en-US" sz="2850" b="1" spc="-57" kern="0" dirty="0">
                <a:solidFill>
                  <a:srgbClr val="241C17"/>
                </a:solidFill>
                <a:latin typeface="Noto Sans TC" pitchFamily="34" charset="0"/>
                <a:ea typeface="Noto Sans TC" pitchFamily="34" charset="-122"/>
                <a:cs typeface="Noto Sans TC" pitchFamily="34" charset="-120"/>
              </a:rPr>
              <a:t>離開教室前，請確認你有這三個</a:t>
            </a:r>
            <a:endParaRPr lang="en-US" sz="2850" dirty="0"/>
          </a:p>
        </p:txBody>
      </p:sp>
      <p:sp>
        <p:nvSpPr>
          <p:cNvPr id="5" name="Text 2"/>
          <p:cNvSpPr txBox="1"/>
          <p:nvPr/>
        </p:nvSpPr>
        <p:spPr>
          <a:xfrm>
            <a:off x="1978213" y="2404140"/>
            <a:ext cx="1031260" cy="200071"/>
          </a:xfrm>
          <a:prstGeom prst="rect">
            <a:avLst/>
          </a:prstGeom>
          <a:noFill/>
          <a:ln/>
        </p:spPr>
        <p:txBody>
          <a:bodyPr wrap="square" lIns="0" tIns="0" rIns="0" bIns="0" rtlCol="0" anchor="t"/>
          <a:lstStyle/>
          <a:p>
            <a:pPr algn="ctr" indent="0" marL="0">
              <a:buNone/>
            </a:pPr>
            <a:r>
              <a:rPr lang="en-US" sz="975" b="1" spc="136" kern="0" dirty="0">
                <a:solidFill>
                  <a:srgbClr val="9C8B7C"/>
                </a:solidFill>
                <a:latin typeface="Noto Sans TC" pitchFamily="34" charset="0"/>
                <a:ea typeface="Noto Sans TC" pitchFamily="34" charset="-122"/>
                <a:cs typeface="Noto Sans TC" pitchFamily="34" charset="-120"/>
              </a:rPr>
              <a:t>① 寫在講義 3</a:t>
            </a:r>
            <a:endParaRPr lang="en-US" sz="975" dirty="0"/>
          </a:p>
        </p:txBody>
      </p:sp>
      <p:sp>
        <p:nvSpPr>
          <p:cNvPr id="6" name="Text 3"/>
          <p:cNvSpPr txBox="1"/>
          <p:nvPr/>
        </p:nvSpPr>
        <p:spPr>
          <a:xfrm>
            <a:off x="1608704" y="2680381"/>
            <a:ext cx="1770187" cy="352410"/>
          </a:xfrm>
          <a:prstGeom prst="rect">
            <a:avLst/>
          </a:prstGeom>
          <a:noFill/>
          <a:ln/>
        </p:spPr>
        <p:txBody>
          <a:bodyPr wrap="square" lIns="0" tIns="0" rIns="0" bIns="0" rtlCol="0" anchor="t"/>
          <a:lstStyle/>
          <a:p>
            <a:pPr algn="ctr" indent="0" marL="0">
              <a:buNone/>
            </a:pPr>
            <a:r>
              <a:rPr lang="en-US" sz="1800" b="1" spc="-18" kern="0" dirty="0">
                <a:solidFill>
                  <a:srgbClr val="241C17"/>
                </a:solidFill>
                <a:latin typeface="Noto Sans TC" pitchFamily="34" charset="0"/>
                <a:ea typeface="Noto Sans TC" pitchFamily="34" charset="-122"/>
                <a:cs typeface="Noto Sans TC" pitchFamily="34" charset="-120"/>
              </a:rPr>
              <a:t>我的十大關鍵字</a:t>
            </a:r>
            <a:endParaRPr lang="en-US" sz="1800" dirty="0"/>
          </a:p>
        </p:txBody>
      </p:sp>
      <p:sp>
        <p:nvSpPr>
          <p:cNvPr id="7" name="Text 4"/>
          <p:cNvSpPr txBox="1"/>
          <p:nvPr/>
        </p:nvSpPr>
        <p:spPr>
          <a:xfrm>
            <a:off x="1129650" y="3223351"/>
            <a:ext cx="627370" cy="219090"/>
          </a:xfrm>
          <a:prstGeom prst="rect">
            <a:avLst/>
          </a:prstGeom>
          <a:noFill/>
          <a:ln/>
        </p:spPr>
        <p:txBody>
          <a:bodyPr wrap="square" lIns="0" tIns="0" rIns="0" bIns="0" rtlCol="0" anchor="t"/>
          <a:lstStyle/>
          <a:p>
            <a:pPr algn="ctr" indent="0" marL="0">
              <a:buNone/>
            </a:pPr>
            <a:r>
              <a:rPr lang="en-US" sz="1088" b="1" dirty="0">
                <a:solidFill>
                  <a:srgbClr val="4A3C33"/>
                </a:solidFill>
                <a:latin typeface="Noto Sans TC" pitchFamily="34" charset="0"/>
                <a:ea typeface="Noto Sans TC" pitchFamily="34" charset="-122"/>
                <a:cs typeface="Noto Sans TC" pitchFamily="34" charset="-120"/>
              </a:rPr>
              <a:t>#鳳梨酥</a:t>
            </a:r>
            <a:endParaRPr lang="en-US" sz="1088" dirty="0"/>
          </a:p>
        </p:txBody>
      </p:sp>
      <p:sp>
        <p:nvSpPr>
          <p:cNvPr id="8" name="Text 5"/>
          <p:cNvSpPr txBox="1"/>
          <p:nvPr/>
        </p:nvSpPr>
        <p:spPr>
          <a:xfrm>
            <a:off x="1984705" y="3223351"/>
            <a:ext cx="909371" cy="219090"/>
          </a:xfrm>
          <a:prstGeom prst="rect">
            <a:avLst/>
          </a:prstGeom>
          <a:noFill/>
          <a:ln/>
        </p:spPr>
        <p:txBody>
          <a:bodyPr wrap="square" lIns="0" tIns="0" rIns="0" bIns="0" rtlCol="0" anchor="t"/>
          <a:lstStyle/>
          <a:p>
            <a:pPr algn="ctr" indent="0" marL="0">
              <a:buNone/>
            </a:pPr>
            <a:r>
              <a:rPr lang="en-US" sz="1088" b="1" dirty="0">
                <a:solidFill>
                  <a:srgbClr val="4A3C33"/>
                </a:solidFill>
                <a:latin typeface="Noto Sans TC" pitchFamily="34" charset="0"/>
                <a:ea typeface="Noto Sans TC" pitchFamily="34" charset="-122"/>
                <a:cs typeface="Noto Sans TC" pitchFamily="34" charset="-120"/>
              </a:rPr>
              <a:t>#台中伴手禮</a:t>
            </a:r>
            <a:endParaRPr lang="en-US" sz="1088" dirty="0"/>
          </a:p>
        </p:txBody>
      </p:sp>
      <p:sp>
        <p:nvSpPr>
          <p:cNvPr id="9" name="Text 6"/>
          <p:cNvSpPr txBox="1"/>
          <p:nvPr/>
        </p:nvSpPr>
        <p:spPr>
          <a:xfrm>
            <a:off x="3121579" y="3223351"/>
            <a:ext cx="627370" cy="219090"/>
          </a:xfrm>
          <a:prstGeom prst="rect">
            <a:avLst/>
          </a:prstGeom>
          <a:noFill/>
          <a:ln/>
        </p:spPr>
        <p:txBody>
          <a:bodyPr wrap="square" lIns="0" tIns="0" rIns="0" bIns="0" rtlCol="0" anchor="t"/>
          <a:lstStyle/>
          <a:p>
            <a:pPr algn="ctr" indent="0" marL="0">
              <a:buNone/>
            </a:pPr>
            <a:r>
              <a:rPr lang="en-US" sz="1088" b="1" dirty="0">
                <a:solidFill>
                  <a:srgbClr val="4A3C33"/>
                </a:solidFill>
                <a:latin typeface="Noto Sans TC" pitchFamily="34" charset="0"/>
                <a:ea typeface="Noto Sans TC" pitchFamily="34" charset="-122"/>
                <a:cs typeface="Noto Sans TC" pitchFamily="34" charset="-120"/>
              </a:rPr>
              <a:t>#下午茶</a:t>
            </a:r>
            <a:endParaRPr lang="en-US" sz="1088" dirty="0"/>
          </a:p>
        </p:txBody>
      </p:sp>
      <p:sp>
        <p:nvSpPr>
          <p:cNvPr id="10" name="Text 7"/>
          <p:cNvSpPr txBox="1"/>
          <p:nvPr/>
        </p:nvSpPr>
        <p:spPr>
          <a:xfrm>
            <a:off x="1129650" y="3670950"/>
            <a:ext cx="489204" cy="219090"/>
          </a:xfrm>
          <a:prstGeom prst="rect">
            <a:avLst/>
          </a:prstGeom>
          <a:noFill/>
          <a:ln/>
        </p:spPr>
        <p:txBody>
          <a:bodyPr wrap="square" lIns="0" tIns="0" rIns="0" bIns="0" rtlCol="0" anchor="t"/>
          <a:lstStyle/>
          <a:p>
            <a:pPr algn="ctr" indent="0" marL="0">
              <a:buNone/>
            </a:pPr>
            <a:r>
              <a:rPr lang="en-US" sz="1088" b="1" dirty="0">
                <a:solidFill>
                  <a:srgbClr val="4A3C33"/>
                </a:solidFill>
                <a:latin typeface="Noto Sans TC" pitchFamily="34" charset="0"/>
                <a:ea typeface="Noto Sans TC" pitchFamily="34" charset="-122"/>
                <a:cs typeface="Noto Sans TC" pitchFamily="34" charset="-120"/>
              </a:rPr>
              <a:t>#送禮</a:t>
            </a:r>
            <a:endParaRPr lang="en-US" sz="1088" dirty="0"/>
          </a:p>
        </p:txBody>
      </p:sp>
      <p:sp>
        <p:nvSpPr>
          <p:cNvPr id="11" name="Text 8"/>
          <p:cNvSpPr txBox="1"/>
          <p:nvPr/>
        </p:nvSpPr>
        <p:spPr>
          <a:xfrm>
            <a:off x="1849374" y="3670950"/>
            <a:ext cx="765444" cy="219090"/>
          </a:xfrm>
          <a:prstGeom prst="rect">
            <a:avLst/>
          </a:prstGeom>
          <a:noFill/>
          <a:ln/>
        </p:spPr>
        <p:txBody>
          <a:bodyPr wrap="square" lIns="0" tIns="0" rIns="0" bIns="0" rtlCol="0" anchor="t"/>
          <a:lstStyle/>
          <a:p>
            <a:pPr algn="ctr" indent="0" marL="0">
              <a:buNone/>
            </a:pPr>
            <a:r>
              <a:rPr lang="en-US" sz="1088" b="1" dirty="0">
                <a:solidFill>
                  <a:srgbClr val="4A3C33"/>
                </a:solidFill>
                <a:latin typeface="Noto Sans TC" pitchFamily="34" charset="0"/>
                <a:ea typeface="Noto Sans TC" pitchFamily="34" charset="-122"/>
                <a:cs typeface="Noto Sans TC" pitchFamily="34" charset="-120"/>
              </a:rPr>
              <a:t>#手作烘焙</a:t>
            </a:r>
            <a:endParaRPr lang="en-US" sz="1088" dirty="0"/>
          </a:p>
        </p:txBody>
      </p:sp>
      <p:sp>
        <p:nvSpPr>
          <p:cNvPr id="12" name="Text 9"/>
          <p:cNvSpPr txBox="1"/>
          <p:nvPr/>
        </p:nvSpPr>
        <p:spPr>
          <a:xfrm>
            <a:off x="2845338" y="3670950"/>
            <a:ext cx="771571" cy="219090"/>
          </a:xfrm>
          <a:prstGeom prst="rect">
            <a:avLst/>
          </a:prstGeom>
          <a:noFill/>
          <a:ln/>
        </p:spPr>
        <p:txBody>
          <a:bodyPr wrap="square" lIns="0" tIns="0" rIns="0" bIns="0" rtlCol="0" anchor="t"/>
          <a:lstStyle/>
          <a:p>
            <a:pPr algn="ctr" indent="0" marL="0">
              <a:buNone/>
            </a:pPr>
            <a:r>
              <a:rPr lang="en-US" sz="1088" b="1" dirty="0">
                <a:solidFill>
                  <a:srgbClr val="9C8B7C"/>
                </a:solidFill>
                <a:latin typeface="Noto Sans TC" pitchFamily="34" charset="0"/>
                <a:ea typeface="Noto Sans TC" pitchFamily="34" charset="-122"/>
                <a:cs typeface="Noto Sans TC" pitchFamily="34" charset="-120"/>
              </a:rPr>
              <a:t>…共 10 個</a:t>
            </a:r>
            <a:endParaRPr lang="en-US" sz="1088" dirty="0"/>
          </a:p>
        </p:txBody>
      </p:sp>
      <p:sp>
        <p:nvSpPr>
          <p:cNvPr id="13" name="Text 10"/>
          <p:cNvSpPr txBox="1"/>
          <p:nvPr/>
        </p:nvSpPr>
        <p:spPr>
          <a:xfrm>
            <a:off x="1418600" y="4252051"/>
            <a:ext cx="2150577" cy="257221"/>
          </a:xfrm>
          <a:prstGeom prst="rect">
            <a:avLst/>
          </a:prstGeom>
          <a:noFill/>
          <a:ln/>
        </p:spPr>
        <p:txBody>
          <a:bodyPr wrap="square" lIns="0" tIns="0" rIns="0" bIns="0" rtlCol="0" anchor="t"/>
          <a:lstStyle/>
          <a:p>
            <a:pPr algn="ctr" indent="0" marL="0">
              <a:lnSpc>
                <a:spcPts val="2066"/>
              </a:lnSpc>
              <a:buNone/>
            </a:pPr>
            <a:r>
              <a:rPr lang="en-US" sz="1275" dirty="0">
                <a:solidFill>
                  <a:srgbClr val="4A3C33"/>
                </a:solidFill>
                <a:latin typeface="Noto Sans TC" pitchFamily="34" charset="0"/>
                <a:ea typeface="Noto Sans TC" pitchFamily="34" charset="-122"/>
                <a:cs typeface="Noto Sans TC" pitchFamily="34" charset="-120"/>
              </a:rPr>
              <a:t>也要存一份在手機備忘錄。</a:t>
            </a:r>
            <a:endParaRPr lang="en-US" sz="1275" dirty="0"/>
          </a:p>
        </p:txBody>
      </p:sp>
      <p:sp>
        <p:nvSpPr>
          <p:cNvPr id="14" name="Text 11"/>
          <p:cNvSpPr txBox="1"/>
          <p:nvPr/>
        </p:nvSpPr>
        <p:spPr>
          <a:xfrm>
            <a:off x="5585064" y="2404140"/>
            <a:ext cx="1031260" cy="200071"/>
          </a:xfrm>
          <a:prstGeom prst="rect">
            <a:avLst/>
          </a:prstGeom>
          <a:noFill/>
          <a:ln/>
        </p:spPr>
        <p:txBody>
          <a:bodyPr wrap="square" lIns="0" tIns="0" rIns="0" bIns="0" rtlCol="0" anchor="t"/>
          <a:lstStyle/>
          <a:p>
            <a:pPr algn="ctr" indent="0" marL="0">
              <a:buNone/>
            </a:pPr>
            <a:r>
              <a:rPr lang="en-US" sz="975" b="1" spc="136" kern="0" dirty="0">
                <a:solidFill>
                  <a:srgbClr val="8A5A6D"/>
                </a:solidFill>
                <a:latin typeface="Noto Sans TC" pitchFamily="34" charset="0"/>
                <a:ea typeface="Noto Sans TC" pitchFamily="34" charset="-122"/>
                <a:cs typeface="Noto Sans TC" pitchFamily="34" charset="-120"/>
              </a:rPr>
              <a:t>② 寫在講義 1</a:t>
            </a:r>
            <a:endParaRPr lang="en-US" sz="975" dirty="0"/>
          </a:p>
        </p:txBody>
      </p:sp>
      <p:sp>
        <p:nvSpPr>
          <p:cNvPr id="15" name="Text 12"/>
          <p:cNvSpPr txBox="1"/>
          <p:nvPr/>
        </p:nvSpPr>
        <p:spPr>
          <a:xfrm>
            <a:off x="5335433" y="2680381"/>
            <a:ext cx="1530248" cy="352410"/>
          </a:xfrm>
          <a:prstGeom prst="rect">
            <a:avLst/>
          </a:prstGeom>
          <a:noFill/>
          <a:ln/>
        </p:spPr>
        <p:txBody>
          <a:bodyPr wrap="square" lIns="0" tIns="0" rIns="0" bIns="0" rtlCol="0" anchor="t"/>
          <a:lstStyle/>
          <a:p>
            <a:pPr algn="ctr" indent="0" marL="0">
              <a:buNone/>
            </a:pPr>
            <a:r>
              <a:rPr lang="en-US" sz="1800" b="1" spc="-18" kern="0" dirty="0">
                <a:solidFill>
                  <a:srgbClr val="241C17"/>
                </a:solidFill>
                <a:latin typeface="Noto Sans TC" pitchFamily="34" charset="0"/>
                <a:ea typeface="Noto Sans TC" pitchFamily="34" charset="-122"/>
                <a:cs typeface="Noto Sans TC" pitchFamily="34" charset="-120"/>
              </a:rPr>
              <a:t>我的主要平台</a:t>
            </a:r>
            <a:endParaRPr lang="en-US" sz="1800" dirty="0"/>
          </a:p>
        </p:txBody>
      </p:sp>
      <p:sp>
        <p:nvSpPr>
          <p:cNvPr id="16" name="Text 13"/>
          <p:cNvSpPr txBox="1"/>
          <p:nvPr/>
        </p:nvSpPr>
        <p:spPr>
          <a:xfrm>
            <a:off x="4754880" y="3232861"/>
            <a:ext cx="827532" cy="219090"/>
          </a:xfrm>
          <a:prstGeom prst="rect">
            <a:avLst/>
          </a:prstGeom>
          <a:noFill/>
          <a:ln/>
        </p:spPr>
        <p:txBody>
          <a:bodyPr wrap="square" lIns="0" tIns="0" rIns="0" bIns="0" rtlCol="0" anchor="t"/>
          <a:lstStyle/>
          <a:p>
            <a:pPr algn="ctr" indent="0" marL="0">
              <a:buNone/>
            </a:pPr>
            <a:r>
              <a:rPr lang="en-US" sz="1088" b="1" spc="43" kern="0" dirty="0">
                <a:solidFill>
                  <a:srgbClr val="1877F2"/>
                </a:solidFill>
                <a:latin typeface="Noto Sans TC" pitchFamily="34" charset="0"/>
                <a:ea typeface="Noto Sans TC" pitchFamily="34" charset="-122"/>
                <a:cs typeface="Noto Sans TC" pitchFamily="34" charset="-120"/>
              </a:rPr>
              <a:t>Facebook</a:t>
            </a:r>
            <a:endParaRPr lang="en-US" sz="1088" dirty="0"/>
          </a:p>
        </p:txBody>
      </p:sp>
      <p:sp>
        <p:nvSpPr>
          <p:cNvPr id="17" name="Text 14"/>
          <p:cNvSpPr txBox="1"/>
          <p:nvPr/>
        </p:nvSpPr>
        <p:spPr>
          <a:xfrm>
            <a:off x="5698084" y="3237616"/>
            <a:ext cx="264810" cy="209580"/>
          </a:xfrm>
          <a:prstGeom prst="rect">
            <a:avLst/>
          </a:prstGeom>
          <a:noFill/>
          <a:ln/>
        </p:spPr>
        <p:txBody>
          <a:bodyPr wrap="square" lIns="0" tIns="0" rIns="0" bIns="0" rtlCol="0" anchor="t"/>
          <a:lstStyle/>
          <a:p>
            <a:pPr algn="ctr" indent="0" marL="0">
              <a:buNone/>
            </a:pPr>
            <a:r>
              <a:rPr lang="en-US" sz="1050" b="1" dirty="0">
                <a:solidFill>
                  <a:srgbClr val="9C8B7C"/>
                </a:solidFill>
                <a:latin typeface="Noto Sans TC" pitchFamily="34" charset="0"/>
                <a:ea typeface="Noto Sans TC" pitchFamily="34" charset="-122"/>
                <a:cs typeface="Noto Sans TC" pitchFamily="34" charset="-120"/>
              </a:rPr>
              <a:t>或</a:t>
            </a:r>
            <a:endParaRPr lang="en-US" sz="1050" dirty="0"/>
          </a:p>
        </p:txBody>
      </p:sp>
      <p:sp>
        <p:nvSpPr>
          <p:cNvPr id="18" name="Text 15"/>
          <p:cNvSpPr txBox="1"/>
          <p:nvPr/>
        </p:nvSpPr>
        <p:spPr>
          <a:xfrm>
            <a:off x="6077194" y="3232861"/>
            <a:ext cx="873984" cy="219090"/>
          </a:xfrm>
          <a:prstGeom prst="rect">
            <a:avLst/>
          </a:prstGeom>
          <a:noFill/>
          <a:ln/>
        </p:spPr>
        <p:txBody>
          <a:bodyPr wrap="square" lIns="0" tIns="0" rIns="0" bIns="0" rtlCol="0" anchor="t"/>
          <a:lstStyle/>
          <a:p>
            <a:pPr algn="ctr" indent="0" marL="0">
              <a:buNone/>
            </a:pPr>
            <a:r>
              <a:rPr lang="en-US" sz="1088" b="1" spc="43" kern="0" dirty="0">
                <a:solidFill>
                  <a:srgbClr val="E1306C"/>
                </a:solidFill>
                <a:latin typeface="Noto Sans TC" pitchFamily="34" charset="0"/>
                <a:ea typeface="Noto Sans TC" pitchFamily="34" charset="-122"/>
                <a:cs typeface="Noto Sans TC" pitchFamily="34" charset="-120"/>
              </a:rPr>
              <a:t>Instagram</a:t>
            </a:r>
            <a:endParaRPr lang="en-US" sz="1088" dirty="0"/>
          </a:p>
        </p:txBody>
      </p:sp>
      <p:sp>
        <p:nvSpPr>
          <p:cNvPr id="19" name="Text 16"/>
          <p:cNvSpPr txBox="1"/>
          <p:nvPr/>
        </p:nvSpPr>
        <p:spPr>
          <a:xfrm>
            <a:off x="4767864" y="3823381"/>
            <a:ext cx="2665476" cy="257221"/>
          </a:xfrm>
          <a:prstGeom prst="rect">
            <a:avLst/>
          </a:prstGeom>
          <a:noFill/>
          <a:ln/>
        </p:spPr>
        <p:txBody>
          <a:bodyPr wrap="square" lIns="0" tIns="0" rIns="0" bIns="0" rtlCol="0" anchor="t"/>
          <a:lstStyle/>
          <a:p>
            <a:pPr algn="ctr" indent="0" marL="0">
              <a:lnSpc>
                <a:spcPts val="2066"/>
              </a:lnSpc>
              <a:buNone/>
            </a:pPr>
            <a:r>
              <a:rPr lang="en-US" sz="1275" dirty="0">
                <a:solidFill>
                  <a:srgbClr val="4A3C33"/>
                </a:solidFill>
                <a:latin typeface="Noto Sans TC" pitchFamily="34" charset="0"/>
                <a:ea typeface="Noto Sans TC" pitchFamily="34" charset="-122"/>
                <a:cs typeface="Noto Sans TC" pitchFamily="34" charset="-120"/>
              </a:rPr>
              <a:t>只選一個。做熟了再考慮第二個。</a:t>
            </a:r>
            <a:endParaRPr lang="en-US" sz="1275" dirty="0"/>
          </a:p>
        </p:txBody>
      </p:sp>
      <p:sp>
        <p:nvSpPr>
          <p:cNvPr id="20" name="Text 17"/>
          <p:cNvSpPr txBox="1"/>
          <p:nvPr/>
        </p:nvSpPr>
        <p:spPr>
          <a:xfrm>
            <a:off x="9191732" y="2404140"/>
            <a:ext cx="1031260" cy="200071"/>
          </a:xfrm>
          <a:prstGeom prst="rect">
            <a:avLst/>
          </a:prstGeom>
          <a:noFill/>
          <a:ln/>
        </p:spPr>
        <p:txBody>
          <a:bodyPr wrap="square" lIns="0" tIns="0" rIns="0" bIns="0" rtlCol="0" anchor="t"/>
          <a:lstStyle/>
          <a:p>
            <a:pPr algn="ctr" indent="0" marL="0">
              <a:buNone/>
            </a:pPr>
            <a:r>
              <a:rPr lang="en-US" sz="975" b="1" spc="136" kern="0" dirty="0">
                <a:solidFill>
                  <a:srgbClr val="03934A"/>
                </a:solidFill>
                <a:latin typeface="Noto Sans TC" pitchFamily="34" charset="0"/>
                <a:ea typeface="Noto Sans TC" pitchFamily="34" charset="-122"/>
                <a:cs typeface="Noto Sans TC" pitchFamily="34" charset="-120"/>
              </a:rPr>
              <a:t>③ 寫在講義 1</a:t>
            </a:r>
            <a:endParaRPr lang="en-US" sz="975" dirty="0"/>
          </a:p>
        </p:txBody>
      </p:sp>
      <p:sp>
        <p:nvSpPr>
          <p:cNvPr id="21" name="Text 18"/>
          <p:cNvSpPr txBox="1"/>
          <p:nvPr/>
        </p:nvSpPr>
        <p:spPr>
          <a:xfrm>
            <a:off x="8702436" y="2680381"/>
            <a:ext cx="2010126" cy="352410"/>
          </a:xfrm>
          <a:prstGeom prst="rect">
            <a:avLst/>
          </a:prstGeom>
          <a:noFill/>
          <a:ln/>
        </p:spPr>
        <p:txBody>
          <a:bodyPr wrap="square" lIns="0" tIns="0" rIns="0" bIns="0" rtlCol="0" anchor="t"/>
          <a:lstStyle/>
          <a:p>
            <a:pPr algn="ctr" indent="0" marL="0">
              <a:buNone/>
            </a:pPr>
            <a:r>
              <a:rPr lang="en-US" sz="1800" b="1" spc="-18" kern="0" dirty="0">
                <a:solidFill>
                  <a:srgbClr val="241C17"/>
                </a:solidFill>
                <a:latin typeface="Noto Sans TC" pitchFamily="34" charset="0"/>
                <a:ea typeface="Noto Sans TC" pitchFamily="34" charset="-122"/>
                <a:cs typeface="Noto Sans TC" pitchFamily="34" charset="-120"/>
              </a:rPr>
              <a:t>我的顧客聯絡平台</a:t>
            </a:r>
            <a:endParaRPr lang="en-US" sz="1800" dirty="0"/>
          </a:p>
        </p:txBody>
      </p:sp>
      <p:sp>
        <p:nvSpPr>
          <p:cNvPr id="22" name="Text 19"/>
          <p:cNvSpPr txBox="1"/>
          <p:nvPr/>
        </p:nvSpPr>
        <p:spPr>
          <a:xfrm>
            <a:off x="8620872" y="3232861"/>
            <a:ext cx="1095177" cy="219090"/>
          </a:xfrm>
          <a:prstGeom prst="rect">
            <a:avLst/>
          </a:prstGeom>
          <a:noFill/>
          <a:ln/>
        </p:spPr>
        <p:txBody>
          <a:bodyPr wrap="square" lIns="0" tIns="0" rIns="0" bIns="0" rtlCol="0" anchor="t"/>
          <a:lstStyle/>
          <a:p>
            <a:pPr algn="ctr" indent="0" marL="0">
              <a:buNone/>
            </a:pPr>
            <a:r>
              <a:rPr lang="en-US" sz="1088" b="1" spc="43" kern="0" dirty="0">
                <a:solidFill>
                  <a:srgbClr val="03934A"/>
                </a:solidFill>
                <a:latin typeface="Noto Sans TC" pitchFamily="34" charset="0"/>
                <a:ea typeface="Noto Sans TC" pitchFamily="34" charset="-122"/>
                <a:cs typeface="Noto Sans TC" pitchFamily="34" charset="-120"/>
              </a:rPr>
              <a:t> LINE 官方帳號</a:t>
            </a:r>
            <a:endParaRPr lang="en-US" sz="1088" dirty="0"/>
          </a:p>
        </p:txBody>
      </p:sp>
      <p:sp>
        <p:nvSpPr>
          <p:cNvPr id="23" name="Text 20"/>
          <p:cNvSpPr txBox="1"/>
          <p:nvPr/>
        </p:nvSpPr>
        <p:spPr>
          <a:xfrm>
            <a:off x="8374715" y="3823381"/>
            <a:ext cx="2665476" cy="257221"/>
          </a:xfrm>
          <a:prstGeom prst="rect">
            <a:avLst/>
          </a:prstGeom>
          <a:noFill/>
          <a:ln/>
        </p:spPr>
        <p:txBody>
          <a:bodyPr wrap="square" lIns="0" tIns="0" rIns="0" bIns="0" rtlCol="0" anchor="t"/>
          <a:lstStyle/>
          <a:p>
            <a:pPr algn="ctr" indent="0" marL="0">
              <a:lnSpc>
                <a:spcPts val="2066"/>
              </a:lnSpc>
              <a:buNone/>
            </a:pPr>
            <a:r>
              <a:rPr lang="en-US" sz="1275" dirty="0">
                <a:solidFill>
                  <a:srgbClr val="4A3C33"/>
                </a:solidFill>
                <a:latin typeface="Noto Sans TC" pitchFamily="34" charset="0"/>
                <a:ea typeface="Noto Sans TC" pitchFamily="34" charset="-122"/>
                <a:cs typeface="Noto Sans TC" pitchFamily="34" charset="-120"/>
              </a:rPr>
              <a:t>還沒開的人，這週內把它開起來。</a:t>
            </a:r>
            <a:endParaRPr lang="en-US" sz="1275" dirty="0"/>
          </a:p>
        </p:txBody>
      </p:sp>
      <p:sp>
        <p:nvSpPr>
          <p:cNvPr id="24" name="Text 21"/>
          <p:cNvSpPr txBox="1"/>
          <p:nvPr/>
        </p:nvSpPr>
        <p:spPr>
          <a:xfrm>
            <a:off x="3223626" y="5223876"/>
            <a:ext cx="6278088" cy="295260"/>
          </a:xfrm>
          <a:prstGeom prst="rect">
            <a:avLst/>
          </a:prstGeom>
          <a:noFill/>
          <a:ln/>
        </p:spPr>
        <p:txBody>
          <a:bodyPr wrap="square" lIns="0" tIns="0" rIns="0" bIns="0" rtlCol="0" anchor="t"/>
          <a:lstStyle/>
          <a:p>
            <a:pPr algn="ctr" indent="0" marL="0">
              <a:lnSpc>
                <a:spcPts val="2325"/>
              </a:lnSpc>
              <a:buNone/>
            </a:pPr>
            <a:r>
              <a:rPr lang="en-US" sz="1500" b="1" dirty="0">
                <a:solidFill>
                  <a:srgbClr val="4A3C33"/>
                </a:solidFill>
                <a:latin typeface="Noto Sans TC" pitchFamily="34" charset="0"/>
                <a:ea typeface="Noto Sans TC" pitchFamily="34" charset="-122"/>
                <a:cs typeface="Noto Sans TC" pitchFamily="34" charset="-120"/>
              </a:rPr>
              <a:t>回家後第一件事：</a:t>
            </a:r>
            <a:pPr algn="ctr" indent="0" marL="0">
              <a:lnSpc>
                <a:spcPts val="2325"/>
              </a:lnSpc>
              <a:buNone/>
            </a:pPr>
            <a:r>
              <a:rPr lang="en-US" sz="1500" b="1" dirty="0">
                <a:solidFill>
                  <a:srgbClr val="C05F3C"/>
                </a:solidFill>
                <a:latin typeface="Noto Sans TC" pitchFamily="34" charset="0"/>
                <a:ea typeface="Noto Sans TC" pitchFamily="34" charset="-122"/>
                <a:cs typeface="Noto Sans TC" pitchFamily="34" charset="-120"/>
              </a:rPr>
              <a:t>把 QR Code 印出來</a:t>
            </a:r>
            <a:pPr algn="ctr" indent="0" marL="0">
              <a:lnSpc>
                <a:spcPts val="2325"/>
              </a:lnSpc>
              <a:buNone/>
            </a:pPr>
            <a:r>
              <a:rPr lang="en-US" sz="1500" b="1" dirty="0">
                <a:solidFill>
                  <a:srgbClr val="4A3C33"/>
                </a:solidFill>
                <a:latin typeface="Noto Sans TC" pitchFamily="34" charset="0"/>
                <a:ea typeface="Noto Sans TC" pitchFamily="34" charset="-122"/>
                <a:cs typeface="Noto Sans TC" pitchFamily="34" charset="-120"/>
              </a:rPr>
              <a:t>，貼在你的商品包裝或攤位上。</a:t>
            </a:r>
            <a:endParaRPr lang="en-US" sz="1500" dirty="0"/>
          </a:p>
        </p:txBody>
      </p:sp>
      <p:sp>
        <p:nvSpPr>
          <p:cNvPr id="25" name="Text 22"/>
          <p:cNvSpPr txBox="1"/>
          <p:nvPr/>
        </p:nvSpPr>
        <p:spPr>
          <a:xfrm>
            <a:off x="4873386" y="5223876"/>
            <a:ext cx="1835658" cy="295260"/>
          </a:xfrm>
          <a:prstGeom prst="rect">
            <a:avLst/>
          </a:prstGeom>
          <a:noFill/>
          <a:ln/>
        </p:spPr>
        <p:txBody>
          <a:bodyPr wrap="square" lIns="0" tIns="0" rIns="0" bIns="0" rtlCol="0" anchor="t"/>
          <a:lstStyle/>
          <a:p>
            <a:pPr algn="ctr" indent="0" marL="0">
              <a:lnSpc>
                <a:spcPts val="2325"/>
              </a:lnSpc>
              <a:buNone/>
            </a:pPr>
            <a:r>
              <a:rPr lang="en-US" sz="1500" b="1" dirty="0">
                <a:solidFill>
                  <a:srgbClr val="C05F3C"/>
                </a:solidFill>
                <a:latin typeface="Noto Sans TC" pitchFamily="34" charset="0"/>
                <a:ea typeface="Noto Sans TC" pitchFamily="34" charset="-122"/>
                <a:cs typeface="Noto Sans TC" pitchFamily="34" charset="-120"/>
              </a:rPr>
              <a:t>把 QR Code 印出來</a:t>
            </a:r>
            <a:endParaRPr lang="en-US" sz="1500" dirty="0"/>
          </a:p>
        </p:txBody>
      </p:sp>
      <p:sp>
        <p:nvSpPr>
          <p:cNvPr id="26" name="Text 23"/>
          <p:cNvSpPr txBox="1"/>
          <p:nvPr/>
        </p:nvSpPr>
        <p:spPr>
          <a:xfrm>
            <a:off x="10605486" y="304770"/>
            <a:ext cx="717804" cy="209580"/>
          </a:xfrm>
          <a:prstGeom prst="rect">
            <a:avLst/>
          </a:prstGeom>
          <a:noFill/>
          <a:ln/>
        </p:spPr>
        <p:txBody>
          <a:bodyPr wrap="square" lIns="0" tIns="0" rIns="0" bIns="0" rtlCol="0" anchor="t"/>
          <a:lstStyle/>
          <a:p>
            <a:pPr algn="l" indent="0" marL="0">
              <a:buNone/>
            </a:pPr>
            <a:r>
              <a:rPr lang="en-US" sz="1013" b="1" spc="142" kern="0" dirty="0">
                <a:solidFill>
                  <a:srgbClr val="FBF7F1"/>
                </a:solidFill>
                <a:latin typeface="Noto Sans TC" pitchFamily="34" charset="0"/>
                <a:ea typeface="Noto Sans TC" pitchFamily="34" charset="-122"/>
                <a:cs typeface="Noto Sans TC" pitchFamily="34" charset="-120"/>
              </a:rPr>
              <a:t>成果確認</a:t>
            </a:r>
            <a:endParaRPr lang="en-US" sz="1013" dirty="0"/>
          </a:p>
        </p:txBody>
      </p:sp>
      <p:sp>
        <p:nvSpPr>
          <p:cNvPr id="27" name="Text 24"/>
          <p:cNvSpPr txBox="1"/>
          <p:nvPr/>
        </p:nvSpPr>
        <p:spPr>
          <a:xfrm>
            <a:off x="761970" y="6438930"/>
            <a:ext cx="1338042" cy="200071"/>
          </a:xfrm>
          <a:prstGeom prst="rect">
            <a:avLst/>
          </a:prstGeom>
          <a:noFill/>
          <a:ln/>
        </p:spPr>
        <p:txBody>
          <a:bodyPr wrap="square" lIns="0" tIns="0" rIns="0" bIns="0" rtlCol="0" anchor="t"/>
          <a:lstStyle/>
          <a:p>
            <a:pPr algn="l" indent="0" marL="0">
              <a:buNone/>
            </a:pPr>
            <a:r>
              <a:rPr lang="en-US" sz="938" b="1" spc="56" kern="0" dirty="0">
                <a:solidFill>
                  <a:srgbClr val="9C8B7C"/>
                </a:solidFill>
                <a:latin typeface="Noto Sans TC" pitchFamily="34" charset="0"/>
                <a:ea typeface="Noto Sans TC" pitchFamily="34" charset="-122"/>
                <a:cs typeface="Noto Sans TC" pitchFamily="34" charset="-120"/>
              </a:rPr>
              <a:t>PART 9 · 15:56</a:t>
            </a:r>
            <a:endParaRPr lang="en-US" sz="938" dirty="0"/>
          </a:p>
        </p:txBody>
      </p:sp>
      <p:sp>
        <p:nvSpPr>
          <p:cNvPr id="28" name="Text 25"/>
          <p:cNvSpPr txBox="1"/>
          <p:nvPr/>
        </p:nvSpPr>
        <p:spPr>
          <a:xfrm>
            <a:off x="10922599" y="6438930"/>
            <a:ext cx="562630" cy="200071"/>
          </a:xfrm>
          <a:prstGeom prst="rect">
            <a:avLst/>
          </a:prstGeom>
          <a:noFill/>
          <a:ln/>
        </p:spPr>
        <p:txBody>
          <a:bodyPr wrap="square" lIns="0" tIns="0" rIns="0" bIns="0" rtlCol="0" anchor="t"/>
          <a:lstStyle/>
          <a:p>
            <a:pPr algn="l" indent="0" marL="0">
              <a:buNone/>
            </a:pPr>
            <a:r>
              <a:rPr lang="en-US" sz="938" b="1" spc="56" kern="0" dirty="0">
                <a:solidFill>
                  <a:srgbClr val="9C8B7C"/>
                </a:solidFill>
                <a:latin typeface="Noto Sans TC" pitchFamily="34" charset="0"/>
                <a:ea typeface="Noto Sans TC" pitchFamily="34" charset="-122"/>
                <a:cs typeface="Noto Sans TC" pitchFamily="34" charset="-120"/>
              </a:rPr>
              <a:t>72 / 75</a:t>
            </a:r>
            <a:endParaRPr lang="en-US" sz="938"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BF7F1"/>
        </a:solidFill>
      </p:bgPr>
    </p:bg>
    <p:spTree>
      <p:nvGrpSpPr>
        <p:cNvPr id="1" name=""/>
        <p:cNvGrpSpPr/>
        <p:nvPr/>
      </p:nvGrpSpPr>
      <p:grpSpPr>
        <a:xfrm>
          <a:off x="0" y="0"/>
          <a:ext cx="0" cy="0"/>
          <a:chOff x="0" y="0"/>
          <a:chExt cx="0" cy="0"/>
        </a:xfrm>
      </p:grpSpPr>
      <p:pic>
        <p:nvPicPr>
          <p:cNvPr id="2" name="Image 0" descr="/home/user/gogoeveryday/social-course/export-pptx/build/bg/73.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702808" y="1067562"/>
            <a:ext cx="2090136" cy="219090"/>
          </a:xfrm>
          <a:prstGeom prst="rect">
            <a:avLst/>
          </a:prstGeom>
          <a:noFill/>
          <a:ln/>
        </p:spPr>
        <p:txBody>
          <a:bodyPr wrap="square" lIns="0" tIns="0" rIns="0" bIns="0" rtlCol="0" anchor="t"/>
          <a:lstStyle/>
          <a:p>
            <a:pPr algn="ctr" indent="0" marL="0">
              <a:buNone/>
            </a:pPr>
            <a:r>
              <a:rPr lang="en-US" sz="1125" b="1" spc="225" kern="0" dirty="0">
                <a:solidFill>
                  <a:srgbClr val="C05F3C"/>
                </a:solidFill>
                <a:latin typeface="Noto Sans TC" pitchFamily="34" charset="0"/>
                <a:ea typeface="Noto Sans TC" pitchFamily="34" charset="-122"/>
                <a:cs typeface="Noto Sans TC" pitchFamily="34" charset="-120"/>
              </a:rPr>
              <a:t>今天不是要記住所有按鈕</a:t>
            </a:r>
            <a:endParaRPr lang="en-US" sz="1125" dirty="0"/>
          </a:p>
        </p:txBody>
      </p:sp>
      <p:sp>
        <p:nvSpPr>
          <p:cNvPr id="4" name="Text 1"/>
          <p:cNvSpPr txBox="1"/>
          <p:nvPr/>
        </p:nvSpPr>
        <p:spPr>
          <a:xfrm>
            <a:off x="4551243" y="1372332"/>
            <a:ext cx="3098810" cy="542971"/>
          </a:xfrm>
          <a:prstGeom prst="rect">
            <a:avLst/>
          </a:prstGeom>
          <a:noFill/>
          <a:ln/>
        </p:spPr>
        <p:txBody>
          <a:bodyPr wrap="square" lIns="0" tIns="0" rIns="0" bIns="0" rtlCol="0" anchor="t"/>
          <a:lstStyle/>
          <a:p>
            <a:pPr algn="ctr" indent="0" marL="0">
              <a:lnSpc>
                <a:spcPts val="3477"/>
              </a:lnSpc>
              <a:buNone/>
            </a:pPr>
            <a:r>
              <a:rPr lang="en-US" sz="2850" b="1" spc="-57" kern="0" dirty="0">
                <a:solidFill>
                  <a:srgbClr val="241C17"/>
                </a:solidFill>
                <a:latin typeface="Noto Sans TC" pitchFamily="34" charset="0"/>
                <a:ea typeface="Noto Sans TC" pitchFamily="34" charset="-122"/>
                <a:cs typeface="Noto Sans TC" pitchFamily="34" charset="-120"/>
              </a:rPr>
              <a:t>只要記住這五件事</a:t>
            </a:r>
            <a:endParaRPr lang="en-US" sz="2850" dirty="0"/>
          </a:p>
        </p:txBody>
      </p:sp>
      <p:sp>
        <p:nvSpPr>
          <p:cNvPr id="5" name="Text 2"/>
          <p:cNvSpPr txBox="1"/>
          <p:nvPr/>
        </p:nvSpPr>
        <p:spPr>
          <a:xfrm>
            <a:off x="1683868" y="2533071"/>
            <a:ext cx="238293" cy="276240"/>
          </a:xfrm>
          <a:prstGeom prst="rect">
            <a:avLst/>
          </a:prstGeom>
          <a:noFill/>
          <a:ln/>
        </p:spPr>
        <p:txBody>
          <a:bodyPr wrap="square" lIns="0" tIns="0" rIns="0" bIns="0" rtlCol="0" anchor="t"/>
          <a:lstStyle/>
          <a:p>
            <a:pPr algn="ctr" indent="0" marL="0">
              <a:buNone/>
            </a:pPr>
            <a:r>
              <a:rPr lang="en-US" sz="1425" b="1" dirty="0">
                <a:solidFill>
                  <a:srgbClr val="FFFFFF"/>
                </a:solidFill>
                <a:latin typeface="Noto Sans TC" pitchFamily="34" charset="0"/>
                <a:ea typeface="Noto Sans TC" pitchFamily="34" charset="-122"/>
                <a:cs typeface="Noto Sans TC" pitchFamily="34" charset="-120"/>
              </a:rPr>
              <a:t>1</a:t>
            </a:r>
            <a:endParaRPr lang="en-US" sz="1425" dirty="0"/>
          </a:p>
        </p:txBody>
      </p:sp>
      <p:sp>
        <p:nvSpPr>
          <p:cNvPr id="6" name="Text 3"/>
          <p:cNvSpPr txBox="1"/>
          <p:nvPr/>
        </p:nvSpPr>
        <p:spPr>
          <a:xfrm>
            <a:off x="1157905" y="2966405"/>
            <a:ext cx="1290493" cy="295260"/>
          </a:xfrm>
          <a:prstGeom prst="rect">
            <a:avLst/>
          </a:prstGeom>
          <a:noFill/>
          <a:ln/>
        </p:spPr>
        <p:txBody>
          <a:bodyPr wrap="square" lIns="0" tIns="0" rIns="0" bIns="0" rtlCol="0" anchor="t"/>
          <a:lstStyle/>
          <a:p>
            <a:pPr algn="ctr" indent="0" marL="0">
              <a:lnSpc>
                <a:spcPts val="2025"/>
              </a:lnSpc>
              <a:buNone/>
            </a:pPr>
            <a:r>
              <a:rPr lang="en-US" sz="1500" b="1" spc="-15" kern="0" dirty="0">
                <a:solidFill>
                  <a:srgbClr val="241C17"/>
                </a:solidFill>
                <a:latin typeface="Noto Sans TC" pitchFamily="34" charset="0"/>
                <a:ea typeface="Noto Sans TC" pitchFamily="34" charset="-122"/>
                <a:cs typeface="Noto Sans TC" pitchFamily="34" charset="-120"/>
              </a:rPr>
              <a:t>知道客人在哪</a:t>
            </a:r>
            <a:endParaRPr lang="en-US" sz="1500" dirty="0"/>
          </a:p>
        </p:txBody>
      </p:sp>
      <p:sp>
        <p:nvSpPr>
          <p:cNvPr id="7" name="Text 4"/>
          <p:cNvSpPr txBox="1"/>
          <p:nvPr/>
        </p:nvSpPr>
        <p:spPr>
          <a:xfrm>
            <a:off x="952348" y="3318906"/>
            <a:ext cx="1701241" cy="219090"/>
          </a:xfrm>
          <a:prstGeom prst="rect">
            <a:avLst/>
          </a:prstGeom>
          <a:noFill/>
          <a:ln/>
        </p:spPr>
        <p:txBody>
          <a:bodyPr wrap="square" lIns="0" tIns="0" rIns="0" bIns="0" rtlCol="0" anchor="t"/>
          <a:lstStyle/>
          <a:p>
            <a:pPr algn="ctr" indent="0" marL="0">
              <a:lnSpc>
                <a:spcPts val="1762"/>
              </a:lnSpc>
              <a:buNone/>
            </a:pPr>
            <a:r>
              <a:rPr lang="en-US" sz="1088" dirty="0">
                <a:solidFill>
                  <a:srgbClr val="4A3C33"/>
                </a:solidFill>
                <a:latin typeface="Noto Sans TC" pitchFamily="34" charset="0"/>
                <a:ea typeface="Noto Sans TC" pitchFamily="34" charset="-122"/>
                <a:cs typeface="Noto Sans TC" pitchFamily="34" charset="-120"/>
              </a:rPr>
              <a:t>年紀、地區、平常滑什麼</a:t>
            </a:r>
            <a:endParaRPr lang="en-US" sz="1088" dirty="0"/>
          </a:p>
        </p:txBody>
      </p:sp>
      <p:sp>
        <p:nvSpPr>
          <p:cNvPr id="8" name="Text 5"/>
          <p:cNvSpPr txBox="1"/>
          <p:nvPr/>
        </p:nvSpPr>
        <p:spPr>
          <a:xfrm>
            <a:off x="3832708" y="2533071"/>
            <a:ext cx="238293" cy="276240"/>
          </a:xfrm>
          <a:prstGeom prst="rect">
            <a:avLst/>
          </a:prstGeom>
          <a:noFill/>
          <a:ln/>
        </p:spPr>
        <p:txBody>
          <a:bodyPr wrap="square" lIns="0" tIns="0" rIns="0" bIns="0" rtlCol="0" anchor="t"/>
          <a:lstStyle/>
          <a:p>
            <a:pPr algn="ctr" indent="0" marL="0">
              <a:buNone/>
            </a:pPr>
            <a:r>
              <a:rPr lang="en-US" sz="1425" b="1" dirty="0">
                <a:solidFill>
                  <a:srgbClr val="FFFFFF"/>
                </a:solidFill>
                <a:latin typeface="Noto Sans TC" pitchFamily="34" charset="0"/>
                <a:ea typeface="Noto Sans TC" pitchFamily="34" charset="-122"/>
                <a:cs typeface="Noto Sans TC" pitchFamily="34" charset="-120"/>
              </a:rPr>
              <a:t>2</a:t>
            </a:r>
            <a:endParaRPr lang="en-US" sz="1425" dirty="0"/>
          </a:p>
        </p:txBody>
      </p:sp>
      <p:sp>
        <p:nvSpPr>
          <p:cNvPr id="9" name="Text 6"/>
          <p:cNvSpPr txBox="1"/>
          <p:nvPr/>
        </p:nvSpPr>
        <p:spPr>
          <a:xfrm>
            <a:off x="3506450" y="2966405"/>
            <a:ext cx="890534" cy="295260"/>
          </a:xfrm>
          <a:prstGeom prst="rect">
            <a:avLst/>
          </a:prstGeom>
          <a:noFill/>
          <a:ln/>
        </p:spPr>
        <p:txBody>
          <a:bodyPr wrap="square" lIns="0" tIns="0" rIns="0" bIns="0" rtlCol="0" anchor="t"/>
          <a:lstStyle/>
          <a:p>
            <a:pPr algn="ctr" indent="0" marL="0">
              <a:lnSpc>
                <a:spcPts val="2025"/>
              </a:lnSpc>
              <a:buNone/>
            </a:pPr>
            <a:r>
              <a:rPr lang="en-US" sz="1500" b="1" spc="-15" kern="0" dirty="0">
                <a:solidFill>
                  <a:srgbClr val="241C17"/>
                </a:solidFill>
                <a:latin typeface="Noto Sans TC" pitchFamily="34" charset="0"/>
                <a:ea typeface="Noto Sans TC" pitchFamily="34" charset="-122"/>
                <a:cs typeface="Noto Sans TC" pitchFamily="34" charset="-120"/>
              </a:rPr>
              <a:t>選對平台</a:t>
            </a:r>
            <a:endParaRPr lang="en-US" sz="1500" dirty="0"/>
          </a:p>
        </p:txBody>
      </p:sp>
      <p:sp>
        <p:nvSpPr>
          <p:cNvPr id="10" name="Text 7"/>
          <p:cNvSpPr txBox="1"/>
          <p:nvPr/>
        </p:nvSpPr>
        <p:spPr>
          <a:xfrm>
            <a:off x="3214848" y="3318906"/>
            <a:ext cx="1474013" cy="219090"/>
          </a:xfrm>
          <a:prstGeom prst="rect">
            <a:avLst/>
          </a:prstGeom>
          <a:noFill/>
          <a:ln/>
        </p:spPr>
        <p:txBody>
          <a:bodyPr wrap="square" lIns="0" tIns="0" rIns="0" bIns="0" rtlCol="0" anchor="t"/>
          <a:lstStyle/>
          <a:p>
            <a:pPr algn="ctr" indent="0" marL="0">
              <a:lnSpc>
                <a:spcPts val="1762"/>
              </a:lnSpc>
              <a:buNone/>
            </a:pPr>
            <a:r>
              <a:rPr lang="en-US" sz="1088" dirty="0">
                <a:solidFill>
                  <a:srgbClr val="4A3C33"/>
                </a:solidFill>
                <a:latin typeface="Noto Sans TC" pitchFamily="34" charset="0"/>
                <a:ea typeface="Noto Sans TC" pitchFamily="34" charset="-122"/>
                <a:cs typeface="Noto Sans TC" pitchFamily="34" charset="-120"/>
              </a:rPr>
              <a:t>一個曝光 ＋ 一個聯絡</a:t>
            </a:r>
            <a:endParaRPr lang="en-US" sz="1088" dirty="0"/>
          </a:p>
        </p:txBody>
      </p:sp>
      <p:sp>
        <p:nvSpPr>
          <p:cNvPr id="11" name="Text 8"/>
          <p:cNvSpPr txBox="1"/>
          <p:nvPr/>
        </p:nvSpPr>
        <p:spPr>
          <a:xfrm>
            <a:off x="5981456" y="2533071"/>
            <a:ext cx="238293" cy="276240"/>
          </a:xfrm>
          <a:prstGeom prst="rect">
            <a:avLst/>
          </a:prstGeom>
          <a:noFill/>
          <a:ln/>
        </p:spPr>
        <p:txBody>
          <a:bodyPr wrap="square" lIns="0" tIns="0" rIns="0" bIns="0" rtlCol="0" anchor="t"/>
          <a:lstStyle/>
          <a:p>
            <a:pPr algn="ctr" indent="0" marL="0">
              <a:buNone/>
            </a:pPr>
            <a:r>
              <a:rPr lang="en-US" sz="1425" b="1" dirty="0">
                <a:solidFill>
                  <a:srgbClr val="FFFFFF"/>
                </a:solidFill>
                <a:latin typeface="Noto Sans TC" pitchFamily="34" charset="0"/>
                <a:ea typeface="Noto Sans TC" pitchFamily="34" charset="-122"/>
                <a:cs typeface="Noto Sans TC" pitchFamily="34" charset="-120"/>
              </a:rPr>
              <a:t>3</a:t>
            </a:r>
            <a:endParaRPr lang="en-US" sz="1425" dirty="0"/>
          </a:p>
        </p:txBody>
      </p:sp>
      <p:sp>
        <p:nvSpPr>
          <p:cNvPr id="12" name="Text 9"/>
          <p:cNvSpPr txBox="1"/>
          <p:nvPr/>
        </p:nvSpPr>
        <p:spPr>
          <a:xfrm>
            <a:off x="5455402" y="2966405"/>
            <a:ext cx="1290493" cy="295260"/>
          </a:xfrm>
          <a:prstGeom prst="rect">
            <a:avLst/>
          </a:prstGeom>
          <a:noFill/>
          <a:ln/>
        </p:spPr>
        <p:txBody>
          <a:bodyPr wrap="square" lIns="0" tIns="0" rIns="0" bIns="0" rtlCol="0" anchor="t"/>
          <a:lstStyle/>
          <a:p>
            <a:pPr algn="ctr" indent="0" marL="0">
              <a:lnSpc>
                <a:spcPts val="2025"/>
              </a:lnSpc>
              <a:buNone/>
            </a:pPr>
            <a:r>
              <a:rPr lang="en-US" sz="1500" b="1" spc="-15" kern="0" dirty="0">
                <a:solidFill>
                  <a:srgbClr val="241C17"/>
                </a:solidFill>
                <a:latin typeface="Noto Sans TC" pitchFamily="34" charset="0"/>
                <a:ea typeface="Noto Sans TC" pitchFamily="34" charset="-122"/>
                <a:cs typeface="Noto Sans TC" pitchFamily="34" charset="-120"/>
              </a:rPr>
              <a:t>讓內容值得看</a:t>
            </a:r>
            <a:endParaRPr lang="en-US" sz="1500" dirty="0"/>
          </a:p>
        </p:txBody>
      </p:sp>
      <p:sp>
        <p:nvSpPr>
          <p:cNvPr id="13" name="Text 10"/>
          <p:cNvSpPr txBox="1"/>
          <p:nvPr/>
        </p:nvSpPr>
        <p:spPr>
          <a:xfrm>
            <a:off x="5542818" y="3318906"/>
            <a:ext cx="1115659" cy="219090"/>
          </a:xfrm>
          <a:prstGeom prst="rect">
            <a:avLst/>
          </a:prstGeom>
          <a:noFill/>
          <a:ln/>
        </p:spPr>
        <p:txBody>
          <a:bodyPr wrap="square" lIns="0" tIns="0" rIns="0" bIns="0" rtlCol="0" anchor="t"/>
          <a:lstStyle/>
          <a:p>
            <a:pPr algn="ctr" indent="0" marL="0">
              <a:lnSpc>
                <a:spcPts val="1762"/>
              </a:lnSpc>
              <a:buNone/>
            </a:pPr>
            <a:r>
              <a:rPr lang="en-US" sz="1088" dirty="0">
                <a:solidFill>
                  <a:srgbClr val="4A3C33"/>
                </a:solidFill>
                <a:latin typeface="Noto Sans TC" pitchFamily="34" charset="0"/>
                <a:ea typeface="Noto Sans TC" pitchFamily="34" charset="-122"/>
                <a:cs typeface="Noto Sans TC" pitchFamily="34" charset="-120"/>
              </a:rPr>
              <a:t>四類內容輪流發</a:t>
            </a:r>
            <a:endParaRPr lang="en-US" sz="1088" dirty="0"/>
          </a:p>
        </p:txBody>
      </p:sp>
      <p:sp>
        <p:nvSpPr>
          <p:cNvPr id="14" name="Text 11"/>
          <p:cNvSpPr txBox="1"/>
          <p:nvPr/>
        </p:nvSpPr>
        <p:spPr>
          <a:xfrm>
            <a:off x="8130388" y="2533071"/>
            <a:ext cx="238293" cy="276240"/>
          </a:xfrm>
          <a:prstGeom prst="rect">
            <a:avLst/>
          </a:prstGeom>
          <a:noFill/>
          <a:ln/>
        </p:spPr>
        <p:txBody>
          <a:bodyPr wrap="square" lIns="0" tIns="0" rIns="0" bIns="0" rtlCol="0" anchor="t"/>
          <a:lstStyle/>
          <a:p>
            <a:pPr algn="ctr" indent="0" marL="0">
              <a:buNone/>
            </a:pPr>
            <a:r>
              <a:rPr lang="en-US" sz="1425" b="1" dirty="0">
                <a:solidFill>
                  <a:srgbClr val="FFFFFF"/>
                </a:solidFill>
                <a:latin typeface="Noto Sans TC" pitchFamily="34" charset="0"/>
                <a:ea typeface="Noto Sans TC" pitchFamily="34" charset="-122"/>
                <a:cs typeface="Noto Sans TC" pitchFamily="34" charset="-120"/>
              </a:rPr>
              <a:t>4</a:t>
            </a:r>
            <a:endParaRPr lang="en-US" sz="1425" dirty="0"/>
          </a:p>
        </p:txBody>
      </p:sp>
      <p:sp>
        <p:nvSpPr>
          <p:cNvPr id="15" name="Text 12"/>
          <p:cNvSpPr txBox="1"/>
          <p:nvPr/>
        </p:nvSpPr>
        <p:spPr>
          <a:xfrm>
            <a:off x="7604333" y="2966405"/>
            <a:ext cx="1290493" cy="295260"/>
          </a:xfrm>
          <a:prstGeom prst="rect">
            <a:avLst/>
          </a:prstGeom>
          <a:noFill/>
          <a:ln/>
        </p:spPr>
        <p:txBody>
          <a:bodyPr wrap="square" lIns="0" tIns="0" rIns="0" bIns="0" rtlCol="0" anchor="t"/>
          <a:lstStyle/>
          <a:p>
            <a:pPr algn="ctr" indent="0" marL="0">
              <a:lnSpc>
                <a:spcPts val="2025"/>
              </a:lnSpc>
              <a:buNone/>
            </a:pPr>
            <a:r>
              <a:rPr lang="en-US" sz="1500" b="1" spc="-15" kern="0" dirty="0">
                <a:solidFill>
                  <a:srgbClr val="241C17"/>
                </a:solidFill>
                <a:latin typeface="Noto Sans TC" pitchFamily="34" charset="0"/>
                <a:ea typeface="Noto Sans TC" pitchFamily="34" charset="-122"/>
                <a:cs typeface="Noto Sans TC" pitchFamily="34" charset="-120"/>
              </a:rPr>
              <a:t>學會基本操作</a:t>
            </a:r>
            <a:endParaRPr lang="en-US" sz="1500" dirty="0"/>
          </a:p>
        </p:txBody>
      </p:sp>
      <p:sp>
        <p:nvSpPr>
          <p:cNvPr id="16" name="Text 13"/>
          <p:cNvSpPr txBox="1"/>
          <p:nvPr/>
        </p:nvSpPr>
        <p:spPr>
          <a:xfrm>
            <a:off x="7472111" y="3318906"/>
            <a:ext cx="1554937" cy="219090"/>
          </a:xfrm>
          <a:prstGeom prst="rect">
            <a:avLst/>
          </a:prstGeom>
          <a:noFill/>
          <a:ln/>
        </p:spPr>
        <p:txBody>
          <a:bodyPr wrap="square" lIns="0" tIns="0" rIns="0" bIns="0" rtlCol="0" anchor="t"/>
          <a:lstStyle/>
          <a:p>
            <a:pPr algn="ctr" indent="0" marL="0">
              <a:lnSpc>
                <a:spcPts val="1762"/>
              </a:lnSpc>
              <a:buNone/>
            </a:pPr>
            <a:r>
              <a:rPr lang="en-US" sz="1088" dirty="0">
                <a:solidFill>
                  <a:srgbClr val="4A3C33"/>
                </a:solidFill>
                <a:latin typeface="Noto Sans TC" pitchFamily="34" charset="0"/>
                <a:ea typeface="Noto Sans TC" pitchFamily="34" charset="-122"/>
                <a:cs typeface="Noto Sans TC" pitchFamily="34" charset="-120"/>
              </a:rPr>
              <a:t>會發、會改、會回留言</a:t>
            </a:r>
            <a:endParaRPr lang="en-US" sz="1088" dirty="0"/>
          </a:p>
        </p:txBody>
      </p:sp>
      <p:sp>
        <p:nvSpPr>
          <p:cNvPr id="17" name="Text 14"/>
          <p:cNvSpPr txBox="1"/>
          <p:nvPr/>
        </p:nvSpPr>
        <p:spPr>
          <a:xfrm>
            <a:off x="10279136" y="2533071"/>
            <a:ext cx="238293" cy="276240"/>
          </a:xfrm>
          <a:prstGeom prst="rect">
            <a:avLst/>
          </a:prstGeom>
          <a:noFill/>
          <a:ln/>
        </p:spPr>
        <p:txBody>
          <a:bodyPr wrap="square" lIns="0" tIns="0" rIns="0" bIns="0" rtlCol="0" anchor="t"/>
          <a:lstStyle/>
          <a:p>
            <a:pPr algn="ctr" indent="0" marL="0">
              <a:buNone/>
            </a:pPr>
            <a:r>
              <a:rPr lang="en-US" sz="1425" b="1" dirty="0">
                <a:solidFill>
                  <a:srgbClr val="FFFFFF"/>
                </a:solidFill>
                <a:latin typeface="Noto Sans TC" pitchFamily="34" charset="0"/>
                <a:ea typeface="Noto Sans TC" pitchFamily="34" charset="-122"/>
                <a:cs typeface="Noto Sans TC" pitchFamily="34" charset="-120"/>
              </a:rPr>
              <a:t>5</a:t>
            </a:r>
            <a:endParaRPr lang="en-US" sz="1425" dirty="0"/>
          </a:p>
        </p:txBody>
      </p:sp>
      <p:sp>
        <p:nvSpPr>
          <p:cNvPr id="18" name="Text 15"/>
          <p:cNvSpPr txBox="1"/>
          <p:nvPr/>
        </p:nvSpPr>
        <p:spPr>
          <a:xfrm>
            <a:off x="9953061" y="2966405"/>
            <a:ext cx="890534" cy="295260"/>
          </a:xfrm>
          <a:prstGeom prst="rect">
            <a:avLst/>
          </a:prstGeom>
          <a:noFill/>
          <a:ln/>
        </p:spPr>
        <p:txBody>
          <a:bodyPr wrap="square" lIns="0" tIns="0" rIns="0" bIns="0" rtlCol="0" anchor="t"/>
          <a:lstStyle/>
          <a:p>
            <a:pPr algn="ctr" indent="0" marL="0">
              <a:lnSpc>
                <a:spcPts val="2025"/>
              </a:lnSpc>
              <a:buNone/>
            </a:pPr>
            <a:r>
              <a:rPr lang="en-US" sz="1500" b="1" spc="-15" kern="0" dirty="0">
                <a:solidFill>
                  <a:srgbClr val="241C17"/>
                </a:solidFill>
                <a:latin typeface="Noto Sans TC" pitchFamily="34" charset="0"/>
                <a:ea typeface="Noto Sans TC" pitchFamily="34" charset="-122"/>
                <a:cs typeface="Noto Sans TC" pitchFamily="34" charset="-120"/>
              </a:rPr>
              <a:t>持續出現</a:t>
            </a:r>
            <a:endParaRPr lang="en-US" sz="1500" dirty="0"/>
          </a:p>
        </p:txBody>
      </p:sp>
      <p:sp>
        <p:nvSpPr>
          <p:cNvPr id="19" name="Text 16"/>
          <p:cNvSpPr txBox="1"/>
          <p:nvPr/>
        </p:nvSpPr>
        <p:spPr>
          <a:xfrm>
            <a:off x="9840498" y="3318906"/>
            <a:ext cx="1115659" cy="219090"/>
          </a:xfrm>
          <a:prstGeom prst="rect">
            <a:avLst/>
          </a:prstGeom>
          <a:noFill/>
          <a:ln/>
        </p:spPr>
        <p:txBody>
          <a:bodyPr wrap="square" lIns="0" tIns="0" rIns="0" bIns="0" rtlCol="0" anchor="t"/>
          <a:lstStyle/>
          <a:p>
            <a:pPr algn="ctr" indent="0" marL="0">
              <a:lnSpc>
                <a:spcPts val="1762"/>
              </a:lnSpc>
              <a:buNone/>
            </a:pPr>
            <a:r>
              <a:rPr lang="en-US" sz="1088" dirty="0">
                <a:solidFill>
                  <a:srgbClr val="4A3C33"/>
                </a:solidFill>
                <a:latin typeface="Noto Sans TC" pitchFamily="34" charset="0"/>
                <a:ea typeface="Noto Sans TC" pitchFamily="34" charset="-122"/>
                <a:cs typeface="Noto Sans TC" pitchFamily="34" charset="-120"/>
              </a:rPr>
              <a:t>固定比完美重要</a:t>
            </a:r>
            <a:endParaRPr lang="en-US" sz="1088" dirty="0"/>
          </a:p>
        </p:txBody>
      </p:sp>
      <p:sp>
        <p:nvSpPr>
          <p:cNvPr id="20" name="Text 17"/>
          <p:cNvSpPr txBox="1"/>
          <p:nvPr/>
        </p:nvSpPr>
        <p:spPr>
          <a:xfrm>
            <a:off x="1514521" y="4270614"/>
            <a:ext cx="1327709" cy="257221"/>
          </a:xfrm>
          <a:prstGeom prst="rect">
            <a:avLst/>
          </a:prstGeom>
          <a:noFill/>
          <a:ln/>
        </p:spPr>
        <p:txBody>
          <a:bodyPr wrap="square" lIns="0" tIns="0" rIns="0" bIns="0" rtlCol="0" anchor="t"/>
          <a:lstStyle/>
          <a:p>
            <a:pPr algn="l" indent="0" marL="0">
              <a:lnSpc>
                <a:spcPts val="2034"/>
              </a:lnSpc>
              <a:buNone/>
            </a:pPr>
            <a:r>
              <a:rPr lang="en-US" sz="1313" b="1" dirty="0">
                <a:solidFill>
                  <a:srgbClr val="4A3C33"/>
                </a:solidFill>
                <a:latin typeface="Noto Sans TC" pitchFamily="34" charset="0"/>
                <a:ea typeface="Noto Sans TC" pitchFamily="34" charset="-122"/>
                <a:cs typeface="Noto Sans TC" pitchFamily="34" charset="-120"/>
              </a:rPr>
              <a:t>引流讓人</a:t>
            </a:r>
            <a:pPr algn="l" indent="0" marL="0">
              <a:lnSpc>
                <a:spcPts val="2034"/>
              </a:lnSpc>
              <a:buNone/>
            </a:pPr>
            <a:r>
              <a:rPr lang="en-US" sz="1313" b="1" dirty="0">
                <a:solidFill>
                  <a:srgbClr val="4A3C33"/>
                </a:solidFill>
                <a:latin typeface="Noto Sans TC" pitchFamily="34" charset="0"/>
                <a:ea typeface="Noto Sans TC" pitchFamily="34" charset="-122"/>
                <a:cs typeface="Noto Sans TC" pitchFamily="34" charset="-120"/>
              </a:rPr>
              <a:t>看見</a:t>
            </a:r>
            <a:pPr algn="l" indent="0" marL="0">
              <a:lnSpc>
                <a:spcPts val="2034"/>
              </a:lnSpc>
              <a:buNone/>
            </a:pPr>
            <a:r>
              <a:rPr lang="en-US" sz="1313" b="1" dirty="0">
                <a:solidFill>
                  <a:srgbClr val="4A3C33"/>
                </a:solidFill>
                <a:latin typeface="Noto Sans TC" pitchFamily="34" charset="0"/>
                <a:ea typeface="Noto Sans TC" pitchFamily="34" charset="-122"/>
                <a:cs typeface="Noto Sans TC" pitchFamily="34" charset="-120"/>
              </a:rPr>
              <a:t>你</a:t>
            </a:r>
            <a:endParaRPr lang="en-US" sz="1313" dirty="0"/>
          </a:p>
        </p:txBody>
      </p:sp>
      <p:sp>
        <p:nvSpPr>
          <p:cNvPr id="21" name="Text 18"/>
          <p:cNvSpPr txBox="1"/>
          <p:nvPr/>
        </p:nvSpPr>
        <p:spPr>
          <a:xfrm>
            <a:off x="2181210" y="4270614"/>
            <a:ext cx="464790" cy="257221"/>
          </a:xfrm>
          <a:prstGeom prst="rect">
            <a:avLst/>
          </a:prstGeom>
          <a:noFill/>
          <a:ln/>
        </p:spPr>
        <p:txBody>
          <a:bodyPr wrap="square" lIns="0" tIns="0" rIns="0" bIns="0" rtlCol="0" anchor="t"/>
          <a:lstStyle/>
          <a:p>
            <a:pPr algn="l" indent="0" marL="0">
              <a:lnSpc>
                <a:spcPts val="2034"/>
              </a:lnSpc>
              <a:buNone/>
            </a:pPr>
            <a:r>
              <a:rPr lang="en-US" sz="1313" b="1" dirty="0">
                <a:solidFill>
                  <a:srgbClr val="4A3C33"/>
                </a:solidFill>
                <a:latin typeface="Noto Sans TC" pitchFamily="34" charset="0"/>
                <a:ea typeface="Noto Sans TC" pitchFamily="34" charset="-122"/>
                <a:cs typeface="Noto Sans TC" pitchFamily="34" charset="-120"/>
              </a:rPr>
              <a:t>看見</a:t>
            </a:r>
            <a:endParaRPr lang="en-US" sz="1313" dirty="0"/>
          </a:p>
        </p:txBody>
      </p:sp>
      <p:sp>
        <p:nvSpPr>
          <p:cNvPr id="22" name="Text 19"/>
          <p:cNvSpPr txBox="1"/>
          <p:nvPr/>
        </p:nvSpPr>
        <p:spPr>
          <a:xfrm>
            <a:off x="6934170" y="4270614"/>
            <a:ext cx="1504371" cy="257221"/>
          </a:xfrm>
          <a:prstGeom prst="rect">
            <a:avLst/>
          </a:prstGeom>
          <a:noFill/>
          <a:ln/>
        </p:spPr>
        <p:txBody>
          <a:bodyPr wrap="square" lIns="0" tIns="0" rIns="0" bIns="0" rtlCol="0" anchor="t"/>
          <a:lstStyle/>
          <a:p>
            <a:pPr algn="l" indent="0" marL="0">
              <a:lnSpc>
                <a:spcPts val="2034"/>
              </a:lnSpc>
              <a:buNone/>
            </a:pPr>
            <a:r>
              <a:rPr lang="en-US" sz="1313" b="1" dirty="0">
                <a:solidFill>
                  <a:srgbClr val="4A3C33"/>
                </a:solidFill>
                <a:latin typeface="Noto Sans TC" pitchFamily="34" charset="0"/>
                <a:ea typeface="Noto Sans TC" pitchFamily="34" charset="-122"/>
                <a:cs typeface="Noto Sans TC" pitchFamily="34" charset="-120"/>
              </a:rPr>
              <a:t>好內容讓人</a:t>
            </a:r>
            <a:pPr algn="l" indent="0" marL="0">
              <a:lnSpc>
                <a:spcPts val="2034"/>
              </a:lnSpc>
              <a:buNone/>
            </a:pPr>
            <a:r>
              <a:rPr lang="en-US" sz="1313" b="1" dirty="0">
                <a:solidFill>
                  <a:srgbClr val="4A3C33"/>
                </a:solidFill>
                <a:latin typeface="Noto Sans TC" pitchFamily="34" charset="0"/>
                <a:ea typeface="Noto Sans TC" pitchFamily="34" charset="-122"/>
                <a:cs typeface="Noto Sans TC" pitchFamily="34" charset="-120"/>
              </a:rPr>
              <a:t>喜歡</a:t>
            </a:r>
            <a:pPr algn="l" indent="0" marL="0">
              <a:lnSpc>
                <a:spcPts val="2034"/>
              </a:lnSpc>
              <a:buNone/>
            </a:pPr>
            <a:r>
              <a:rPr lang="en-US" sz="1313" b="1" dirty="0">
                <a:solidFill>
                  <a:srgbClr val="4A3C33"/>
                </a:solidFill>
                <a:latin typeface="Noto Sans TC" pitchFamily="34" charset="0"/>
                <a:ea typeface="Noto Sans TC" pitchFamily="34" charset="-122"/>
                <a:cs typeface="Noto Sans TC" pitchFamily="34" charset="-120"/>
              </a:rPr>
              <a:t>你</a:t>
            </a:r>
            <a:endParaRPr lang="en-US" sz="1313" dirty="0"/>
          </a:p>
        </p:txBody>
      </p:sp>
      <p:sp>
        <p:nvSpPr>
          <p:cNvPr id="23" name="Text 20"/>
          <p:cNvSpPr txBox="1"/>
          <p:nvPr/>
        </p:nvSpPr>
        <p:spPr>
          <a:xfrm>
            <a:off x="7767645" y="4270614"/>
            <a:ext cx="464790" cy="257221"/>
          </a:xfrm>
          <a:prstGeom prst="rect">
            <a:avLst/>
          </a:prstGeom>
          <a:noFill/>
          <a:ln/>
        </p:spPr>
        <p:txBody>
          <a:bodyPr wrap="square" lIns="0" tIns="0" rIns="0" bIns="0" rtlCol="0" anchor="t"/>
          <a:lstStyle/>
          <a:p>
            <a:pPr algn="l" indent="0" marL="0">
              <a:lnSpc>
                <a:spcPts val="2034"/>
              </a:lnSpc>
              <a:buNone/>
            </a:pPr>
            <a:r>
              <a:rPr lang="en-US" sz="1313" b="1" dirty="0">
                <a:solidFill>
                  <a:srgbClr val="4A3C33"/>
                </a:solidFill>
                <a:latin typeface="Noto Sans TC" pitchFamily="34" charset="0"/>
                <a:ea typeface="Noto Sans TC" pitchFamily="34" charset="-122"/>
                <a:cs typeface="Noto Sans TC" pitchFamily="34" charset="-120"/>
              </a:rPr>
              <a:t>喜歡</a:t>
            </a:r>
            <a:endParaRPr lang="en-US" sz="1313" dirty="0"/>
          </a:p>
        </p:txBody>
      </p:sp>
      <p:sp>
        <p:nvSpPr>
          <p:cNvPr id="24" name="Text 21"/>
          <p:cNvSpPr txBox="1"/>
          <p:nvPr/>
        </p:nvSpPr>
        <p:spPr>
          <a:xfrm>
            <a:off x="1514521" y="5185014"/>
            <a:ext cx="1681124" cy="257221"/>
          </a:xfrm>
          <a:prstGeom prst="rect">
            <a:avLst/>
          </a:prstGeom>
          <a:noFill/>
          <a:ln/>
        </p:spPr>
        <p:txBody>
          <a:bodyPr wrap="square" lIns="0" tIns="0" rIns="0" bIns="0" rtlCol="0" anchor="t"/>
          <a:lstStyle/>
          <a:p>
            <a:pPr algn="l" indent="0" marL="0">
              <a:lnSpc>
                <a:spcPts val="2034"/>
              </a:lnSpc>
              <a:buNone/>
            </a:pPr>
            <a:r>
              <a:rPr lang="en-US" sz="1313" b="1" dirty="0">
                <a:solidFill>
                  <a:srgbClr val="4A3C33"/>
                </a:solidFill>
                <a:latin typeface="Noto Sans TC" pitchFamily="34" charset="0"/>
                <a:ea typeface="Noto Sans TC" pitchFamily="34" charset="-122"/>
                <a:cs typeface="Noto Sans TC" pitchFamily="34" charset="-120"/>
              </a:rPr>
              <a:t>持續互動讓人</a:t>
            </a:r>
            <a:pPr algn="l" indent="0" marL="0">
              <a:lnSpc>
                <a:spcPts val="2034"/>
              </a:lnSpc>
              <a:buNone/>
            </a:pPr>
            <a:r>
              <a:rPr lang="en-US" sz="1313" b="1" dirty="0">
                <a:solidFill>
                  <a:srgbClr val="4A3C33"/>
                </a:solidFill>
                <a:latin typeface="Noto Sans TC" pitchFamily="34" charset="0"/>
                <a:ea typeface="Noto Sans TC" pitchFamily="34" charset="-122"/>
                <a:cs typeface="Noto Sans TC" pitchFamily="34" charset="-120"/>
              </a:rPr>
              <a:t>信任</a:t>
            </a:r>
            <a:pPr algn="l" indent="0" marL="0">
              <a:lnSpc>
                <a:spcPts val="2034"/>
              </a:lnSpc>
              <a:buNone/>
            </a:pPr>
            <a:r>
              <a:rPr lang="en-US" sz="1313" b="1" dirty="0">
                <a:solidFill>
                  <a:srgbClr val="4A3C33"/>
                </a:solidFill>
                <a:latin typeface="Noto Sans TC" pitchFamily="34" charset="0"/>
                <a:ea typeface="Noto Sans TC" pitchFamily="34" charset="-122"/>
                <a:cs typeface="Noto Sans TC" pitchFamily="34" charset="-120"/>
              </a:rPr>
              <a:t>你</a:t>
            </a:r>
            <a:endParaRPr lang="en-US" sz="1313" dirty="0"/>
          </a:p>
        </p:txBody>
      </p:sp>
      <p:sp>
        <p:nvSpPr>
          <p:cNvPr id="25" name="Text 22"/>
          <p:cNvSpPr txBox="1"/>
          <p:nvPr/>
        </p:nvSpPr>
        <p:spPr>
          <a:xfrm>
            <a:off x="2514600" y="5185014"/>
            <a:ext cx="464790" cy="257221"/>
          </a:xfrm>
          <a:prstGeom prst="rect">
            <a:avLst/>
          </a:prstGeom>
          <a:noFill/>
          <a:ln/>
        </p:spPr>
        <p:txBody>
          <a:bodyPr wrap="square" lIns="0" tIns="0" rIns="0" bIns="0" rtlCol="0" anchor="t"/>
          <a:lstStyle/>
          <a:p>
            <a:pPr algn="l" indent="0" marL="0">
              <a:lnSpc>
                <a:spcPts val="2034"/>
              </a:lnSpc>
              <a:buNone/>
            </a:pPr>
            <a:r>
              <a:rPr lang="en-US" sz="1313" b="1" dirty="0">
                <a:solidFill>
                  <a:srgbClr val="4A3C33"/>
                </a:solidFill>
                <a:latin typeface="Noto Sans TC" pitchFamily="34" charset="0"/>
                <a:ea typeface="Noto Sans TC" pitchFamily="34" charset="-122"/>
                <a:cs typeface="Noto Sans TC" pitchFamily="34" charset="-120"/>
              </a:rPr>
              <a:t>信任</a:t>
            </a:r>
            <a:endParaRPr lang="en-US" sz="1313" dirty="0"/>
          </a:p>
        </p:txBody>
      </p:sp>
      <p:sp>
        <p:nvSpPr>
          <p:cNvPr id="26" name="Text 23"/>
          <p:cNvSpPr txBox="1"/>
          <p:nvPr/>
        </p:nvSpPr>
        <p:spPr>
          <a:xfrm>
            <a:off x="761970" y="6438930"/>
            <a:ext cx="1338042" cy="200071"/>
          </a:xfrm>
          <a:prstGeom prst="rect">
            <a:avLst/>
          </a:prstGeom>
          <a:noFill/>
          <a:ln/>
        </p:spPr>
        <p:txBody>
          <a:bodyPr wrap="square" lIns="0" tIns="0" rIns="0" bIns="0" rtlCol="0" anchor="t"/>
          <a:lstStyle/>
          <a:p>
            <a:pPr algn="l" indent="0" marL="0">
              <a:buNone/>
            </a:pPr>
            <a:r>
              <a:rPr lang="en-US" sz="938" b="1" spc="56" kern="0" dirty="0">
                <a:solidFill>
                  <a:srgbClr val="9C8B7C"/>
                </a:solidFill>
                <a:latin typeface="Noto Sans TC" pitchFamily="34" charset="0"/>
                <a:ea typeface="Noto Sans TC" pitchFamily="34" charset="-122"/>
                <a:cs typeface="Noto Sans TC" pitchFamily="34" charset="-120"/>
              </a:rPr>
              <a:t>PART 9 · 15:58</a:t>
            </a:r>
            <a:endParaRPr lang="en-US" sz="938" dirty="0"/>
          </a:p>
        </p:txBody>
      </p:sp>
      <p:sp>
        <p:nvSpPr>
          <p:cNvPr id="27" name="Text 24"/>
          <p:cNvSpPr txBox="1"/>
          <p:nvPr/>
        </p:nvSpPr>
        <p:spPr>
          <a:xfrm>
            <a:off x="10922599" y="6438930"/>
            <a:ext cx="562630" cy="200071"/>
          </a:xfrm>
          <a:prstGeom prst="rect">
            <a:avLst/>
          </a:prstGeom>
          <a:noFill/>
          <a:ln/>
        </p:spPr>
        <p:txBody>
          <a:bodyPr wrap="square" lIns="0" tIns="0" rIns="0" bIns="0" rtlCol="0" anchor="t"/>
          <a:lstStyle/>
          <a:p>
            <a:pPr algn="l" indent="0" marL="0">
              <a:buNone/>
            </a:pPr>
            <a:r>
              <a:rPr lang="en-US" sz="938" b="1" spc="56" kern="0" dirty="0">
                <a:solidFill>
                  <a:srgbClr val="9C8B7C"/>
                </a:solidFill>
                <a:latin typeface="Noto Sans TC" pitchFamily="34" charset="0"/>
                <a:ea typeface="Noto Sans TC" pitchFamily="34" charset="-122"/>
                <a:cs typeface="Noto Sans TC" pitchFamily="34" charset="-120"/>
              </a:rPr>
              <a:t>73 / 75</a:t>
            </a:r>
            <a:endParaRPr lang="en-US" sz="938"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BF7F1"/>
        </a:solidFill>
      </p:bgPr>
    </p:bg>
    <p:spTree>
      <p:nvGrpSpPr>
        <p:cNvPr id="1" name=""/>
        <p:cNvGrpSpPr/>
        <p:nvPr/>
      </p:nvGrpSpPr>
      <p:grpSpPr>
        <a:xfrm>
          <a:off x="0" y="0"/>
          <a:ext cx="0" cy="0"/>
          <a:chOff x="0" y="0"/>
          <a:chExt cx="0" cy="0"/>
        </a:xfrm>
      </p:grpSpPr>
      <p:pic>
        <p:nvPicPr>
          <p:cNvPr id="2" name="Image 0" descr="/home/user/gogoeveryday/social-course/export-pptx/build/bg/74.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2558766" y="2466960"/>
            <a:ext cx="7083765" cy="2840218"/>
          </a:xfrm>
          <a:prstGeom prst="rect">
            <a:avLst/>
          </a:prstGeom>
          <a:noFill/>
          <a:ln/>
        </p:spPr>
        <p:txBody>
          <a:bodyPr wrap="square" lIns="0" tIns="0" rIns="0" bIns="0" rtlCol="0" anchor="t"/>
          <a:lstStyle/>
          <a:p>
            <a:pPr algn="ctr" indent="0" marL="0">
              <a:lnSpc>
                <a:spcPts val="4410"/>
              </a:lnSpc>
              <a:buNone/>
            </a:pPr>
            <a:r>
              <a:rPr lang="en-US" sz="3150" b="1" spc="-95" kern="0" dirty="0">
                <a:solidFill>
                  <a:srgbClr val="241C17"/>
                </a:solidFill>
                <a:latin typeface="Noto Sans TC" pitchFamily="34" charset="0"/>
                <a:ea typeface="Noto Sans TC" pitchFamily="34" charset="-122"/>
                <a:cs typeface="Noto Sans TC" pitchFamily="34" charset="-120"/>
              </a:rPr>
              <a:t> 不是因為有人追蹤，</a:t>
            </a:r>
            <a:endParaRPr lang="en-US" sz="3150" dirty="0"/>
          </a:p>
          <a:p>
            <a:pPr algn="ctr" indent="0" marL="0">
              <a:lnSpc>
                <a:spcPts val="4410"/>
              </a:lnSpc>
              <a:buNone/>
            </a:pPr>
            <a:r>
              <a:rPr lang="en-US" sz="3150" b="1" spc="-95" kern="0" dirty="0">
                <a:solidFill>
                  <a:srgbClr val="241C17"/>
                </a:solidFill>
                <a:latin typeface="Noto Sans TC" pitchFamily="34" charset="0"/>
                <a:ea typeface="Noto Sans TC" pitchFamily="34" charset="-122"/>
                <a:cs typeface="Noto Sans TC" pitchFamily="34" charset="-120"/>
              </a:rPr>
              <a:t>你的東西才變好。</a:t>
            </a:r>
            <a:endParaRPr lang="en-US" sz="3150" dirty="0"/>
          </a:p>
          <a:p>
            <a:pPr algn="ctr" indent="0" marL="0">
              <a:lnSpc>
                <a:spcPts val="4410"/>
              </a:lnSpc>
              <a:buNone/>
            </a:pPr>
            <a:r>
              <a:rPr lang="en-US" sz="3150" b="1" spc="-95" kern="0" dirty="0">
                <a:solidFill>
                  <a:srgbClr val="241C17"/>
                </a:solidFill>
                <a:latin typeface="Noto Sans TC" pitchFamily="34" charset="0"/>
                <a:ea typeface="Noto Sans TC" pitchFamily="34" charset="-122"/>
                <a:cs typeface="Noto Sans TC" pitchFamily="34" charset="-120"/>
              </a:rPr>
              <a:t> 而是因為你</a:t>
            </a:r>
            <a:pPr algn="ctr" indent="0" marL="0">
              <a:lnSpc>
                <a:spcPts val="4410"/>
              </a:lnSpc>
              <a:buNone/>
            </a:pPr>
            <a:r>
              <a:rPr lang="en-US" sz="3150" b="1" spc="-95" kern="0" dirty="0">
                <a:solidFill>
                  <a:srgbClr val="C05F3C"/>
                </a:solidFill>
                <a:latin typeface="Noto Sans TC" pitchFamily="34" charset="0"/>
                <a:ea typeface="Noto Sans TC" pitchFamily="34" charset="-122"/>
                <a:cs typeface="Noto Sans TC" pitchFamily="34" charset="-120"/>
              </a:rPr>
              <a:t>持續把好的東西分享出來</a:t>
            </a:r>
            <a:pPr algn="ctr" indent="0" marL="0">
              <a:lnSpc>
                <a:spcPts val="4410"/>
              </a:lnSpc>
              <a:buNone/>
            </a:pPr>
            <a:r>
              <a:rPr lang="en-US" sz="3150" b="1" spc="-95" kern="0" dirty="0">
                <a:solidFill>
                  <a:srgbClr val="241C17"/>
                </a:solidFill>
                <a:latin typeface="Noto Sans TC" pitchFamily="34" charset="0"/>
                <a:ea typeface="Noto Sans TC" pitchFamily="34" charset="-122"/>
                <a:cs typeface="Noto Sans TC" pitchFamily="34" charset="-120"/>
              </a:rPr>
              <a:t>，</a:t>
            </a:r>
            <a:endParaRPr lang="en-US" sz="3150" dirty="0"/>
          </a:p>
          <a:p>
            <a:pPr algn="ctr" indent="0" marL="0">
              <a:lnSpc>
                <a:spcPts val="4410"/>
              </a:lnSpc>
              <a:buNone/>
            </a:pPr>
            <a:r>
              <a:rPr lang="en-US" sz="3150" b="1" spc="-95" kern="0" dirty="0">
                <a:solidFill>
                  <a:srgbClr val="241C17"/>
                </a:solidFill>
                <a:latin typeface="Noto Sans TC" pitchFamily="34" charset="0"/>
                <a:ea typeface="Noto Sans TC" pitchFamily="34" charset="-122"/>
                <a:cs typeface="Noto Sans TC" pitchFamily="34" charset="-120"/>
              </a:rPr>
              <a:t> 別人才慢慢認識你、喜歡你。</a:t>
            </a:r>
            <a:endParaRPr lang="en-US" sz="3150" dirty="0"/>
          </a:p>
        </p:txBody>
      </p:sp>
      <p:sp>
        <p:nvSpPr>
          <p:cNvPr id="4" name="Text 1"/>
          <p:cNvSpPr txBox="1"/>
          <p:nvPr/>
        </p:nvSpPr>
        <p:spPr>
          <a:xfrm>
            <a:off x="4568891" y="4147078"/>
            <a:ext cx="4615617" cy="600121"/>
          </a:xfrm>
          <a:prstGeom prst="rect">
            <a:avLst/>
          </a:prstGeom>
          <a:noFill/>
          <a:ln/>
        </p:spPr>
        <p:txBody>
          <a:bodyPr wrap="square" lIns="0" tIns="0" rIns="0" bIns="0" rtlCol="0" anchor="t"/>
          <a:lstStyle/>
          <a:p>
            <a:pPr algn="ctr" indent="0" marL="0">
              <a:lnSpc>
                <a:spcPts val="4410"/>
              </a:lnSpc>
              <a:buNone/>
            </a:pPr>
            <a:r>
              <a:rPr lang="en-US" sz="3150" b="1" spc="-95" kern="0" dirty="0">
                <a:solidFill>
                  <a:srgbClr val="C05F3C"/>
                </a:solidFill>
                <a:latin typeface="Noto Sans TC" pitchFamily="34" charset="0"/>
                <a:ea typeface="Noto Sans TC" pitchFamily="34" charset="-122"/>
                <a:cs typeface="Noto Sans TC" pitchFamily="34" charset="-120"/>
              </a:rPr>
              <a:t>持續把好的東西分享出來</a:t>
            </a:r>
            <a:endParaRPr lang="en-US" sz="3150" dirty="0"/>
          </a:p>
        </p:txBody>
      </p:sp>
      <p:sp>
        <p:nvSpPr>
          <p:cNvPr id="5" name="Text 2"/>
          <p:cNvSpPr txBox="1"/>
          <p:nvPr/>
        </p:nvSpPr>
        <p:spPr>
          <a:xfrm>
            <a:off x="4560936" y="5752948"/>
            <a:ext cx="1779514" cy="219090"/>
          </a:xfrm>
          <a:prstGeom prst="rect">
            <a:avLst/>
          </a:prstGeom>
          <a:noFill/>
          <a:ln/>
        </p:spPr>
        <p:txBody>
          <a:bodyPr wrap="square" lIns="0" tIns="0" rIns="0" bIns="0" rtlCol="0" anchor="t"/>
          <a:lstStyle/>
          <a:p>
            <a:pPr algn="ctr" indent="0" marL="0">
              <a:buNone/>
            </a:pPr>
            <a:r>
              <a:rPr lang="en-US" sz="1088" b="1" spc="43" kern="0" dirty="0">
                <a:solidFill>
                  <a:srgbClr val="7A6A5D"/>
                </a:solidFill>
                <a:latin typeface="Noto Sans TC" pitchFamily="34" charset="0"/>
                <a:ea typeface="Noto Sans TC" pitchFamily="34" charset="-122"/>
                <a:cs typeface="Noto Sans TC" pitchFamily="34" charset="-120"/>
              </a:rPr>
              <a:t>08/16 社群平台操作入門</a:t>
            </a:r>
            <a:endParaRPr lang="en-US" sz="1088" dirty="0"/>
          </a:p>
        </p:txBody>
      </p:sp>
      <p:sp>
        <p:nvSpPr>
          <p:cNvPr id="6" name="Text 3"/>
          <p:cNvSpPr txBox="1"/>
          <p:nvPr/>
        </p:nvSpPr>
        <p:spPr>
          <a:xfrm>
            <a:off x="6614038" y="5752948"/>
            <a:ext cx="1004468" cy="219090"/>
          </a:xfrm>
          <a:prstGeom prst="rect">
            <a:avLst/>
          </a:prstGeom>
          <a:noFill/>
          <a:ln/>
        </p:spPr>
        <p:txBody>
          <a:bodyPr wrap="square" lIns="0" tIns="0" rIns="0" bIns="0" rtlCol="0" anchor="t"/>
          <a:lstStyle/>
          <a:p>
            <a:pPr algn="ctr" indent="0" marL="0">
              <a:buNone/>
            </a:pPr>
            <a:r>
              <a:rPr lang="en-US" sz="1088" b="1" spc="43" kern="0" dirty="0">
                <a:solidFill>
                  <a:srgbClr val="7A6A5D"/>
                </a:solidFill>
                <a:latin typeface="Noto Sans TC" pitchFamily="34" charset="0"/>
                <a:ea typeface="Noto Sans TC" pitchFamily="34" charset="-122"/>
                <a:cs typeface="Noto Sans TC" pitchFamily="34" charset="-120"/>
              </a:rPr>
              <a:t>西屯婦女培力</a:t>
            </a:r>
            <a:endParaRPr lang="en-US" sz="1088" dirty="0"/>
          </a:p>
        </p:txBody>
      </p:sp>
      <p:sp>
        <p:nvSpPr>
          <p:cNvPr id="7" name="Text 4"/>
          <p:cNvSpPr txBox="1"/>
          <p:nvPr/>
        </p:nvSpPr>
        <p:spPr>
          <a:xfrm>
            <a:off x="761970" y="6438930"/>
            <a:ext cx="1338042" cy="200071"/>
          </a:xfrm>
          <a:prstGeom prst="rect">
            <a:avLst/>
          </a:prstGeom>
          <a:noFill/>
          <a:ln/>
        </p:spPr>
        <p:txBody>
          <a:bodyPr wrap="square" lIns="0" tIns="0" rIns="0" bIns="0" rtlCol="0" anchor="t"/>
          <a:lstStyle/>
          <a:p>
            <a:pPr algn="l" indent="0" marL="0">
              <a:buNone/>
            </a:pPr>
            <a:r>
              <a:rPr lang="en-US" sz="938" b="1" spc="56" kern="0" dirty="0">
                <a:solidFill>
                  <a:srgbClr val="9C8B7C"/>
                </a:solidFill>
                <a:latin typeface="Noto Sans TC" pitchFamily="34" charset="0"/>
                <a:ea typeface="Noto Sans TC" pitchFamily="34" charset="-122"/>
                <a:cs typeface="Noto Sans TC" pitchFamily="34" charset="-120"/>
              </a:rPr>
              <a:t>PART 9 · 16:00</a:t>
            </a:r>
            <a:endParaRPr lang="en-US" sz="938" dirty="0"/>
          </a:p>
        </p:txBody>
      </p:sp>
      <p:sp>
        <p:nvSpPr>
          <p:cNvPr id="8" name="Text 5"/>
          <p:cNvSpPr txBox="1"/>
          <p:nvPr/>
        </p:nvSpPr>
        <p:spPr>
          <a:xfrm>
            <a:off x="10922599" y="6438930"/>
            <a:ext cx="562630" cy="200071"/>
          </a:xfrm>
          <a:prstGeom prst="rect">
            <a:avLst/>
          </a:prstGeom>
          <a:noFill/>
          <a:ln/>
        </p:spPr>
        <p:txBody>
          <a:bodyPr wrap="square" lIns="0" tIns="0" rIns="0" bIns="0" rtlCol="0" anchor="t"/>
          <a:lstStyle/>
          <a:p>
            <a:pPr algn="l" indent="0" marL="0">
              <a:buNone/>
            </a:pPr>
            <a:r>
              <a:rPr lang="en-US" sz="938" b="1" spc="56" kern="0" dirty="0">
                <a:solidFill>
                  <a:srgbClr val="9C8B7C"/>
                </a:solidFill>
                <a:latin typeface="Noto Sans TC" pitchFamily="34" charset="0"/>
                <a:ea typeface="Noto Sans TC" pitchFamily="34" charset="-122"/>
                <a:cs typeface="Noto Sans TC" pitchFamily="34" charset="-120"/>
              </a:rPr>
              <a:t>74 / 75</a:t>
            </a:r>
            <a:endParaRPr lang="en-US" sz="938"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BF7F1"/>
        </a:solidFill>
      </p:bgPr>
    </p:bg>
    <p:spTree>
      <p:nvGrpSpPr>
        <p:cNvPr id="1" name=""/>
        <p:cNvGrpSpPr/>
        <p:nvPr/>
      </p:nvGrpSpPr>
      <p:grpSpPr>
        <a:xfrm>
          <a:off x="0" y="0"/>
          <a:ext cx="0" cy="0"/>
          <a:chOff x="0" y="0"/>
          <a:chExt cx="0" cy="0"/>
        </a:xfrm>
      </p:grpSpPr>
      <p:pic>
        <p:nvPicPr>
          <p:cNvPr id="2" name="Image 0" descr="/home/user/gogoeveryday/social-course/export-pptx/build/bg/75.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761970" y="1001451"/>
            <a:ext cx="1908353" cy="219090"/>
          </a:xfrm>
          <a:prstGeom prst="rect">
            <a:avLst/>
          </a:prstGeom>
          <a:noFill/>
          <a:ln/>
        </p:spPr>
        <p:txBody>
          <a:bodyPr wrap="square" lIns="0" tIns="0" rIns="0" bIns="0" rtlCol="0" anchor="t"/>
          <a:lstStyle/>
          <a:p>
            <a:pPr algn="l" indent="0" marL="0">
              <a:buNone/>
            </a:pPr>
            <a:r>
              <a:rPr lang="en-US" sz="1125" b="1" spc="225" kern="0" dirty="0">
                <a:solidFill>
                  <a:srgbClr val="C05F3C"/>
                </a:solidFill>
                <a:latin typeface="Noto Sans TC" pitchFamily="34" charset="0"/>
                <a:ea typeface="Noto Sans TC" pitchFamily="34" charset="-122"/>
                <a:cs typeface="Noto Sans TC" pitchFamily="34" charset="-120"/>
              </a:rPr>
              <a:t>課前請印好，每人一份</a:t>
            </a:r>
            <a:endParaRPr lang="en-US" sz="1125" dirty="0"/>
          </a:p>
        </p:txBody>
      </p:sp>
      <p:sp>
        <p:nvSpPr>
          <p:cNvPr id="4" name="Text 1"/>
          <p:cNvSpPr txBox="1"/>
          <p:nvPr/>
        </p:nvSpPr>
        <p:spPr>
          <a:xfrm>
            <a:off x="761970" y="1306220"/>
            <a:ext cx="2962656" cy="542971"/>
          </a:xfrm>
          <a:prstGeom prst="rect">
            <a:avLst/>
          </a:prstGeom>
          <a:noFill/>
          <a:ln/>
        </p:spPr>
        <p:txBody>
          <a:bodyPr wrap="square" lIns="0" tIns="0" rIns="0" bIns="0" rtlCol="0" anchor="t"/>
          <a:lstStyle/>
          <a:p>
            <a:pPr algn="l" indent="0" marL="0">
              <a:lnSpc>
                <a:spcPts val="3477"/>
              </a:lnSpc>
              <a:buNone/>
            </a:pPr>
            <a:r>
              <a:rPr lang="en-US" sz="2850" b="1" spc="-57" kern="0" dirty="0">
                <a:solidFill>
                  <a:srgbClr val="241C17"/>
                </a:solidFill>
                <a:latin typeface="Noto Sans TC" pitchFamily="34" charset="0"/>
                <a:ea typeface="Noto Sans TC" pitchFamily="34" charset="-122"/>
                <a:cs typeface="Noto Sans TC" pitchFamily="34" charset="-120"/>
              </a:rPr>
              <a:t>四張 A4 課堂講義</a:t>
            </a:r>
            <a:endParaRPr lang="en-US" sz="2850" dirty="0"/>
          </a:p>
        </p:txBody>
      </p:sp>
      <p:sp>
        <p:nvSpPr>
          <p:cNvPr id="5" name="Text 2"/>
          <p:cNvSpPr txBox="1"/>
          <p:nvPr/>
        </p:nvSpPr>
        <p:spPr>
          <a:xfrm>
            <a:off x="981060" y="2395545"/>
            <a:ext cx="549646" cy="200071"/>
          </a:xfrm>
          <a:prstGeom prst="rect">
            <a:avLst/>
          </a:prstGeom>
          <a:noFill/>
          <a:ln/>
        </p:spPr>
        <p:txBody>
          <a:bodyPr wrap="square" lIns="0" tIns="0" rIns="0" bIns="0" rtlCol="0" anchor="t"/>
          <a:lstStyle/>
          <a:p>
            <a:pPr algn="l" indent="0" marL="0">
              <a:buNone/>
            </a:pPr>
            <a:r>
              <a:rPr lang="en-US" sz="975" b="1" spc="136" kern="0" dirty="0">
                <a:solidFill>
                  <a:srgbClr val="C05F3C"/>
                </a:solidFill>
                <a:latin typeface="Noto Sans TC" pitchFamily="34" charset="0"/>
                <a:ea typeface="Noto Sans TC" pitchFamily="34" charset="-122"/>
                <a:cs typeface="Noto Sans TC" pitchFamily="34" charset="-120"/>
              </a:rPr>
              <a:t>講義 1</a:t>
            </a:r>
            <a:endParaRPr lang="en-US" sz="975" dirty="0"/>
          </a:p>
        </p:txBody>
      </p:sp>
      <p:sp>
        <p:nvSpPr>
          <p:cNvPr id="6" name="Text 3"/>
          <p:cNvSpPr txBox="1"/>
          <p:nvPr/>
        </p:nvSpPr>
        <p:spPr>
          <a:xfrm>
            <a:off x="981060" y="2662276"/>
            <a:ext cx="1350386" cy="304770"/>
          </a:xfrm>
          <a:prstGeom prst="rect">
            <a:avLst/>
          </a:prstGeom>
          <a:noFill/>
          <a:ln/>
        </p:spPr>
        <p:txBody>
          <a:bodyPr wrap="square" lIns="0" tIns="0" rIns="0" bIns="0" rtlCol="0" anchor="t"/>
          <a:lstStyle/>
          <a:p>
            <a:pPr algn="l" indent="0" marL="0">
              <a:lnSpc>
                <a:spcPts val="2126"/>
              </a:lnSpc>
              <a:buNone/>
            </a:pPr>
            <a:r>
              <a:rPr lang="en-US" sz="1575" b="1" spc="-16" kern="0" dirty="0">
                <a:solidFill>
                  <a:srgbClr val="241C17"/>
                </a:solidFill>
                <a:latin typeface="Noto Sans TC" pitchFamily="34" charset="0"/>
                <a:ea typeface="Noto Sans TC" pitchFamily="34" charset="-122"/>
                <a:cs typeface="Noto Sans TC" pitchFamily="34" charset="-120"/>
              </a:rPr>
              <a:t>我的平台選擇</a:t>
            </a:r>
            <a:endParaRPr lang="en-US" sz="1575" dirty="0"/>
          </a:p>
        </p:txBody>
      </p:sp>
      <p:sp>
        <p:nvSpPr>
          <p:cNvPr id="7" name="Text 4"/>
          <p:cNvSpPr txBox="1"/>
          <p:nvPr/>
        </p:nvSpPr>
        <p:spPr>
          <a:xfrm>
            <a:off x="981060" y="2998866"/>
            <a:ext cx="1157082" cy="200071"/>
          </a:xfrm>
          <a:prstGeom prst="rect">
            <a:avLst/>
          </a:prstGeom>
          <a:noFill/>
          <a:ln/>
        </p:spPr>
        <p:txBody>
          <a:bodyPr wrap="square" lIns="0" tIns="0" rIns="0" bIns="0" rtlCol="0" anchor="t"/>
          <a:lstStyle/>
          <a:p>
            <a:pPr algn="l" indent="0" marL="0">
              <a:buNone/>
            </a:pPr>
            <a:r>
              <a:rPr lang="en-US" sz="975" b="1" dirty="0">
                <a:solidFill>
                  <a:srgbClr val="9C8B7C"/>
                </a:solidFill>
                <a:latin typeface="Noto Sans TC" pitchFamily="34" charset="0"/>
                <a:ea typeface="Noto Sans TC" pitchFamily="34" charset="-122"/>
                <a:cs typeface="Noto Sans TC" pitchFamily="34" charset="-120"/>
              </a:rPr>
              <a:t>Slide 12 / 61 使用</a:t>
            </a:r>
            <a:endParaRPr lang="en-US" sz="975" dirty="0"/>
          </a:p>
        </p:txBody>
      </p:sp>
      <p:sp>
        <p:nvSpPr>
          <p:cNvPr id="8" name="Text 5"/>
          <p:cNvSpPr txBox="1"/>
          <p:nvPr/>
        </p:nvSpPr>
        <p:spPr>
          <a:xfrm>
            <a:off x="1143000" y="3456066"/>
            <a:ext cx="1151230" cy="219090"/>
          </a:xfrm>
          <a:prstGeom prst="rect">
            <a:avLst/>
          </a:prstGeom>
          <a:noFill/>
          <a:ln/>
        </p:spPr>
        <p:txBody>
          <a:bodyPr wrap="square" lIns="0" tIns="0" rIns="0" bIns="0" rtlCol="0" anchor="t"/>
          <a:lstStyle/>
          <a:p>
            <a:pPr algn="l" indent="0" marL="0">
              <a:lnSpc>
                <a:spcPts val="1688"/>
              </a:lnSpc>
              <a:buNone/>
            </a:pPr>
            <a:r>
              <a:rPr lang="en-US" sz="1125" b="1" dirty="0">
                <a:solidFill>
                  <a:srgbClr val="4A3C33"/>
                </a:solidFill>
                <a:latin typeface="Noto Sans TC" pitchFamily="34" charset="0"/>
                <a:ea typeface="Noto Sans TC" pitchFamily="34" charset="-122"/>
                <a:cs typeface="Noto Sans TC" pitchFamily="34" charset="-120"/>
              </a:rPr>
              <a:t>我的商品／技能</a:t>
            </a:r>
            <a:endParaRPr lang="en-US" sz="1125" dirty="0"/>
          </a:p>
        </p:txBody>
      </p:sp>
      <p:sp>
        <p:nvSpPr>
          <p:cNvPr id="9" name="Text 6"/>
          <p:cNvSpPr txBox="1"/>
          <p:nvPr/>
        </p:nvSpPr>
        <p:spPr>
          <a:xfrm>
            <a:off x="1143000" y="3756081"/>
            <a:ext cx="999714" cy="219090"/>
          </a:xfrm>
          <a:prstGeom prst="rect">
            <a:avLst/>
          </a:prstGeom>
          <a:noFill/>
          <a:ln/>
        </p:spPr>
        <p:txBody>
          <a:bodyPr wrap="square" lIns="0" tIns="0" rIns="0" bIns="0" rtlCol="0" anchor="t"/>
          <a:lstStyle/>
          <a:p>
            <a:pPr algn="l" indent="0" marL="0">
              <a:lnSpc>
                <a:spcPts val="1688"/>
              </a:lnSpc>
              <a:buNone/>
            </a:pPr>
            <a:r>
              <a:rPr lang="en-US" sz="1125" b="1" dirty="0">
                <a:solidFill>
                  <a:srgbClr val="4A3C33"/>
                </a:solidFill>
                <a:latin typeface="Noto Sans TC" pitchFamily="34" charset="0"/>
                <a:ea typeface="Noto Sans TC" pitchFamily="34" charset="-122"/>
                <a:cs typeface="Noto Sans TC" pitchFamily="34" charset="-120"/>
              </a:rPr>
              <a:t>我想讓誰看到</a:t>
            </a:r>
            <a:endParaRPr lang="en-US" sz="1125" dirty="0"/>
          </a:p>
        </p:txBody>
      </p:sp>
      <p:sp>
        <p:nvSpPr>
          <p:cNvPr id="10" name="Text 7"/>
          <p:cNvSpPr txBox="1"/>
          <p:nvPr/>
        </p:nvSpPr>
        <p:spPr>
          <a:xfrm>
            <a:off x="1143000" y="4056187"/>
            <a:ext cx="999714" cy="219090"/>
          </a:xfrm>
          <a:prstGeom prst="rect">
            <a:avLst/>
          </a:prstGeom>
          <a:noFill/>
          <a:ln/>
        </p:spPr>
        <p:txBody>
          <a:bodyPr wrap="square" lIns="0" tIns="0" rIns="0" bIns="0" rtlCol="0" anchor="t"/>
          <a:lstStyle/>
          <a:p>
            <a:pPr algn="l" indent="0" marL="0">
              <a:lnSpc>
                <a:spcPts val="1688"/>
              </a:lnSpc>
              <a:buNone/>
            </a:pPr>
            <a:r>
              <a:rPr lang="en-US" sz="1125" b="1" dirty="0">
                <a:solidFill>
                  <a:srgbClr val="4A3C33"/>
                </a:solidFill>
                <a:latin typeface="Noto Sans TC" pitchFamily="34" charset="0"/>
                <a:ea typeface="Noto Sans TC" pitchFamily="34" charset="-122"/>
                <a:cs typeface="Noto Sans TC" pitchFamily="34" charset="-120"/>
              </a:rPr>
              <a:t>主要曝光平台</a:t>
            </a:r>
            <a:endParaRPr lang="en-US" sz="1125" dirty="0"/>
          </a:p>
        </p:txBody>
      </p:sp>
      <p:sp>
        <p:nvSpPr>
          <p:cNvPr id="11" name="Text 8"/>
          <p:cNvSpPr txBox="1"/>
          <p:nvPr/>
        </p:nvSpPr>
        <p:spPr>
          <a:xfrm>
            <a:off x="1143000" y="4356202"/>
            <a:ext cx="999714" cy="219090"/>
          </a:xfrm>
          <a:prstGeom prst="rect">
            <a:avLst/>
          </a:prstGeom>
          <a:noFill/>
          <a:ln/>
        </p:spPr>
        <p:txBody>
          <a:bodyPr wrap="square" lIns="0" tIns="0" rIns="0" bIns="0" rtlCol="0" anchor="t"/>
          <a:lstStyle/>
          <a:p>
            <a:pPr algn="l" indent="0" marL="0">
              <a:lnSpc>
                <a:spcPts val="1688"/>
              </a:lnSpc>
              <a:buNone/>
            </a:pPr>
            <a:r>
              <a:rPr lang="en-US" sz="1125" b="1" dirty="0">
                <a:solidFill>
                  <a:srgbClr val="4A3C33"/>
                </a:solidFill>
                <a:latin typeface="Noto Sans TC" pitchFamily="34" charset="0"/>
                <a:ea typeface="Noto Sans TC" pitchFamily="34" charset="-122"/>
                <a:cs typeface="Noto Sans TC" pitchFamily="34" charset="-120"/>
              </a:rPr>
              <a:t>顧客聯絡平台</a:t>
            </a:r>
            <a:endParaRPr lang="en-US" sz="1125" dirty="0"/>
          </a:p>
        </p:txBody>
      </p:sp>
      <p:sp>
        <p:nvSpPr>
          <p:cNvPr id="12" name="Text 9"/>
          <p:cNvSpPr txBox="1"/>
          <p:nvPr/>
        </p:nvSpPr>
        <p:spPr>
          <a:xfrm>
            <a:off x="3676620" y="2395545"/>
            <a:ext cx="549646" cy="200071"/>
          </a:xfrm>
          <a:prstGeom prst="rect">
            <a:avLst/>
          </a:prstGeom>
          <a:noFill/>
          <a:ln/>
        </p:spPr>
        <p:txBody>
          <a:bodyPr wrap="square" lIns="0" tIns="0" rIns="0" bIns="0" rtlCol="0" anchor="t"/>
          <a:lstStyle/>
          <a:p>
            <a:pPr algn="l" indent="0" marL="0">
              <a:buNone/>
            </a:pPr>
            <a:r>
              <a:rPr lang="en-US" sz="975" b="1" spc="136" kern="0" dirty="0">
                <a:solidFill>
                  <a:srgbClr val="8A5A6D"/>
                </a:solidFill>
                <a:latin typeface="Noto Sans TC" pitchFamily="34" charset="0"/>
                <a:ea typeface="Noto Sans TC" pitchFamily="34" charset="-122"/>
                <a:cs typeface="Noto Sans TC" pitchFamily="34" charset="-120"/>
              </a:rPr>
              <a:t>講義 2</a:t>
            </a:r>
            <a:endParaRPr lang="en-US" sz="975" dirty="0"/>
          </a:p>
        </p:txBody>
      </p:sp>
      <p:sp>
        <p:nvSpPr>
          <p:cNvPr id="13" name="Text 10"/>
          <p:cNvSpPr txBox="1"/>
          <p:nvPr/>
        </p:nvSpPr>
        <p:spPr>
          <a:xfrm>
            <a:off x="3676620" y="2662276"/>
            <a:ext cx="1404153" cy="304770"/>
          </a:xfrm>
          <a:prstGeom prst="rect">
            <a:avLst/>
          </a:prstGeom>
          <a:noFill/>
          <a:ln/>
        </p:spPr>
        <p:txBody>
          <a:bodyPr wrap="square" lIns="0" tIns="0" rIns="0" bIns="0" rtlCol="0" anchor="t"/>
          <a:lstStyle/>
          <a:p>
            <a:pPr algn="l" indent="0" marL="0">
              <a:lnSpc>
                <a:spcPts val="2126"/>
              </a:lnSpc>
              <a:buNone/>
            </a:pPr>
            <a:r>
              <a:rPr lang="en-US" sz="1575" b="1" spc="-16" kern="0" dirty="0">
                <a:solidFill>
                  <a:srgbClr val="241C17"/>
                </a:solidFill>
                <a:latin typeface="Noto Sans TC" pitchFamily="34" charset="0"/>
                <a:ea typeface="Noto Sans TC" pitchFamily="34" charset="-122"/>
                <a:cs typeface="Noto Sans TC" pitchFamily="34" charset="-120"/>
              </a:rPr>
              <a:t>IG 品牌觀察表</a:t>
            </a:r>
            <a:endParaRPr lang="en-US" sz="1575" dirty="0"/>
          </a:p>
        </p:txBody>
      </p:sp>
      <p:sp>
        <p:nvSpPr>
          <p:cNvPr id="14" name="Text 11"/>
          <p:cNvSpPr txBox="1"/>
          <p:nvPr/>
        </p:nvSpPr>
        <p:spPr>
          <a:xfrm>
            <a:off x="3676620" y="2998866"/>
            <a:ext cx="1157082" cy="200071"/>
          </a:xfrm>
          <a:prstGeom prst="rect">
            <a:avLst/>
          </a:prstGeom>
          <a:noFill/>
          <a:ln/>
        </p:spPr>
        <p:txBody>
          <a:bodyPr wrap="square" lIns="0" tIns="0" rIns="0" bIns="0" rtlCol="0" anchor="t"/>
          <a:lstStyle/>
          <a:p>
            <a:pPr algn="l" indent="0" marL="0">
              <a:buNone/>
            </a:pPr>
            <a:r>
              <a:rPr lang="en-US" sz="975" b="1" dirty="0">
                <a:solidFill>
                  <a:srgbClr val="9C8B7C"/>
                </a:solidFill>
                <a:latin typeface="Noto Sans TC" pitchFamily="34" charset="0"/>
                <a:ea typeface="Noto Sans TC" pitchFamily="34" charset="-122"/>
                <a:cs typeface="Noto Sans TC" pitchFamily="34" charset="-120"/>
              </a:rPr>
              <a:t>Slide 25 / 26 使用</a:t>
            </a:r>
            <a:endParaRPr lang="en-US" sz="975" dirty="0"/>
          </a:p>
        </p:txBody>
      </p:sp>
      <p:sp>
        <p:nvSpPr>
          <p:cNvPr id="15" name="Text 12"/>
          <p:cNvSpPr txBox="1"/>
          <p:nvPr/>
        </p:nvSpPr>
        <p:spPr>
          <a:xfrm>
            <a:off x="3838560" y="3456066"/>
            <a:ext cx="999714" cy="219090"/>
          </a:xfrm>
          <a:prstGeom prst="rect">
            <a:avLst/>
          </a:prstGeom>
          <a:noFill/>
          <a:ln/>
        </p:spPr>
        <p:txBody>
          <a:bodyPr wrap="square" lIns="0" tIns="0" rIns="0" bIns="0" rtlCol="0" anchor="t"/>
          <a:lstStyle/>
          <a:p>
            <a:pPr algn="l" indent="0" marL="0">
              <a:lnSpc>
                <a:spcPts val="1688"/>
              </a:lnSpc>
              <a:buNone/>
            </a:pPr>
            <a:r>
              <a:rPr lang="en-US" sz="1125" b="1" dirty="0">
                <a:solidFill>
                  <a:srgbClr val="4A3C33"/>
                </a:solidFill>
                <a:latin typeface="Noto Sans TC" pitchFamily="34" charset="0"/>
                <a:ea typeface="Noto Sans TC" pitchFamily="34" charset="-122"/>
                <a:cs typeface="Noto Sans TC" pitchFamily="34" charset="-120"/>
              </a:rPr>
              <a:t>八項檢查清單</a:t>
            </a:r>
            <a:endParaRPr lang="en-US" sz="1125" dirty="0"/>
          </a:p>
        </p:txBody>
      </p:sp>
      <p:sp>
        <p:nvSpPr>
          <p:cNvPr id="16" name="Text 13"/>
          <p:cNvSpPr txBox="1"/>
          <p:nvPr/>
        </p:nvSpPr>
        <p:spPr>
          <a:xfrm>
            <a:off x="3838560" y="3756081"/>
            <a:ext cx="1151230" cy="219090"/>
          </a:xfrm>
          <a:prstGeom prst="rect">
            <a:avLst/>
          </a:prstGeom>
          <a:noFill/>
          <a:ln/>
        </p:spPr>
        <p:txBody>
          <a:bodyPr wrap="square" lIns="0" tIns="0" rIns="0" bIns="0" rtlCol="0" anchor="t"/>
          <a:lstStyle/>
          <a:p>
            <a:pPr algn="l" indent="0" marL="0">
              <a:lnSpc>
                <a:spcPts val="1688"/>
              </a:lnSpc>
              <a:buNone/>
            </a:pPr>
            <a:r>
              <a:rPr lang="en-US" sz="1125" b="1" dirty="0">
                <a:solidFill>
                  <a:srgbClr val="4A3C33"/>
                </a:solidFill>
                <a:latin typeface="Noto Sans TC" pitchFamily="34" charset="0"/>
                <a:ea typeface="Noto Sans TC" pitchFamily="34" charset="-122"/>
                <a:cs typeface="Noto Sans TC" pitchFamily="34" charset="-120"/>
              </a:rPr>
              <a:t>我最喜歡哪一點</a:t>
            </a:r>
            <a:endParaRPr lang="en-US" sz="1125" dirty="0"/>
          </a:p>
        </p:txBody>
      </p:sp>
      <p:sp>
        <p:nvSpPr>
          <p:cNvPr id="17" name="Text 14"/>
          <p:cNvSpPr txBox="1"/>
          <p:nvPr/>
        </p:nvSpPr>
        <p:spPr>
          <a:xfrm>
            <a:off x="3838560" y="4056187"/>
            <a:ext cx="1454079" cy="219090"/>
          </a:xfrm>
          <a:prstGeom prst="rect">
            <a:avLst/>
          </a:prstGeom>
          <a:noFill/>
          <a:ln/>
        </p:spPr>
        <p:txBody>
          <a:bodyPr wrap="square" lIns="0" tIns="0" rIns="0" bIns="0" rtlCol="0" anchor="t"/>
          <a:lstStyle/>
          <a:p>
            <a:pPr algn="l" indent="0" marL="0">
              <a:lnSpc>
                <a:spcPts val="1688"/>
              </a:lnSpc>
              <a:buNone/>
            </a:pPr>
            <a:r>
              <a:rPr lang="en-US" sz="1125" b="1" dirty="0">
                <a:solidFill>
                  <a:srgbClr val="4A3C33"/>
                </a:solidFill>
                <a:latin typeface="Noto Sans TC" pitchFamily="34" charset="0"/>
                <a:ea typeface="Noto Sans TC" pitchFamily="34" charset="-122"/>
                <a:cs typeface="Noto Sans TC" pitchFamily="34" charset="-120"/>
              </a:rPr>
              <a:t>我也做得到的一件事</a:t>
            </a:r>
            <a:endParaRPr lang="en-US" sz="1125" dirty="0"/>
          </a:p>
        </p:txBody>
      </p:sp>
      <p:sp>
        <p:nvSpPr>
          <p:cNvPr id="18" name="Text 15"/>
          <p:cNvSpPr txBox="1"/>
          <p:nvPr/>
        </p:nvSpPr>
        <p:spPr>
          <a:xfrm>
            <a:off x="6372271" y="2395545"/>
            <a:ext cx="549646" cy="200071"/>
          </a:xfrm>
          <a:prstGeom prst="rect">
            <a:avLst/>
          </a:prstGeom>
          <a:noFill/>
          <a:ln/>
        </p:spPr>
        <p:txBody>
          <a:bodyPr wrap="square" lIns="0" tIns="0" rIns="0" bIns="0" rtlCol="0" anchor="t"/>
          <a:lstStyle/>
          <a:p>
            <a:pPr algn="l" indent="0" marL="0">
              <a:buNone/>
            </a:pPr>
            <a:r>
              <a:rPr lang="en-US" sz="975" b="1" spc="136" kern="0" dirty="0">
                <a:solidFill>
                  <a:srgbClr val="5F7A63"/>
                </a:solidFill>
                <a:latin typeface="Noto Sans TC" pitchFamily="34" charset="0"/>
                <a:ea typeface="Noto Sans TC" pitchFamily="34" charset="-122"/>
                <a:cs typeface="Noto Sans TC" pitchFamily="34" charset="-120"/>
              </a:rPr>
              <a:t>講義 3</a:t>
            </a:r>
            <a:endParaRPr lang="en-US" sz="975" dirty="0"/>
          </a:p>
        </p:txBody>
      </p:sp>
      <p:sp>
        <p:nvSpPr>
          <p:cNvPr id="19" name="Text 16"/>
          <p:cNvSpPr txBox="1"/>
          <p:nvPr/>
        </p:nvSpPr>
        <p:spPr>
          <a:xfrm>
            <a:off x="6372271" y="2662276"/>
            <a:ext cx="1560241" cy="304770"/>
          </a:xfrm>
          <a:prstGeom prst="rect">
            <a:avLst/>
          </a:prstGeom>
          <a:noFill/>
          <a:ln/>
        </p:spPr>
        <p:txBody>
          <a:bodyPr wrap="square" lIns="0" tIns="0" rIns="0" bIns="0" rtlCol="0" anchor="t"/>
          <a:lstStyle/>
          <a:p>
            <a:pPr algn="l" indent="0" marL="0">
              <a:lnSpc>
                <a:spcPts val="2126"/>
              </a:lnSpc>
              <a:buNone/>
            </a:pPr>
            <a:r>
              <a:rPr lang="en-US" sz="1575" b="1" spc="-16" kern="0" dirty="0">
                <a:solidFill>
                  <a:srgbClr val="241C17"/>
                </a:solidFill>
                <a:latin typeface="Noto Sans TC" pitchFamily="34" charset="0"/>
                <a:ea typeface="Noto Sans TC" pitchFamily="34" charset="-122"/>
                <a:cs typeface="Noto Sans TC" pitchFamily="34" charset="-120"/>
              </a:rPr>
              <a:t>我的十大關鍵字</a:t>
            </a:r>
            <a:endParaRPr lang="en-US" sz="1575" dirty="0"/>
          </a:p>
        </p:txBody>
      </p:sp>
      <p:sp>
        <p:nvSpPr>
          <p:cNvPr id="20" name="Text 17"/>
          <p:cNvSpPr txBox="1"/>
          <p:nvPr/>
        </p:nvSpPr>
        <p:spPr>
          <a:xfrm>
            <a:off x="6372271" y="2998866"/>
            <a:ext cx="1157082" cy="200071"/>
          </a:xfrm>
          <a:prstGeom prst="rect">
            <a:avLst/>
          </a:prstGeom>
          <a:noFill/>
          <a:ln/>
        </p:spPr>
        <p:txBody>
          <a:bodyPr wrap="square" lIns="0" tIns="0" rIns="0" bIns="0" rtlCol="0" anchor="t"/>
          <a:lstStyle/>
          <a:p>
            <a:pPr algn="l" indent="0" marL="0">
              <a:buNone/>
            </a:pPr>
            <a:r>
              <a:rPr lang="en-US" sz="975" b="1" dirty="0">
                <a:solidFill>
                  <a:srgbClr val="9C8B7C"/>
                </a:solidFill>
                <a:latin typeface="Noto Sans TC" pitchFamily="34" charset="0"/>
                <a:ea typeface="Noto Sans TC" pitchFamily="34" charset="-122"/>
                <a:cs typeface="Noto Sans TC" pitchFamily="34" charset="-120"/>
              </a:rPr>
              <a:t>Slide 38 / 41 使用</a:t>
            </a:r>
            <a:endParaRPr lang="en-US" sz="975" dirty="0"/>
          </a:p>
        </p:txBody>
      </p:sp>
      <p:sp>
        <p:nvSpPr>
          <p:cNvPr id="21" name="Text 18"/>
          <p:cNvSpPr txBox="1"/>
          <p:nvPr/>
        </p:nvSpPr>
        <p:spPr>
          <a:xfrm>
            <a:off x="6534120" y="3456066"/>
            <a:ext cx="875081" cy="219090"/>
          </a:xfrm>
          <a:prstGeom prst="rect">
            <a:avLst/>
          </a:prstGeom>
          <a:noFill/>
          <a:ln/>
        </p:spPr>
        <p:txBody>
          <a:bodyPr wrap="square" lIns="0" tIns="0" rIns="0" bIns="0" rtlCol="0" anchor="t"/>
          <a:lstStyle/>
          <a:p>
            <a:pPr algn="l" indent="0" marL="0">
              <a:lnSpc>
                <a:spcPts val="1688"/>
              </a:lnSpc>
              <a:buNone/>
            </a:pPr>
            <a:r>
              <a:rPr lang="en-US" sz="1125" b="1" dirty="0">
                <a:solidFill>
                  <a:srgbClr val="4A3C33"/>
                </a:solidFill>
                <a:latin typeface="Noto Sans TC" pitchFamily="34" charset="0"/>
                <a:ea typeface="Noto Sans TC" pitchFamily="34" charset="-122"/>
                <a:cs typeface="Noto Sans TC" pitchFamily="34" charset="-120"/>
              </a:rPr>
              <a:t>商品 3–4 個</a:t>
            </a:r>
            <a:endParaRPr lang="en-US" sz="1125" dirty="0"/>
          </a:p>
        </p:txBody>
      </p:sp>
      <p:sp>
        <p:nvSpPr>
          <p:cNvPr id="22" name="Text 19"/>
          <p:cNvSpPr txBox="1"/>
          <p:nvPr/>
        </p:nvSpPr>
        <p:spPr>
          <a:xfrm>
            <a:off x="6534120" y="3756081"/>
            <a:ext cx="875081" cy="219090"/>
          </a:xfrm>
          <a:prstGeom prst="rect">
            <a:avLst/>
          </a:prstGeom>
          <a:noFill/>
          <a:ln/>
        </p:spPr>
        <p:txBody>
          <a:bodyPr wrap="square" lIns="0" tIns="0" rIns="0" bIns="0" rtlCol="0" anchor="t"/>
          <a:lstStyle/>
          <a:p>
            <a:pPr algn="l" indent="0" marL="0">
              <a:lnSpc>
                <a:spcPts val="1688"/>
              </a:lnSpc>
              <a:buNone/>
            </a:pPr>
            <a:r>
              <a:rPr lang="en-US" sz="1125" b="1" dirty="0">
                <a:solidFill>
                  <a:srgbClr val="4A3C33"/>
                </a:solidFill>
                <a:latin typeface="Noto Sans TC" pitchFamily="34" charset="0"/>
                <a:ea typeface="Noto Sans TC" pitchFamily="34" charset="-122"/>
                <a:cs typeface="Noto Sans TC" pitchFamily="34" charset="-120"/>
              </a:rPr>
              <a:t>地區 2–3 個</a:t>
            </a:r>
            <a:endParaRPr lang="en-US" sz="1125" dirty="0"/>
          </a:p>
        </p:txBody>
      </p:sp>
      <p:sp>
        <p:nvSpPr>
          <p:cNvPr id="23" name="Text 20"/>
          <p:cNvSpPr txBox="1"/>
          <p:nvPr/>
        </p:nvSpPr>
        <p:spPr>
          <a:xfrm>
            <a:off x="6534120" y="4056187"/>
            <a:ext cx="1329446" cy="219090"/>
          </a:xfrm>
          <a:prstGeom prst="rect">
            <a:avLst/>
          </a:prstGeom>
          <a:noFill/>
          <a:ln/>
        </p:spPr>
        <p:txBody>
          <a:bodyPr wrap="square" lIns="0" tIns="0" rIns="0" bIns="0" rtlCol="0" anchor="t"/>
          <a:lstStyle/>
          <a:p>
            <a:pPr algn="l" indent="0" marL="0">
              <a:lnSpc>
                <a:spcPts val="1688"/>
              </a:lnSpc>
              <a:buNone/>
            </a:pPr>
            <a:r>
              <a:rPr lang="en-US" sz="1125" b="1" dirty="0">
                <a:solidFill>
                  <a:srgbClr val="4A3C33"/>
                </a:solidFill>
                <a:latin typeface="Noto Sans TC" pitchFamily="34" charset="0"/>
                <a:ea typeface="Noto Sans TC" pitchFamily="34" charset="-122"/>
                <a:cs typeface="Noto Sans TC" pitchFamily="34" charset="-120"/>
              </a:rPr>
              <a:t>需求／情境 3–4 個</a:t>
            </a:r>
            <a:endParaRPr lang="en-US" sz="1125" dirty="0"/>
          </a:p>
        </p:txBody>
      </p:sp>
      <p:sp>
        <p:nvSpPr>
          <p:cNvPr id="24" name="Text 21"/>
          <p:cNvSpPr txBox="1"/>
          <p:nvPr/>
        </p:nvSpPr>
        <p:spPr>
          <a:xfrm>
            <a:off x="9067830" y="2395545"/>
            <a:ext cx="549646" cy="200071"/>
          </a:xfrm>
          <a:prstGeom prst="rect">
            <a:avLst/>
          </a:prstGeom>
          <a:noFill/>
          <a:ln/>
        </p:spPr>
        <p:txBody>
          <a:bodyPr wrap="square" lIns="0" tIns="0" rIns="0" bIns="0" rtlCol="0" anchor="t"/>
          <a:lstStyle/>
          <a:p>
            <a:pPr algn="l" indent="0" marL="0">
              <a:buNone/>
            </a:pPr>
            <a:r>
              <a:rPr lang="en-US" sz="975" b="1" spc="136" kern="0" dirty="0">
                <a:solidFill>
                  <a:srgbClr val="D99A4E"/>
                </a:solidFill>
                <a:latin typeface="Noto Sans TC" pitchFamily="34" charset="0"/>
                <a:ea typeface="Noto Sans TC" pitchFamily="34" charset="-122"/>
                <a:cs typeface="Noto Sans TC" pitchFamily="34" charset="-120"/>
              </a:rPr>
              <a:t>講義 4</a:t>
            </a:r>
            <a:endParaRPr lang="en-US" sz="975" dirty="0"/>
          </a:p>
        </p:txBody>
      </p:sp>
      <p:sp>
        <p:nvSpPr>
          <p:cNvPr id="25" name="Text 22"/>
          <p:cNvSpPr txBox="1"/>
          <p:nvPr/>
        </p:nvSpPr>
        <p:spPr>
          <a:xfrm>
            <a:off x="9067830" y="2662276"/>
            <a:ext cx="1980042" cy="304770"/>
          </a:xfrm>
          <a:prstGeom prst="rect">
            <a:avLst/>
          </a:prstGeom>
          <a:noFill/>
          <a:ln/>
        </p:spPr>
        <p:txBody>
          <a:bodyPr wrap="square" lIns="0" tIns="0" rIns="0" bIns="0" rtlCol="0" anchor="t"/>
          <a:lstStyle/>
          <a:p>
            <a:pPr algn="l" indent="0" marL="0">
              <a:lnSpc>
                <a:spcPts val="2126"/>
              </a:lnSpc>
              <a:buNone/>
            </a:pPr>
            <a:r>
              <a:rPr lang="en-US" sz="1575" b="1" spc="-16" kern="0" dirty="0">
                <a:solidFill>
                  <a:srgbClr val="241C17"/>
                </a:solidFill>
                <a:latin typeface="Noto Sans TC" pitchFamily="34" charset="0"/>
                <a:ea typeface="Noto Sans TC" pitchFamily="34" charset="-122"/>
                <a:cs typeface="Noto Sans TC" pitchFamily="34" charset="-120"/>
              </a:rPr>
              <a:t>我的第一篇社群內容</a:t>
            </a:r>
            <a:endParaRPr lang="en-US" sz="1575" dirty="0"/>
          </a:p>
        </p:txBody>
      </p:sp>
      <p:sp>
        <p:nvSpPr>
          <p:cNvPr id="26" name="Text 23"/>
          <p:cNvSpPr txBox="1"/>
          <p:nvPr/>
        </p:nvSpPr>
        <p:spPr>
          <a:xfrm>
            <a:off x="9067830" y="2998866"/>
            <a:ext cx="1422258" cy="200071"/>
          </a:xfrm>
          <a:prstGeom prst="rect">
            <a:avLst/>
          </a:prstGeom>
          <a:noFill/>
          <a:ln/>
        </p:spPr>
        <p:txBody>
          <a:bodyPr wrap="square" lIns="0" tIns="0" rIns="0" bIns="0" rtlCol="0" anchor="t"/>
          <a:lstStyle/>
          <a:p>
            <a:pPr algn="l" indent="0" marL="0">
              <a:buNone/>
            </a:pPr>
            <a:r>
              <a:rPr lang="en-US" sz="975" b="1" dirty="0">
                <a:solidFill>
                  <a:srgbClr val="9C8B7C"/>
                </a:solidFill>
                <a:latin typeface="Noto Sans TC" pitchFamily="34" charset="0"/>
                <a:ea typeface="Noto Sans TC" pitchFamily="34" charset="-122"/>
                <a:cs typeface="Noto Sans TC" pitchFamily="34" charset="-120"/>
              </a:rPr>
              <a:t>Slide 31 / 34 / 60 使用</a:t>
            </a:r>
            <a:endParaRPr lang="en-US" sz="975" dirty="0"/>
          </a:p>
        </p:txBody>
      </p:sp>
      <p:sp>
        <p:nvSpPr>
          <p:cNvPr id="27" name="Text 24"/>
          <p:cNvSpPr txBox="1"/>
          <p:nvPr/>
        </p:nvSpPr>
        <p:spPr>
          <a:xfrm>
            <a:off x="9229771" y="3456066"/>
            <a:ext cx="848289" cy="219090"/>
          </a:xfrm>
          <a:prstGeom prst="rect">
            <a:avLst/>
          </a:prstGeom>
          <a:noFill/>
          <a:ln/>
        </p:spPr>
        <p:txBody>
          <a:bodyPr wrap="square" lIns="0" tIns="0" rIns="0" bIns="0" rtlCol="0" anchor="t"/>
          <a:lstStyle/>
          <a:p>
            <a:pPr algn="l" indent="0" marL="0">
              <a:lnSpc>
                <a:spcPts val="1688"/>
              </a:lnSpc>
              <a:buNone/>
            </a:pPr>
            <a:r>
              <a:rPr lang="en-US" sz="1125" b="1" dirty="0">
                <a:solidFill>
                  <a:srgbClr val="4A3C33"/>
                </a:solidFill>
                <a:latin typeface="Noto Sans TC" pitchFamily="34" charset="0"/>
                <a:ea typeface="Noto Sans TC" pitchFamily="34" charset="-122"/>
                <a:cs typeface="Noto Sans TC" pitchFamily="34" charset="-120"/>
              </a:rPr>
              <a:t>要發在哪裡</a:t>
            </a:r>
            <a:endParaRPr lang="en-US" sz="1125" dirty="0"/>
          </a:p>
        </p:txBody>
      </p:sp>
      <p:sp>
        <p:nvSpPr>
          <p:cNvPr id="28" name="Text 25"/>
          <p:cNvSpPr txBox="1"/>
          <p:nvPr/>
        </p:nvSpPr>
        <p:spPr>
          <a:xfrm>
            <a:off x="9229771" y="3756081"/>
            <a:ext cx="999714" cy="219090"/>
          </a:xfrm>
          <a:prstGeom prst="rect">
            <a:avLst/>
          </a:prstGeom>
          <a:noFill/>
          <a:ln/>
        </p:spPr>
        <p:txBody>
          <a:bodyPr wrap="square" lIns="0" tIns="0" rIns="0" bIns="0" rtlCol="0" anchor="t"/>
          <a:lstStyle/>
          <a:p>
            <a:pPr algn="l" indent="0" marL="0">
              <a:lnSpc>
                <a:spcPts val="1688"/>
              </a:lnSpc>
              <a:buNone/>
            </a:pPr>
            <a:r>
              <a:rPr lang="en-US" sz="1125" b="1" dirty="0">
                <a:solidFill>
                  <a:srgbClr val="4A3C33"/>
                </a:solidFill>
                <a:latin typeface="Noto Sans TC" pitchFamily="34" charset="0"/>
                <a:ea typeface="Noto Sans TC" pitchFamily="34" charset="-122"/>
                <a:cs typeface="Noto Sans TC" pitchFamily="34" charset="-120"/>
              </a:rPr>
              <a:t>要放什麼內容</a:t>
            </a:r>
            <a:endParaRPr lang="en-US" sz="1125" dirty="0"/>
          </a:p>
        </p:txBody>
      </p:sp>
      <p:sp>
        <p:nvSpPr>
          <p:cNvPr id="29" name="Text 26"/>
          <p:cNvSpPr txBox="1"/>
          <p:nvPr/>
        </p:nvSpPr>
        <p:spPr>
          <a:xfrm>
            <a:off x="9229771" y="4056187"/>
            <a:ext cx="999714" cy="219090"/>
          </a:xfrm>
          <a:prstGeom prst="rect">
            <a:avLst/>
          </a:prstGeom>
          <a:noFill/>
          <a:ln/>
        </p:spPr>
        <p:txBody>
          <a:bodyPr wrap="square" lIns="0" tIns="0" rIns="0" bIns="0" rtlCol="0" anchor="t"/>
          <a:lstStyle/>
          <a:p>
            <a:pPr algn="l" indent="0" marL="0">
              <a:lnSpc>
                <a:spcPts val="1688"/>
              </a:lnSpc>
              <a:buNone/>
            </a:pPr>
            <a:r>
              <a:rPr lang="en-US" sz="1125" b="1" dirty="0">
                <a:solidFill>
                  <a:srgbClr val="4A3C33"/>
                </a:solidFill>
                <a:latin typeface="Noto Sans TC" pitchFamily="34" charset="0"/>
                <a:ea typeface="Noto Sans TC" pitchFamily="34" charset="-122"/>
                <a:cs typeface="Noto Sans TC" pitchFamily="34" charset="-120"/>
              </a:rPr>
              <a:t>搭配哪張照片</a:t>
            </a:r>
            <a:endParaRPr lang="en-US" sz="1125" dirty="0"/>
          </a:p>
        </p:txBody>
      </p:sp>
      <p:sp>
        <p:nvSpPr>
          <p:cNvPr id="30" name="Text 27"/>
          <p:cNvSpPr txBox="1"/>
          <p:nvPr/>
        </p:nvSpPr>
        <p:spPr>
          <a:xfrm>
            <a:off x="9229771" y="4356202"/>
            <a:ext cx="1151230" cy="219090"/>
          </a:xfrm>
          <a:prstGeom prst="rect">
            <a:avLst/>
          </a:prstGeom>
          <a:noFill/>
          <a:ln/>
        </p:spPr>
        <p:txBody>
          <a:bodyPr wrap="square" lIns="0" tIns="0" rIns="0" bIns="0" rtlCol="0" anchor="t"/>
          <a:lstStyle/>
          <a:p>
            <a:pPr algn="l" indent="0" marL="0">
              <a:lnSpc>
                <a:spcPts val="1688"/>
              </a:lnSpc>
              <a:buNone/>
            </a:pPr>
            <a:r>
              <a:rPr lang="en-US" sz="1125" b="1" dirty="0">
                <a:solidFill>
                  <a:srgbClr val="4A3C33"/>
                </a:solidFill>
                <a:latin typeface="Noto Sans TC" pitchFamily="34" charset="0"/>
                <a:ea typeface="Noto Sans TC" pitchFamily="34" charset="-122"/>
                <a:cs typeface="Noto Sans TC" pitchFamily="34" charset="-120"/>
              </a:rPr>
              <a:t>使用哪些關鍵字</a:t>
            </a:r>
            <a:endParaRPr lang="en-US" sz="1125" dirty="0"/>
          </a:p>
        </p:txBody>
      </p:sp>
      <p:sp>
        <p:nvSpPr>
          <p:cNvPr id="31" name="Text 28"/>
          <p:cNvSpPr txBox="1"/>
          <p:nvPr/>
        </p:nvSpPr>
        <p:spPr>
          <a:xfrm>
            <a:off x="1533540" y="5213452"/>
            <a:ext cx="8780800" cy="295260"/>
          </a:xfrm>
          <a:prstGeom prst="rect">
            <a:avLst/>
          </a:prstGeom>
          <a:noFill/>
          <a:ln/>
        </p:spPr>
        <p:txBody>
          <a:bodyPr wrap="square" lIns="0" tIns="0" rIns="0" bIns="0" rtlCol="0" anchor="t"/>
          <a:lstStyle/>
          <a:p>
            <a:pPr algn="l" indent="0" marL="0">
              <a:lnSpc>
                <a:spcPts val="2325"/>
              </a:lnSpc>
              <a:buNone/>
            </a:pPr>
            <a:r>
              <a:rPr lang="en-US" sz="1500" b="1" dirty="0">
                <a:solidFill>
                  <a:srgbClr val="4A3C33"/>
                </a:solidFill>
                <a:latin typeface="Noto Sans TC" pitchFamily="34" charset="0"/>
                <a:ea typeface="Noto Sans TC" pitchFamily="34" charset="-122"/>
                <a:cs typeface="Noto Sans TC" pitchFamily="34" charset="-120"/>
              </a:rPr>
              <a:t>四張講義的完整可列印版本，請開啟同一資料夾中的 </a:t>
            </a:r>
            <a:pPr algn="l" indent="0" marL="0">
              <a:lnSpc>
                <a:spcPts val="2325"/>
              </a:lnSpc>
              <a:buNone/>
            </a:pPr>
            <a:r>
              <a:rPr lang="en-US" sz="1500" b="1" dirty="0">
                <a:solidFill>
                  <a:srgbClr val="C05F3C"/>
                </a:solidFill>
                <a:latin typeface="Noto Sans TC" pitchFamily="34" charset="0"/>
                <a:ea typeface="Noto Sans TC" pitchFamily="34" charset="-122"/>
                <a:cs typeface="Noto Sans TC" pitchFamily="34" charset="-120"/>
              </a:rPr>
              <a:t>handouts.html</a:t>
            </a:r>
            <a:pPr algn="l" indent="0" marL="0">
              <a:lnSpc>
                <a:spcPts val="2325"/>
              </a:lnSpc>
              <a:buNone/>
            </a:pPr>
            <a:r>
              <a:rPr lang="en-US" sz="1500" b="1" dirty="0">
                <a:solidFill>
                  <a:srgbClr val="4A3C33"/>
                </a:solidFill>
                <a:latin typeface="Noto Sans TC" pitchFamily="34" charset="0"/>
                <a:ea typeface="Noto Sans TC" pitchFamily="34" charset="-122"/>
                <a:cs typeface="Noto Sans TC" pitchFamily="34" charset="-120"/>
              </a:rPr>
              <a:t>，用瀏覽器直接列印成 A4。</a:t>
            </a:r>
            <a:endParaRPr lang="en-US" sz="1500" dirty="0"/>
          </a:p>
        </p:txBody>
      </p:sp>
      <p:sp>
        <p:nvSpPr>
          <p:cNvPr id="32" name="Text 29"/>
          <p:cNvSpPr txBox="1"/>
          <p:nvPr/>
        </p:nvSpPr>
        <p:spPr>
          <a:xfrm>
            <a:off x="5958322" y="5213452"/>
            <a:ext cx="1574780" cy="295260"/>
          </a:xfrm>
          <a:prstGeom prst="rect">
            <a:avLst/>
          </a:prstGeom>
          <a:noFill/>
          <a:ln/>
        </p:spPr>
        <p:txBody>
          <a:bodyPr wrap="square" lIns="0" tIns="0" rIns="0" bIns="0" rtlCol="0" anchor="t"/>
          <a:lstStyle/>
          <a:p>
            <a:pPr algn="l" indent="0" marL="0">
              <a:lnSpc>
                <a:spcPts val="2325"/>
              </a:lnSpc>
              <a:buNone/>
            </a:pPr>
            <a:r>
              <a:rPr lang="en-US" sz="1500" b="1" dirty="0">
                <a:solidFill>
                  <a:srgbClr val="C05F3C"/>
                </a:solidFill>
                <a:latin typeface="Noto Sans TC" pitchFamily="34" charset="0"/>
                <a:ea typeface="Noto Sans TC" pitchFamily="34" charset="-122"/>
                <a:cs typeface="Noto Sans TC" pitchFamily="34" charset="-120"/>
              </a:rPr>
              <a:t>handouts.html</a:t>
            </a:r>
            <a:endParaRPr lang="en-US" sz="1500" dirty="0"/>
          </a:p>
        </p:txBody>
      </p:sp>
      <p:sp>
        <p:nvSpPr>
          <p:cNvPr id="33" name="Text 30"/>
          <p:cNvSpPr txBox="1"/>
          <p:nvPr/>
        </p:nvSpPr>
        <p:spPr>
          <a:xfrm>
            <a:off x="761970" y="6438930"/>
            <a:ext cx="893643" cy="200071"/>
          </a:xfrm>
          <a:prstGeom prst="rect">
            <a:avLst/>
          </a:prstGeom>
          <a:noFill/>
          <a:ln/>
        </p:spPr>
        <p:txBody>
          <a:bodyPr wrap="square" lIns="0" tIns="0" rIns="0" bIns="0" rtlCol="0" anchor="t"/>
          <a:lstStyle/>
          <a:p>
            <a:pPr algn="l" indent="0" marL="0">
              <a:buNone/>
            </a:pPr>
            <a:r>
              <a:rPr lang="en-US" sz="938" b="1" spc="56" kern="0" dirty="0">
                <a:solidFill>
                  <a:srgbClr val="9C8B7C"/>
                </a:solidFill>
                <a:latin typeface="Noto Sans TC" pitchFamily="34" charset="0"/>
                <a:ea typeface="Noto Sans TC" pitchFamily="34" charset="-122"/>
                <a:cs typeface="Noto Sans TC" pitchFamily="34" charset="-120"/>
              </a:rPr>
              <a:t>附錄 · —</a:t>
            </a:r>
            <a:endParaRPr lang="en-US" sz="938" dirty="0"/>
          </a:p>
        </p:txBody>
      </p:sp>
      <p:sp>
        <p:nvSpPr>
          <p:cNvPr id="34" name="Text 31"/>
          <p:cNvSpPr txBox="1"/>
          <p:nvPr/>
        </p:nvSpPr>
        <p:spPr>
          <a:xfrm>
            <a:off x="10922599" y="6438930"/>
            <a:ext cx="562630" cy="200071"/>
          </a:xfrm>
          <a:prstGeom prst="rect">
            <a:avLst/>
          </a:prstGeom>
          <a:noFill/>
          <a:ln/>
        </p:spPr>
        <p:txBody>
          <a:bodyPr wrap="square" lIns="0" tIns="0" rIns="0" bIns="0" rtlCol="0" anchor="t"/>
          <a:lstStyle/>
          <a:p>
            <a:pPr algn="l" indent="0" marL="0">
              <a:buNone/>
            </a:pPr>
            <a:r>
              <a:rPr lang="en-US" sz="938" b="1" spc="56" kern="0" dirty="0">
                <a:solidFill>
                  <a:srgbClr val="9C8B7C"/>
                </a:solidFill>
                <a:latin typeface="Noto Sans TC" pitchFamily="34" charset="0"/>
                <a:ea typeface="Noto Sans TC" pitchFamily="34" charset="-122"/>
                <a:cs typeface="Noto Sans TC" pitchFamily="34" charset="-120"/>
              </a:rPr>
              <a:t>75 / 75</a:t>
            </a:r>
            <a:endParaRPr lang="en-US" sz="938"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75</Slides>
  <Notes>75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75</vt:i4>
      </vt:variant>
    </vt:vector>
  </HeadingPairs>
  <TitlesOfParts>
    <vt:vector size="7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社群平台操作入門｜西屯婦女培力 08/16</dc:title>
  <dc:subject>PptxGenJS Presentation</dc:subject>
  <dc:creator>PptxGenJS</dc:creator>
  <cp:lastModifiedBy>PptxGenJS</cp:lastModifiedBy>
  <cp:revision>1</cp:revision>
  <dcterms:created xsi:type="dcterms:W3CDTF">2026-08-09T08:27:40Z</dcterms:created>
  <dcterms:modified xsi:type="dcterms:W3CDTF">2026-08-09T08:27:40Z</dcterms:modified>
</cp:coreProperties>
</file>